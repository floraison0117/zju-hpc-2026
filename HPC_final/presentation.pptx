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7" r:id="rId1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基线</c:f>
              <c:strCache>
                <c:ptCount val="1"/>
                <c:pt idx="0">
                  <c:v>基线</c:v>
                </c:pt>
              </c:strCache>
            </c:strRef>
          </c:tx>
          <c:spPr>
            <a:solidFill>
              <a:srgbClr val="AAB3BD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{"Case 1","Case 2","Case 3","Case 4"}</c:f>
              <c:strCache>
                <c:ptCount val="4"/>
                <c:pt idx="0">
                  <c:v>Case 1</c:v>
                </c:pt>
                <c:pt idx="1">
                  <c:v>Case 2</c:v>
                </c:pt>
                <c:pt idx="2">
                  <c:v>Case 3</c:v>
                </c:pt>
                <c:pt idx="3">
                  <c:v>Case 4</c:v>
                </c:pt>
              </c:strCache>
            </c:strRef>
          </c:cat>
          <c:val>
            <c:numRef>
              <c:f>{35.4,33.4,37.4,39.7}</c:f>
              <c:numCache>
                <c:formatCode>General</c:formatCode>
                <c:ptCount val="4"/>
                <c:pt idx="0">
                  <c:v>35.4</c:v>
                </c:pt>
                <c:pt idx="1">
                  <c:v>33.4</c:v>
                </c:pt>
                <c:pt idx="2">
                  <c:v>37.4</c:v>
                </c:pt>
                <c:pt idx="3">
                  <c:v>39.7</c:v>
                </c:pt>
              </c:numCache>
            </c:numRef>
          </c:val>
        </c:ser>
        <c:ser>
          <c:idx val="1"/>
          <c:order val="1"/>
          <c:tx>
            <c:strRef>
              <c:f>优化后</c:f>
              <c:strCache>
                <c:ptCount val="1"/>
                <c:pt idx="0">
                  <c:v>优化后</c:v>
                </c:pt>
              </c:strCache>
            </c:strRef>
          </c:tx>
          <c:spPr>
            <a:solidFill>
              <a:srgbClr val="3E4A5A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{"Case 1","Case 2","Case 3","Case 4"}</c:f>
              <c:strCache>
                <c:ptCount val="4"/>
                <c:pt idx="0">
                  <c:v>Case 1</c:v>
                </c:pt>
                <c:pt idx="1">
                  <c:v>Case 2</c:v>
                </c:pt>
                <c:pt idx="2">
                  <c:v>Case 3</c:v>
                </c:pt>
                <c:pt idx="3">
                  <c:v>Case 4</c:v>
                </c:pt>
              </c:strCache>
            </c:strRef>
          </c:cat>
          <c:val>
            <c:numRef>
              <c:f>{496.9,455,517.2,534.1}</c:f>
              <c:numCache>
                <c:formatCode>General</c:formatCode>
                <c:ptCount val="4"/>
                <c:pt idx="0">
                  <c:v>496.9</c:v>
                </c:pt>
                <c:pt idx="1">
                  <c:v>455</c:v>
                </c:pt>
                <c:pt idx="2">
                  <c:v>517.2</c:v>
                </c:pt>
                <c:pt idx="3">
                  <c:v>534.1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C0C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w="9525">
              <a:solidFill>
                <a:srgbClr val="D9DEE4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3E4A5A"/>
                    </a:solidFill>
                    <a:latin typeface="思源黑体 CN Light"/>
                    <a:ea typeface="思源黑体 CN Light"/>
                    <a:cs typeface="思源黑体 CN Light"/>
                  </a:rPr>
                  <a:t>GFLOPS</a:t>
                </a:r>
                <a:endParaRPr sz="975">
                  <a:solidFill>
                    <a:srgbClr val="3E4A5A"/>
                  </a:solidFill>
                  <a:latin typeface="思源黑体 CN Light"/>
                  <a:ea typeface="思源黑体 CN Light"/>
                  <a:cs typeface="思源黑体 CN Light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F7782"/>
                </a:solidFill>
                <a:latin typeface="思源黑体 CN Light"/>
                <a:ea typeface="思源黑体 CN Light"/>
                <a:cs typeface="思源黑体 CN Light"/>
              </a:defRPr>
            </a:pPr>
          </a:p>
        </c:txPr>
        <c:crossAx val="48650112"/>
        <c:crosses val="autoZero"/>
        <c:crossBetween val="between"/>
        <c:majorUnit val="100"/>
      </c:valAx>
      <c:spPr>
        <a:solidFill>
          <a:srgbClr val="FFFFFF"/>
        </a:solidFill>
        <a:ln w="0">
          <a:noFill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75" b="0" i="0" u="none" strike="noStrike" kern="1200" baseline="0">
              <a:solidFill>
                <a:srgbClr val="3E4A5A"/>
              </a:solidFill>
              <a:latin typeface="思源黑体 CN Light"/>
              <a:ea typeface="思源黑体 CN Light"/>
              <a:cs typeface="思源黑体 CN Ligh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74eaa65-4c3d-47da-ab78-21a3a968489f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三用例合计</c:f>
              <c:strCache>
                <c:ptCount val="1"/>
                <c:pt idx="0">
                  <c:v>三用例合计</c:v>
                </c:pt>
              </c:strCache>
            </c:strRef>
          </c:tx>
          <c:spPr>
            <a:solidFill>
              <a:srgbClr val="3E4A5A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{"FCMLA","SVE MR6","SVE MR12","NC=192","最终复测"}</c:f>
              <c:strCache>
                <c:ptCount val="5"/>
                <c:pt idx="0">
                  <c:v>FCMLA</c:v>
                </c:pt>
                <c:pt idx="1">
                  <c:v>SVE MR6</c:v>
                </c:pt>
                <c:pt idx="2">
                  <c:v>SVE MR12</c:v>
                </c:pt>
                <c:pt idx="3">
                  <c:v>NC=192</c:v>
                </c:pt>
                <c:pt idx="4">
                  <c:v>最终复测</c:v>
                </c:pt>
              </c:strCache>
            </c:strRef>
          </c:cat>
          <c:val>
            <c:numRef>
              <c:f>{1110,1222,2077,3081.9,3125.28}</c:f>
              <c:numCache>
                <c:formatCode>General</c:formatCode>
                <c:ptCount val="5"/>
                <c:pt idx="0">
                  <c:v>1110</c:v>
                </c:pt>
                <c:pt idx="1">
                  <c:v>1222</c:v>
                </c:pt>
                <c:pt idx="2">
                  <c:v>2077</c:v>
                </c:pt>
                <c:pt idx="3">
                  <c:v>3081.9</c:v>
                </c:pt>
                <c:pt idx="4">
                  <c:v>3125.28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C0C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500"/>
          <c:min val="0"/>
        </c:scaling>
        <c:delete val="0"/>
        <c:axPos val="l"/>
        <c:majorGridlines>
          <c:spPr>
            <a:ln w="9525">
              <a:solidFill>
                <a:srgbClr val="D9DEE4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3E4A5A"/>
                    </a:solidFill>
                    <a:latin typeface="思源黑体 CN Light"/>
                    <a:ea typeface="思源黑体 CN Light"/>
                    <a:cs typeface="思源黑体 CN Light"/>
                  </a:rPr>
                  <a:t>GFLOPS</a:t>
                </a:r>
                <a:endParaRPr sz="975">
                  <a:solidFill>
                    <a:srgbClr val="3E4A5A"/>
                  </a:solidFill>
                  <a:latin typeface="思源黑体 CN Light"/>
                  <a:ea typeface="思源黑体 CN Light"/>
                  <a:cs typeface="思源黑体 CN Light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F7782"/>
                </a:solidFill>
                <a:latin typeface="思源黑体 CN Light"/>
                <a:ea typeface="思源黑体 CN Light"/>
                <a:cs typeface="思源黑体 CN Light"/>
              </a:defRPr>
            </a:pPr>
          </a:p>
        </c:txPr>
        <c:crossAx val="48650112"/>
        <c:crosses val="autoZero"/>
        <c:crossBetween val="between"/>
        <c:majorUnit val="500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75a475e-382d-4447-b491-0d855e2f6235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综合吞吐量</c:f>
              <c:strCache>
                <c:ptCount val="1"/>
                <c:pt idx="0">
                  <c:v>综合吞吐量</c:v>
                </c:pt>
              </c:strCache>
            </c:strRef>
          </c:tx>
          <c:spPr>
            <a:solidFill>
              <a:srgbClr val="3E4A5A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{"V9","V14","V16"}</c:f>
              <c:strCache>
                <c:ptCount val="3"/>
                <c:pt idx="0">
                  <c:v>V9</c:v>
                </c:pt>
                <c:pt idx="1">
                  <c:v>V14</c:v>
                </c:pt>
                <c:pt idx="2">
                  <c:v>V16</c:v>
                </c:pt>
              </c:strCache>
            </c:strRef>
          </c:cat>
          <c:val>
            <c:numRef>
              <c:f>{1136.8,1154.1,1182.1}</c:f>
              <c:numCache>
                <c:formatCode>General</c:formatCode>
                <c:ptCount val="3"/>
                <c:pt idx="0">
                  <c:v>1136.8</c:v>
                </c:pt>
                <c:pt idx="1">
                  <c:v>1154.1</c:v>
                </c:pt>
                <c:pt idx="2">
                  <c:v>1182.1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C0C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300"/>
          <c:min val="0"/>
        </c:scaling>
        <c:delete val="0"/>
        <c:axPos val="l"/>
        <c:majorGridlines>
          <c:spPr>
            <a:ln w="9525">
              <a:solidFill>
                <a:srgbClr val="D9DEE4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3E4A5A"/>
                    </a:solidFill>
                    <a:latin typeface="思源黑体 CN Light"/>
                    <a:ea typeface="思源黑体 CN Light"/>
                    <a:cs typeface="思源黑体 CN Light"/>
                  </a:rPr>
                  <a:t>GFLOPS</a:t>
                </a:r>
                <a:endParaRPr sz="975">
                  <a:solidFill>
                    <a:srgbClr val="3E4A5A"/>
                  </a:solidFill>
                  <a:latin typeface="思源黑体 CN Light"/>
                  <a:ea typeface="思源黑体 CN Light"/>
                  <a:cs typeface="思源黑体 CN Light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F7782"/>
                </a:solidFill>
                <a:latin typeface="思源黑体 CN Light"/>
                <a:ea typeface="思源黑体 CN Light"/>
                <a:cs typeface="思源黑体 CN Light"/>
              </a:defRPr>
            </a:pPr>
          </a:p>
        </c:txPr>
        <c:crossAx val="48650112"/>
        <c:crosses val="autoZero"/>
        <c:crossBetween val="between"/>
        <c:majorUnit val="200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d8f164d4-2b2e-4539-8ce3-263c65f2e8ad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讲解（10 秒）：各位老师好，我们汇报 HPC101 大作业的三项优化工作：二维卷积、复数矩阵乘和三角方程组求解。</a:t>
            </a:r>
          </a:p>
          <a:p/>
          <a:p>
            <a:r>
              <a:t>资料：大作业总报告 FinalReport/main.tex，第 39-41 行。</a:t>
            </a:r>
          </a:p>
          <a:p>
            <a:r>
              <a:t>课程题目：https://hpc101.zjusct.io/lab/Final-Project/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讲解（20 秒）：汇报分三部分。先明确赛题和验收标准，再逐题说明最关键的优化，最后汇总成绩和能复用的经验。</a:t>
            </a:r>
          </a:p>
          <a:p/>
          <a:p>
            <a:r>
              <a:t>资料：课程题目页的实验要求与评分方式。https://hpc101.zjusct.io/lab/Final-Project/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讲解（35 秒）：三道题使用同一套工作流。先把正确性阈值和评测形状固定下来，再做基线和分段观察，随后只改动能解释瓶颈的部分，最后在同条件下反复验证。ZGEMM 的绑核、TRSM 的分段计时和 CONV 的尾块回归都来自这个流程。</a:t>
            </a:r>
          </a:p>
          <a:p/>
          <a:p>
            <a:r>
              <a:t>资料：FinalReport/main.tex，第 102-108 行与第 526-538 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讲解（70 秒）：CONV 的瓶颈是四重循环里相邻输出之间重复读输入。我们把输出行静态分给线程，再用 NEON 处理连续列，并把相邻四个输出行合并，使一次读取参与多个输出累加。尾部仍走安全路径，确保任意合法尺寸不越界。四组官方用例全部 PASS，最大误差为 0，性能从约 33 到 40 GFLOPS 提升到 455 到 534 GFLOPS。</a:t>
            </a:r>
          </a:p>
          <a:p/>
          <a:p>
            <a:r>
              <a:t>资料：FinalReport/main.tex，第 141-217 行；CONV/CONV/conv2d.c。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讲解（90 秒）：ZGEMM 的关键教训是，先解决绑定再谈指令。未正确绑核时，同一实现只有约 10 GFLOPS；固定进程和初始化页面后，微内核才有缓存局部性。随后把 NEON FCMLA 路径升级为 SVE MR12，A 数据在寄存器内广播，减少读取；最后把 NC 从 512 调到 192，让 K 很小的官方形状拥有更多列块，减少尾部不均衡。最终三用例合计 3125.28 GFLOPS，全部 PASS。</a:t>
            </a:r>
          </a:p>
          <a:p/>
          <a:p>
            <a:r>
              <a:t>资料：FinalReport/main.tex，第 250-341 行；ZGEMM/ZGEMM/code/zgemm_nc192.c；ZGEMM/ZGEMM/results/final_results.txt。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讲解（85 秒）：TRSM 不同于 GEMM，存在对角块的前代依赖。因此我们先按形状分流：小中规模走不同叶子大小的递归，大规模走固定块。宽右端矩阵的更新采用二维切分，减少对乘数面板的重复读取。对小对角块，把串行前代替换为选择性求逆加 dtrmm，既保留精度也提高并行度。最终三组用例全部 PASS，综合 1182.1 GFLOPS。</a:t>
            </a:r>
          </a:p>
          <a:p/>
          <a:p>
            <a:r>
              <a:t>资料：FinalReport/main.tex，第 378-500 行；TRSM/trsm.c。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讲解（45 秒）：这页给出最终汇总。共同点是所有官方用例都通过校验。需要特别说明：三题的汇总口径不同，CONV 是单用例范围，ZGEMM 是三用例 GFLOPS 合计，TRSM 是总 FLOPs 除总时间，因此不能把三行当作直接排名。我们更重视每题相对基线、正确性和可复现条件。</a:t>
            </a:r>
          </a:p>
          <a:p/>
          <a:p>
            <a:r>
              <a:t>资料：FinalReport/main.tex，第 506-523 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讲解（35 秒）：最后总结三点：正确性是硬约束，线程和数据位置往往先于微内核，端到端实测决定是否采纳方案。性能结论不脱离平台条件，换硬件后应先重做性能画像。谢谢各位老师。</a:t>
            </a:r>
          </a:p>
          <a:p/>
          <a:p>
            <a:r>
              <a:t>资料：FinalReport/main.tex，第 526-540 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15" name="Freeform 97"/>
          <p:cNvSpPr>
            <a:spLocks noGrp="1"/>
          </p:cNvSpPr>
          <p:nvPr/>
        </p:nvSpPr>
        <p:spPr>
          <a:xfrm>
            <a:off x="9880422" y="2911311"/>
            <a:ext cx="2134636" cy="1437515"/>
          </a:xfrm>
          <a:custGeom>
            <a:avLst/>
            <a:gdLst>
              <a:gd name="T0" fmla="*/ 192 w 305"/>
              <a:gd name="T1" fmla="*/ 174 h 205"/>
              <a:gd name="T2" fmla="*/ 179 w 305"/>
              <a:gd name="T3" fmla="*/ 106 h 205"/>
              <a:gd name="T4" fmla="*/ 199 w 305"/>
              <a:gd name="T5" fmla="*/ 170 h 205"/>
              <a:gd name="T6" fmla="*/ 169 w 305"/>
              <a:gd name="T7" fmla="*/ 110 h 205"/>
              <a:gd name="T8" fmla="*/ 164 w 305"/>
              <a:gd name="T9" fmla="*/ 105 h 205"/>
              <a:gd name="T10" fmla="*/ 220 w 305"/>
              <a:gd name="T11" fmla="*/ 111 h 205"/>
              <a:gd name="T12" fmla="*/ 201 w 305"/>
              <a:gd name="T13" fmla="*/ 122 h 205"/>
              <a:gd name="T14" fmla="*/ 199 w 305"/>
              <a:gd name="T15" fmla="*/ 121 h 205"/>
              <a:gd name="T16" fmla="*/ 220 w 305"/>
              <a:gd name="T17" fmla="*/ 111 h 205"/>
              <a:gd name="T18" fmla="*/ 303 w 305"/>
              <a:gd name="T19" fmla="*/ 54 h 205"/>
              <a:gd name="T20" fmla="*/ 286 w 305"/>
              <a:gd name="T21" fmla="*/ 63 h 205"/>
              <a:gd name="T22" fmla="*/ 219 w 305"/>
              <a:gd name="T23" fmla="*/ 91 h 205"/>
              <a:gd name="T24" fmla="*/ 205 w 305"/>
              <a:gd name="T25" fmla="*/ 98 h 205"/>
              <a:gd name="T26" fmla="*/ 204 w 305"/>
              <a:gd name="T27" fmla="*/ 98 h 205"/>
              <a:gd name="T28" fmla="*/ 190 w 305"/>
              <a:gd name="T29" fmla="*/ 107 h 205"/>
              <a:gd name="T30" fmla="*/ 194 w 305"/>
              <a:gd name="T31" fmla="*/ 102 h 205"/>
              <a:gd name="T32" fmla="*/ 244 w 305"/>
              <a:gd name="T33" fmla="*/ 146 h 205"/>
              <a:gd name="T34" fmla="*/ 203 w 305"/>
              <a:gd name="T35" fmla="*/ 175 h 205"/>
              <a:gd name="T36" fmla="*/ 199 w 305"/>
              <a:gd name="T37" fmla="*/ 170 h 205"/>
              <a:gd name="T38" fmla="*/ 195 w 305"/>
              <a:gd name="T39" fmla="*/ 119 h 205"/>
              <a:gd name="T40" fmla="*/ 102 w 305"/>
              <a:gd name="T41" fmla="*/ 79 h 205"/>
              <a:gd name="T42" fmla="*/ 33 w 305"/>
              <a:gd name="T43" fmla="*/ 113 h 205"/>
              <a:gd name="T44" fmla="*/ 33 w 305"/>
              <a:gd name="T45" fmla="*/ 113 h 205"/>
              <a:gd name="T46" fmla="*/ 195 w 305"/>
              <a:gd name="T47" fmla="*/ 115 h 205"/>
              <a:gd name="T48" fmla="*/ 191 w 305"/>
              <a:gd name="T49" fmla="*/ 112 h 205"/>
              <a:gd name="T50" fmla="*/ 183 w 305"/>
              <a:gd name="T51" fmla="*/ 162 h 205"/>
              <a:gd name="T52" fmla="*/ 168 w 305"/>
              <a:gd name="T53" fmla="*/ 154 h 205"/>
              <a:gd name="T54" fmla="*/ 144 w 305"/>
              <a:gd name="T55" fmla="*/ 177 h 205"/>
              <a:gd name="T56" fmla="*/ 121 w 305"/>
              <a:gd name="T57" fmla="*/ 161 h 205"/>
              <a:gd name="T58" fmla="*/ 106 w 305"/>
              <a:gd name="T59" fmla="*/ 199 h 205"/>
              <a:gd name="T60" fmla="*/ 87 w 305"/>
              <a:gd name="T61" fmla="*/ 178 h 205"/>
              <a:gd name="T62" fmla="*/ 86 w 305"/>
              <a:gd name="T63" fmla="*/ 168 h 205"/>
              <a:gd name="T64" fmla="*/ 78 w 305"/>
              <a:gd name="T65" fmla="*/ 173 h 205"/>
              <a:gd name="T66" fmla="*/ 93 w 305"/>
              <a:gd name="T67" fmla="*/ 150 h 205"/>
              <a:gd name="T68" fmla="*/ 95 w 305"/>
              <a:gd name="T69" fmla="*/ 135 h 205"/>
              <a:gd name="T70" fmla="*/ 76 w 305"/>
              <a:gd name="T71" fmla="*/ 128 h 205"/>
              <a:gd name="T72" fmla="*/ 94 w 305"/>
              <a:gd name="T73" fmla="*/ 115 h 205"/>
              <a:gd name="T74" fmla="*/ 88 w 305"/>
              <a:gd name="T75" fmla="*/ 109 h 205"/>
              <a:gd name="T76" fmla="*/ 3 w 305"/>
              <a:gd name="T77" fmla="*/ 48 h 205"/>
              <a:gd name="T78" fmla="*/ 81 w 305"/>
              <a:gd name="T79" fmla="*/ 101 h 205"/>
              <a:gd name="T80" fmla="*/ 88 w 305"/>
              <a:gd name="T81" fmla="*/ 104 h 205"/>
              <a:gd name="T82" fmla="*/ 105 w 305"/>
              <a:gd name="T83" fmla="*/ 102 h 205"/>
              <a:gd name="T84" fmla="*/ 113 w 305"/>
              <a:gd name="T85" fmla="*/ 92 h 205"/>
              <a:gd name="T86" fmla="*/ 120 w 305"/>
              <a:gd name="T87" fmla="*/ 95 h 205"/>
              <a:gd name="T88" fmla="*/ 124 w 305"/>
              <a:gd name="T89" fmla="*/ 85 h 205"/>
              <a:gd name="T90" fmla="*/ 127 w 305"/>
              <a:gd name="T91" fmla="*/ 92 h 205"/>
              <a:gd name="T92" fmla="*/ 139 w 305"/>
              <a:gd name="T93" fmla="*/ 100 h 205"/>
              <a:gd name="T94" fmla="*/ 149 w 305"/>
              <a:gd name="T95" fmla="*/ 86 h 205"/>
              <a:gd name="T96" fmla="*/ 159 w 305"/>
              <a:gd name="T97" fmla="*/ 102 h 205"/>
              <a:gd name="T98" fmla="*/ 233 w 305"/>
              <a:gd name="T99" fmla="*/ 1 h 205"/>
              <a:gd name="T100" fmla="*/ 167 w 305"/>
              <a:gd name="T101" fmla="*/ 95 h 205"/>
              <a:gd name="T102" fmla="*/ 167 w 305"/>
              <a:gd name="T103" fmla="*/ 121 h 205"/>
              <a:gd name="T104" fmla="*/ 177 w 305"/>
              <a:gd name="T105" fmla="*/ 127 h 205"/>
              <a:gd name="T106" fmla="*/ 166 w 305"/>
              <a:gd name="T107" fmla="*/ 142 h 205"/>
              <a:gd name="T108" fmla="*/ 144 w 305"/>
              <a:gd name="T109" fmla="*/ 192 h 205"/>
              <a:gd name="T110" fmla="*/ 153 w 305"/>
              <a:gd name="T111" fmla="*/ 199 h 205"/>
            </a:gdLst>
            <a:ahLst/>
            <a:cxnLst/>
            <a:rect l="0" t="0" r="r" b="b"/>
            <a:pathLst>
              <a:path w="305" h="205">
                <a:moveTo>
                  <a:pt x="193" y="167"/>
                </a:moveTo>
                <a:cubicBezTo>
                  <a:pt x="191" y="167"/>
                  <a:pt x="189" y="166"/>
                  <a:pt x="188" y="165"/>
                </a:cubicBezTo>
                <a:cubicBezTo>
                  <a:pt x="189" y="165"/>
                  <a:pt x="190" y="165"/>
                  <a:pt x="192" y="166"/>
                </a:cubicBezTo>
                <a:lnTo>
                  <a:pt x="193" y="167"/>
                </a:lnTo>
                <a:close/>
                <a:moveTo>
                  <a:pt x="190" y="173"/>
                </a:moveTo>
                <a:cubicBezTo>
                  <a:pt x="190" y="173"/>
                  <a:pt x="190" y="173"/>
                  <a:pt x="190" y="173"/>
                </a:cubicBezTo>
                <a:cubicBezTo>
                  <a:pt x="191" y="173"/>
                  <a:pt x="191" y="173"/>
                  <a:pt x="192" y="174"/>
                </a:cubicBezTo>
                <a:cubicBezTo>
                  <a:pt x="192" y="175"/>
                  <a:pt x="193" y="175"/>
                  <a:pt x="193" y="176"/>
                </a:cubicBezTo>
                <a:cubicBezTo>
                  <a:pt x="192" y="175"/>
                  <a:pt x="191" y="175"/>
                  <a:pt x="190" y="173"/>
                </a:cubicBezTo>
                <a:close/>
                <a:moveTo>
                  <a:pt x="175" y="105"/>
                </a:moveTo>
                <a:cubicBezTo>
                  <a:pt x="175" y="105"/>
                  <a:pt x="176" y="105"/>
                  <a:pt x="177" y="105"/>
                </a:cubicBezTo>
                <a:cubicBezTo>
                  <a:pt x="177" y="105"/>
                  <a:pt x="178" y="105"/>
                  <a:pt x="179" y="105"/>
                </a:cubicBezTo>
                <a:cubicBezTo>
                  <a:pt x="180" y="105"/>
                  <a:pt x="180" y="105"/>
                  <a:pt x="180" y="106"/>
                </a:cubicBezTo>
                <a:cubicBezTo>
                  <a:pt x="180" y="106"/>
                  <a:pt x="180" y="106"/>
                  <a:pt x="179" y="106"/>
                </a:cubicBezTo>
                <a:cubicBezTo>
                  <a:pt x="178" y="107"/>
                  <a:pt x="178" y="107"/>
                  <a:pt x="178" y="107"/>
                </a:cubicBezTo>
                <a:cubicBezTo>
                  <a:pt x="177" y="107"/>
                  <a:pt x="176" y="106"/>
                  <a:pt x="175" y="105"/>
                </a:cubicBezTo>
                <a:close/>
                <a:moveTo>
                  <a:pt x="200" y="168"/>
                </a:moveTo>
                <a:cubicBezTo>
                  <a:pt x="201" y="168"/>
                  <a:pt x="202" y="169"/>
                  <a:pt x="203" y="169"/>
                </a:cubicBezTo>
                <a:cubicBezTo>
                  <a:pt x="204" y="170"/>
                  <a:pt x="204" y="170"/>
                  <a:pt x="204" y="171"/>
                </a:cubicBezTo>
                <a:cubicBezTo>
                  <a:pt x="204" y="172"/>
                  <a:pt x="204" y="172"/>
                  <a:pt x="203" y="172"/>
                </a:cubicBezTo>
                <a:cubicBezTo>
                  <a:pt x="202" y="172"/>
                  <a:pt x="201" y="172"/>
                  <a:pt x="199" y="170"/>
                </a:cubicBezTo>
                <a:cubicBezTo>
                  <a:pt x="197" y="169"/>
                  <a:pt x="195" y="167"/>
                  <a:pt x="193" y="166"/>
                </a:cubicBezTo>
                <a:cubicBezTo>
                  <a:pt x="191" y="164"/>
                  <a:pt x="189" y="162"/>
                  <a:pt x="188" y="161"/>
                </a:cubicBezTo>
                <a:cubicBezTo>
                  <a:pt x="186" y="159"/>
                  <a:pt x="185" y="158"/>
                  <a:pt x="185" y="157"/>
                </a:cubicBezTo>
                <a:cubicBezTo>
                  <a:pt x="188" y="159"/>
                  <a:pt x="191" y="160"/>
                  <a:pt x="193" y="162"/>
                </a:cubicBezTo>
                <a:cubicBezTo>
                  <a:pt x="195" y="164"/>
                  <a:pt x="198" y="166"/>
                  <a:pt x="200" y="168"/>
                </a:cubicBezTo>
                <a:close/>
                <a:moveTo>
                  <a:pt x="166" y="106"/>
                </a:moveTo>
                <a:cubicBezTo>
                  <a:pt x="167" y="108"/>
                  <a:pt x="169" y="109"/>
                  <a:pt x="169" y="110"/>
                </a:cubicBezTo>
                <a:cubicBezTo>
                  <a:pt x="170" y="112"/>
                  <a:pt x="171" y="113"/>
                  <a:pt x="172" y="115"/>
                </a:cubicBezTo>
                <a:cubicBezTo>
                  <a:pt x="172" y="115"/>
                  <a:pt x="171" y="114"/>
                  <a:pt x="170" y="113"/>
                </a:cubicBezTo>
                <a:cubicBezTo>
                  <a:pt x="169" y="111"/>
                  <a:pt x="169" y="111"/>
                  <a:pt x="169" y="111"/>
                </a:cubicBezTo>
                <a:cubicBezTo>
                  <a:pt x="168" y="110"/>
                  <a:pt x="167" y="109"/>
                  <a:pt x="167" y="108"/>
                </a:cubicBezTo>
                <a:cubicBezTo>
                  <a:pt x="166" y="107"/>
                  <a:pt x="165" y="106"/>
                  <a:pt x="164" y="106"/>
                </a:cubicBezTo>
                <a:cubicBezTo>
                  <a:pt x="163" y="106"/>
                  <a:pt x="163" y="106"/>
                  <a:pt x="163" y="106"/>
                </a:cubicBezTo>
                <a:cubicBezTo>
                  <a:pt x="163" y="105"/>
                  <a:pt x="163" y="105"/>
                  <a:pt x="164" y="105"/>
                </a:cubicBezTo>
                <a:cubicBezTo>
                  <a:pt x="165" y="105"/>
                  <a:pt x="165" y="105"/>
                  <a:pt x="166" y="106"/>
                </a:cubicBezTo>
                <a:close/>
                <a:moveTo>
                  <a:pt x="270" y="68"/>
                </a:moveTo>
                <a:cubicBezTo>
                  <a:pt x="281" y="63"/>
                  <a:pt x="281" y="63"/>
                  <a:pt x="281" y="63"/>
                </a:cubicBezTo>
                <a:cubicBezTo>
                  <a:pt x="283" y="62"/>
                  <a:pt x="284" y="62"/>
                  <a:pt x="284" y="62"/>
                </a:cubicBezTo>
                <a:cubicBezTo>
                  <a:pt x="282" y="63"/>
                  <a:pt x="280" y="64"/>
                  <a:pt x="278" y="65"/>
                </a:cubicBezTo>
                <a:lnTo>
                  <a:pt x="270" y="68"/>
                </a:lnTo>
                <a:close/>
                <a:moveTo>
                  <a:pt x="220" y="111"/>
                </a:moveTo>
                <a:cubicBezTo>
                  <a:pt x="221" y="111"/>
                  <a:pt x="221" y="111"/>
                  <a:pt x="222" y="111"/>
                </a:cubicBezTo>
                <a:cubicBezTo>
                  <a:pt x="222" y="111"/>
                  <a:pt x="222" y="111"/>
                  <a:pt x="222" y="112"/>
                </a:cubicBezTo>
                <a:cubicBezTo>
                  <a:pt x="222" y="113"/>
                  <a:pt x="221" y="113"/>
                  <a:pt x="219" y="114"/>
                </a:cubicBezTo>
                <a:cubicBezTo>
                  <a:pt x="217" y="115"/>
                  <a:pt x="214" y="116"/>
                  <a:pt x="212" y="117"/>
                </a:cubicBezTo>
                <a:cubicBezTo>
                  <a:pt x="209" y="118"/>
                  <a:pt x="207" y="118"/>
                  <a:pt x="204" y="119"/>
                </a:cubicBezTo>
                <a:cubicBezTo>
                  <a:pt x="202" y="120"/>
                  <a:pt x="201" y="121"/>
                  <a:pt x="201" y="121"/>
                </a:cubicBezTo>
                <a:cubicBezTo>
                  <a:pt x="201" y="122"/>
                  <a:pt x="201" y="122"/>
                  <a:pt x="201" y="122"/>
                </a:cubicBezTo>
                <a:cubicBezTo>
                  <a:pt x="202" y="123"/>
                  <a:pt x="202" y="123"/>
                  <a:pt x="202" y="123"/>
                </a:cubicBezTo>
                <a:cubicBezTo>
                  <a:pt x="202" y="127"/>
                  <a:pt x="200" y="128"/>
                  <a:pt x="197" y="128"/>
                </a:cubicBezTo>
                <a:cubicBezTo>
                  <a:pt x="194" y="128"/>
                  <a:pt x="193" y="127"/>
                  <a:pt x="193" y="125"/>
                </a:cubicBezTo>
                <a:cubicBezTo>
                  <a:pt x="193" y="124"/>
                  <a:pt x="194" y="123"/>
                  <a:pt x="195" y="122"/>
                </a:cubicBezTo>
                <a:cubicBezTo>
                  <a:pt x="198" y="121"/>
                  <a:pt x="198" y="121"/>
                  <a:pt x="198" y="121"/>
                </a:cubicBezTo>
                <a:cubicBezTo>
                  <a:pt x="198" y="121"/>
                  <a:pt x="198" y="121"/>
                  <a:pt x="199" y="121"/>
                </a:cubicBezTo>
                <a:cubicBezTo>
                  <a:pt x="199" y="121"/>
                  <a:pt x="199" y="121"/>
                  <a:pt x="199" y="121"/>
                </a:cubicBezTo>
                <a:cubicBezTo>
                  <a:pt x="200" y="121"/>
                  <a:pt x="200" y="121"/>
                  <a:pt x="201" y="120"/>
                </a:cubicBezTo>
                <a:cubicBezTo>
                  <a:pt x="202" y="119"/>
                  <a:pt x="203" y="119"/>
                  <a:pt x="203" y="117"/>
                </a:cubicBezTo>
                <a:cubicBezTo>
                  <a:pt x="202" y="117"/>
                  <a:pt x="202" y="117"/>
                  <a:pt x="202" y="117"/>
                </a:cubicBezTo>
                <a:cubicBezTo>
                  <a:pt x="202" y="117"/>
                  <a:pt x="202" y="117"/>
                  <a:pt x="204" y="116"/>
                </a:cubicBezTo>
                <a:cubicBezTo>
                  <a:pt x="208" y="115"/>
                  <a:pt x="208" y="115"/>
                  <a:pt x="208" y="115"/>
                </a:cubicBezTo>
                <a:cubicBezTo>
                  <a:pt x="214" y="113"/>
                  <a:pt x="214" y="113"/>
                  <a:pt x="214" y="113"/>
                </a:cubicBezTo>
                <a:cubicBezTo>
                  <a:pt x="216" y="113"/>
                  <a:pt x="218" y="112"/>
                  <a:pt x="220" y="111"/>
                </a:cubicBezTo>
                <a:close/>
                <a:moveTo>
                  <a:pt x="186" y="123"/>
                </a:moveTo>
                <a:cubicBezTo>
                  <a:pt x="185" y="124"/>
                  <a:pt x="185" y="124"/>
                  <a:pt x="184" y="124"/>
                </a:cubicBezTo>
                <a:cubicBezTo>
                  <a:pt x="182" y="124"/>
                  <a:pt x="182" y="124"/>
                  <a:pt x="182" y="124"/>
                </a:cubicBezTo>
                <a:cubicBezTo>
                  <a:pt x="183" y="122"/>
                  <a:pt x="185" y="121"/>
                  <a:pt x="188" y="121"/>
                </a:cubicBezTo>
                <a:cubicBezTo>
                  <a:pt x="188" y="122"/>
                  <a:pt x="187" y="122"/>
                  <a:pt x="187" y="122"/>
                </a:cubicBezTo>
                <a:cubicBezTo>
                  <a:pt x="187" y="123"/>
                  <a:pt x="186" y="123"/>
                  <a:pt x="186" y="123"/>
                </a:cubicBezTo>
                <a:close/>
                <a:moveTo>
                  <a:pt x="303" y="54"/>
                </a:moveTo>
                <a:cubicBezTo>
                  <a:pt x="304" y="54"/>
                  <a:pt x="304" y="54"/>
                  <a:pt x="304" y="54"/>
                </a:cubicBezTo>
                <a:cubicBezTo>
                  <a:pt x="304" y="54"/>
                  <a:pt x="304" y="54"/>
                  <a:pt x="304" y="54"/>
                </a:cubicBezTo>
                <a:cubicBezTo>
                  <a:pt x="304" y="54"/>
                  <a:pt x="305" y="54"/>
                  <a:pt x="305" y="55"/>
                </a:cubicBezTo>
                <a:cubicBezTo>
                  <a:pt x="305" y="55"/>
                  <a:pt x="304" y="55"/>
                  <a:pt x="302" y="56"/>
                </a:cubicBezTo>
                <a:cubicBezTo>
                  <a:pt x="296" y="58"/>
                  <a:pt x="296" y="58"/>
                  <a:pt x="296" y="58"/>
                </a:cubicBezTo>
                <a:cubicBezTo>
                  <a:pt x="294" y="59"/>
                  <a:pt x="292" y="60"/>
                  <a:pt x="290" y="61"/>
                </a:cubicBezTo>
                <a:cubicBezTo>
                  <a:pt x="287" y="62"/>
                  <a:pt x="286" y="63"/>
                  <a:pt x="286" y="63"/>
                </a:cubicBezTo>
                <a:cubicBezTo>
                  <a:pt x="286" y="63"/>
                  <a:pt x="286" y="63"/>
                  <a:pt x="286" y="63"/>
                </a:cubicBezTo>
                <a:cubicBezTo>
                  <a:pt x="285" y="63"/>
                  <a:pt x="285" y="63"/>
                  <a:pt x="285" y="62"/>
                </a:cubicBezTo>
                <a:cubicBezTo>
                  <a:pt x="285" y="62"/>
                  <a:pt x="284" y="62"/>
                  <a:pt x="284" y="62"/>
                </a:cubicBezTo>
                <a:cubicBezTo>
                  <a:pt x="291" y="59"/>
                  <a:pt x="295" y="57"/>
                  <a:pt x="298" y="56"/>
                </a:cubicBezTo>
                <a:lnTo>
                  <a:pt x="303" y="54"/>
                </a:lnTo>
                <a:close/>
                <a:moveTo>
                  <a:pt x="205" y="98"/>
                </a:moveTo>
                <a:cubicBezTo>
                  <a:pt x="209" y="96"/>
                  <a:pt x="214" y="94"/>
                  <a:pt x="219" y="91"/>
                </a:cubicBezTo>
                <a:cubicBezTo>
                  <a:pt x="225" y="89"/>
                  <a:pt x="230" y="86"/>
                  <a:pt x="236" y="83"/>
                </a:cubicBezTo>
                <a:cubicBezTo>
                  <a:pt x="242" y="81"/>
                  <a:pt x="248" y="78"/>
                  <a:pt x="253" y="75"/>
                </a:cubicBezTo>
                <a:cubicBezTo>
                  <a:pt x="259" y="73"/>
                  <a:pt x="265" y="70"/>
                  <a:pt x="270" y="68"/>
                </a:cubicBezTo>
                <a:cubicBezTo>
                  <a:pt x="266" y="70"/>
                  <a:pt x="261" y="72"/>
                  <a:pt x="255" y="75"/>
                </a:cubicBezTo>
                <a:cubicBezTo>
                  <a:pt x="250" y="77"/>
                  <a:pt x="244" y="80"/>
                  <a:pt x="238" y="82"/>
                </a:cubicBezTo>
                <a:cubicBezTo>
                  <a:pt x="232" y="85"/>
                  <a:pt x="226" y="88"/>
                  <a:pt x="221" y="91"/>
                </a:cubicBezTo>
                <a:cubicBezTo>
                  <a:pt x="215" y="93"/>
                  <a:pt x="210" y="96"/>
                  <a:pt x="205" y="98"/>
                </a:cubicBezTo>
                <a:cubicBezTo>
                  <a:pt x="206" y="98"/>
                  <a:pt x="207" y="97"/>
                  <a:pt x="209" y="97"/>
                </a:cubicBezTo>
                <a:cubicBezTo>
                  <a:pt x="210" y="96"/>
                  <a:pt x="211" y="96"/>
                  <a:pt x="212" y="96"/>
                </a:cubicBezTo>
                <a:cubicBezTo>
                  <a:pt x="213" y="96"/>
                  <a:pt x="213" y="96"/>
                  <a:pt x="214" y="96"/>
                </a:cubicBezTo>
                <a:cubicBezTo>
                  <a:pt x="216" y="96"/>
                  <a:pt x="216" y="96"/>
                  <a:pt x="216" y="97"/>
                </a:cubicBezTo>
                <a:cubicBezTo>
                  <a:pt x="216" y="97"/>
                  <a:pt x="215" y="98"/>
                  <a:pt x="214" y="98"/>
                </a:cubicBezTo>
                <a:cubicBezTo>
                  <a:pt x="213" y="98"/>
                  <a:pt x="212" y="97"/>
                  <a:pt x="210" y="97"/>
                </a:cubicBezTo>
                <a:cubicBezTo>
                  <a:pt x="209" y="98"/>
                  <a:pt x="207" y="98"/>
                  <a:pt x="204" y="98"/>
                </a:cubicBezTo>
                <a:cubicBezTo>
                  <a:pt x="204" y="98"/>
                  <a:pt x="204" y="98"/>
                  <a:pt x="204" y="98"/>
                </a:cubicBezTo>
                <a:cubicBezTo>
                  <a:pt x="203" y="99"/>
                  <a:pt x="201" y="99"/>
                  <a:pt x="200" y="100"/>
                </a:cubicBezTo>
                <a:cubicBezTo>
                  <a:pt x="198" y="100"/>
                  <a:pt x="196" y="101"/>
                  <a:pt x="194" y="102"/>
                </a:cubicBezTo>
                <a:cubicBezTo>
                  <a:pt x="193" y="103"/>
                  <a:pt x="191" y="103"/>
                  <a:pt x="190" y="104"/>
                </a:cubicBezTo>
                <a:cubicBezTo>
                  <a:pt x="189" y="105"/>
                  <a:pt x="188" y="105"/>
                  <a:pt x="188" y="106"/>
                </a:cubicBezTo>
                <a:cubicBezTo>
                  <a:pt x="188" y="107"/>
                  <a:pt x="189" y="107"/>
                  <a:pt x="189" y="107"/>
                </a:cubicBezTo>
                <a:cubicBezTo>
                  <a:pt x="190" y="107"/>
                  <a:pt x="190" y="107"/>
                  <a:pt x="190" y="107"/>
                </a:cubicBezTo>
                <a:cubicBezTo>
                  <a:pt x="190" y="107"/>
                  <a:pt x="191" y="106"/>
                  <a:pt x="191" y="106"/>
                </a:cubicBezTo>
                <a:cubicBezTo>
                  <a:pt x="192" y="107"/>
                  <a:pt x="192" y="107"/>
                  <a:pt x="192" y="107"/>
                </a:cubicBezTo>
                <a:cubicBezTo>
                  <a:pt x="191" y="108"/>
                  <a:pt x="190" y="108"/>
                  <a:pt x="188" y="108"/>
                </a:cubicBezTo>
                <a:cubicBezTo>
                  <a:pt x="187" y="108"/>
                  <a:pt x="186" y="108"/>
                  <a:pt x="185" y="107"/>
                </a:cubicBezTo>
                <a:cubicBezTo>
                  <a:pt x="183" y="106"/>
                  <a:pt x="183" y="106"/>
                  <a:pt x="182" y="105"/>
                </a:cubicBezTo>
                <a:cubicBezTo>
                  <a:pt x="184" y="105"/>
                  <a:pt x="187" y="104"/>
                  <a:pt x="190" y="103"/>
                </a:cubicBezTo>
                <a:cubicBezTo>
                  <a:pt x="192" y="102"/>
                  <a:pt x="194" y="102"/>
                  <a:pt x="194" y="102"/>
                </a:cubicBezTo>
                <a:cubicBezTo>
                  <a:pt x="195" y="102"/>
                  <a:pt x="195" y="102"/>
                  <a:pt x="195" y="102"/>
                </a:cubicBezTo>
                <a:cubicBezTo>
                  <a:pt x="199" y="100"/>
                  <a:pt x="199" y="100"/>
                  <a:pt x="199" y="100"/>
                </a:cubicBezTo>
                <a:cubicBezTo>
                  <a:pt x="202" y="98"/>
                  <a:pt x="203" y="98"/>
                  <a:pt x="205" y="98"/>
                </a:cubicBezTo>
                <a:close/>
                <a:moveTo>
                  <a:pt x="239" y="137"/>
                </a:moveTo>
                <a:cubicBezTo>
                  <a:pt x="241" y="137"/>
                  <a:pt x="243" y="137"/>
                  <a:pt x="244" y="138"/>
                </a:cubicBezTo>
                <a:cubicBezTo>
                  <a:pt x="246" y="138"/>
                  <a:pt x="246" y="140"/>
                  <a:pt x="246" y="142"/>
                </a:cubicBezTo>
                <a:cubicBezTo>
                  <a:pt x="246" y="144"/>
                  <a:pt x="246" y="145"/>
                  <a:pt x="244" y="146"/>
                </a:cubicBezTo>
                <a:cubicBezTo>
                  <a:pt x="243" y="146"/>
                  <a:pt x="242" y="147"/>
                  <a:pt x="242" y="147"/>
                </a:cubicBezTo>
                <a:cubicBezTo>
                  <a:pt x="240" y="147"/>
                  <a:pt x="239" y="146"/>
                  <a:pt x="238" y="146"/>
                </a:cubicBezTo>
                <a:cubicBezTo>
                  <a:pt x="236" y="145"/>
                  <a:pt x="236" y="144"/>
                  <a:pt x="236" y="142"/>
                </a:cubicBezTo>
                <a:cubicBezTo>
                  <a:pt x="236" y="139"/>
                  <a:pt x="237" y="138"/>
                  <a:pt x="239" y="137"/>
                </a:cubicBezTo>
                <a:close/>
                <a:moveTo>
                  <a:pt x="202" y="173"/>
                </a:moveTo>
                <a:cubicBezTo>
                  <a:pt x="202" y="173"/>
                  <a:pt x="202" y="173"/>
                  <a:pt x="202" y="174"/>
                </a:cubicBezTo>
                <a:cubicBezTo>
                  <a:pt x="203" y="174"/>
                  <a:pt x="203" y="174"/>
                  <a:pt x="203" y="175"/>
                </a:cubicBezTo>
                <a:cubicBezTo>
                  <a:pt x="203" y="175"/>
                  <a:pt x="202" y="175"/>
                  <a:pt x="202" y="176"/>
                </a:cubicBezTo>
                <a:cubicBezTo>
                  <a:pt x="196" y="171"/>
                  <a:pt x="196" y="171"/>
                  <a:pt x="196" y="171"/>
                </a:cubicBezTo>
                <a:cubicBezTo>
                  <a:pt x="196" y="171"/>
                  <a:pt x="196" y="171"/>
                  <a:pt x="196" y="170"/>
                </a:cubicBezTo>
                <a:cubicBezTo>
                  <a:pt x="197" y="170"/>
                  <a:pt x="197" y="170"/>
                  <a:pt x="197" y="170"/>
                </a:cubicBezTo>
                <a:cubicBezTo>
                  <a:pt x="197" y="170"/>
                  <a:pt x="197" y="169"/>
                  <a:pt x="196" y="169"/>
                </a:cubicBezTo>
                <a:cubicBezTo>
                  <a:pt x="196" y="169"/>
                  <a:pt x="196" y="168"/>
                  <a:pt x="196" y="168"/>
                </a:cubicBezTo>
                <a:cubicBezTo>
                  <a:pt x="197" y="169"/>
                  <a:pt x="198" y="170"/>
                  <a:pt x="199" y="170"/>
                </a:cubicBezTo>
                <a:cubicBezTo>
                  <a:pt x="200" y="171"/>
                  <a:pt x="201" y="172"/>
                  <a:pt x="202" y="173"/>
                </a:cubicBezTo>
                <a:close/>
                <a:moveTo>
                  <a:pt x="45" y="90"/>
                </a:moveTo>
                <a:cubicBezTo>
                  <a:pt x="45" y="90"/>
                  <a:pt x="45" y="90"/>
                  <a:pt x="45" y="90"/>
                </a:cubicBezTo>
                <a:cubicBezTo>
                  <a:pt x="46" y="90"/>
                  <a:pt x="46" y="90"/>
                  <a:pt x="46" y="91"/>
                </a:cubicBezTo>
                <a:cubicBezTo>
                  <a:pt x="46" y="91"/>
                  <a:pt x="46" y="91"/>
                  <a:pt x="45" y="91"/>
                </a:cubicBezTo>
                <a:cubicBezTo>
                  <a:pt x="45" y="91"/>
                  <a:pt x="45" y="91"/>
                  <a:pt x="45" y="90"/>
                </a:cubicBezTo>
                <a:close/>
                <a:moveTo>
                  <a:pt x="195" y="119"/>
                </a:moveTo>
                <a:cubicBezTo>
                  <a:pt x="195" y="118"/>
                  <a:pt x="196" y="118"/>
                  <a:pt x="197" y="118"/>
                </a:cubicBezTo>
                <a:cubicBezTo>
                  <a:pt x="197" y="118"/>
                  <a:pt x="197" y="118"/>
                  <a:pt x="197" y="118"/>
                </a:cubicBezTo>
                <a:lnTo>
                  <a:pt x="195" y="119"/>
                </a:lnTo>
                <a:close/>
                <a:moveTo>
                  <a:pt x="103" y="78"/>
                </a:moveTo>
                <a:cubicBezTo>
                  <a:pt x="103" y="79"/>
                  <a:pt x="103" y="79"/>
                  <a:pt x="103" y="80"/>
                </a:cubicBezTo>
                <a:cubicBezTo>
                  <a:pt x="104" y="82"/>
                  <a:pt x="104" y="82"/>
                  <a:pt x="104" y="82"/>
                </a:cubicBezTo>
                <a:cubicBezTo>
                  <a:pt x="104" y="81"/>
                  <a:pt x="103" y="80"/>
                  <a:pt x="102" y="79"/>
                </a:cubicBezTo>
                <a:cubicBezTo>
                  <a:pt x="101" y="78"/>
                  <a:pt x="101" y="77"/>
                  <a:pt x="100" y="76"/>
                </a:cubicBezTo>
                <a:cubicBezTo>
                  <a:pt x="101" y="76"/>
                  <a:pt x="101" y="77"/>
                  <a:pt x="102" y="77"/>
                </a:cubicBezTo>
                <a:cubicBezTo>
                  <a:pt x="103" y="78"/>
                  <a:pt x="103" y="78"/>
                  <a:pt x="103" y="78"/>
                </a:cubicBezTo>
                <a:close/>
                <a:moveTo>
                  <a:pt x="46" y="91"/>
                </a:moveTo>
                <a:cubicBezTo>
                  <a:pt x="48" y="91"/>
                  <a:pt x="49" y="92"/>
                  <a:pt x="49" y="92"/>
                </a:cubicBezTo>
                <a:cubicBezTo>
                  <a:pt x="48" y="92"/>
                  <a:pt x="47" y="92"/>
                  <a:pt x="46" y="91"/>
                </a:cubicBezTo>
                <a:close/>
                <a:moveTo>
                  <a:pt x="33" y="113"/>
                </a:moveTo>
                <a:cubicBezTo>
                  <a:pt x="34" y="114"/>
                  <a:pt x="34" y="114"/>
                  <a:pt x="35" y="113"/>
                </a:cubicBezTo>
                <a:cubicBezTo>
                  <a:pt x="35" y="113"/>
                  <a:pt x="36" y="113"/>
                  <a:pt x="36" y="114"/>
                </a:cubicBezTo>
                <a:cubicBezTo>
                  <a:pt x="36" y="114"/>
                  <a:pt x="35" y="114"/>
                  <a:pt x="34" y="114"/>
                </a:cubicBezTo>
                <a:cubicBezTo>
                  <a:pt x="33" y="114"/>
                  <a:pt x="32" y="114"/>
                  <a:pt x="32" y="113"/>
                </a:cubicBezTo>
                <a:cubicBezTo>
                  <a:pt x="32" y="113"/>
                  <a:pt x="32" y="113"/>
                  <a:pt x="32" y="113"/>
                </a:cubicBezTo>
                <a:cubicBezTo>
                  <a:pt x="32" y="113"/>
                  <a:pt x="32" y="113"/>
                  <a:pt x="32" y="113"/>
                </a:cubicBezTo>
                <a:cubicBezTo>
                  <a:pt x="33" y="113"/>
                  <a:pt x="33" y="113"/>
                  <a:pt x="33" y="113"/>
                </a:cubicBezTo>
                <a:close/>
                <a:moveTo>
                  <a:pt x="36" y="114"/>
                </a:moveTo>
                <a:cubicBezTo>
                  <a:pt x="39" y="114"/>
                  <a:pt x="40" y="115"/>
                  <a:pt x="41" y="115"/>
                </a:cubicBezTo>
                <a:cubicBezTo>
                  <a:pt x="39" y="115"/>
                  <a:pt x="39" y="115"/>
                  <a:pt x="39" y="115"/>
                </a:cubicBezTo>
                <a:cubicBezTo>
                  <a:pt x="38" y="115"/>
                  <a:pt x="37" y="115"/>
                  <a:pt x="36" y="114"/>
                </a:cubicBezTo>
                <a:close/>
                <a:moveTo>
                  <a:pt x="196" y="112"/>
                </a:moveTo>
                <a:cubicBezTo>
                  <a:pt x="196" y="113"/>
                  <a:pt x="197" y="113"/>
                  <a:pt x="197" y="114"/>
                </a:cubicBezTo>
                <a:cubicBezTo>
                  <a:pt x="197" y="114"/>
                  <a:pt x="196" y="115"/>
                  <a:pt x="195" y="115"/>
                </a:cubicBezTo>
                <a:cubicBezTo>
                  <a:pt x="193" y="115"/>
                  <a:pt x="192" y="115"/>
                  <a:pt x="190" y="116"/>
                </a:cubicBezTo>
                <a:cubicBezTo>
                  <a:pt x="189" y="116"/>
                  <a:pt x="187" y="116"/>
                  <a:pt x="186" y="116"/>
                </a:cubicBezTo>
                <a:cubicBezTo>
                  <a:pt x="185" y="116"/>
                  <a:pt x="184" y="116"/>
                  <a:pt x="183" y="116"/>
                </a:cubicBezTo>
                <a:cubicBezTo>
                  <a:pt x="182" y="116"/>
                  <a:pt x="182" y="116"/>
                  <a:pt x="182" y="115"/>
                </a:cubicBezTo>
                <a:cubicBezTo>
                  <a:pt x="182" y="115"/>
                  <a:pt x="183" y="115"/>
                  <a:pt x="184" y="114"/>
                </a:cubicBezTo>
                <a:cubicBezTo>
                  <a:pt x="185" y="114"/>
                  <a:pt x="186" y="114"/>
                  <a:pt x="187" y="113"/>
                </a:cubicBezTo>
                <a:cubicBezTo>
                  <a:pt x="189" y="113"/>
                  <a:pt x="190" y="113"/>
                  <a:pt x="191" y="112"/>
                </a:cubicBezTo>
                <a:cubicBezTo>
                  <a:pt x="193" y="112"/>
                  <a:pt x="193" y="112"/>
                  <a:pt x="194" y="112"/>
                </a:cubicBezTo>
                <a:cubicBezTo>
                  <a:pt x="195" y="112"/>
                  <a:pt x="196" y="112"/>
                  <a:pt x="196" y="112"/>
                </a:cubicBezTo>
                <a:close/>
                <a:moveTo>
                  <a:pt x="172" y="152"/>
                </a:moveTo>
                <a:cubicBezTo>
                  <a:pt x="174" y="153"/>
                  <a:pt x="177" y="154"/>
                  <a:pt x="180" y="157"/>
                </a:cubicBezTo>
                <a:cubicBezTo>
                  <a:pt x="183" y="159"/>
                  <a:pt x="185" y="161"/>
                  <a:pt x="185" y="161"/>
                </a:cubicBezTo>
                <a:cubicBezTo>
                  <a:pt x="185" y="162"/>
                  <a:pt x="184" y="162"/>
                  <a:pt x="184" y="162"/>
                </a:cubicBezTo>
                <a:cubicBezTo>
                  <a:pt x="183" y="162"/>
                  <a:pt x="183" y="162"/>
                  <a:pt x="183" y="162"/>
                </a:cubicBezTo>
                <a:cubicBezTo>
                  <a:pt x="182" y="162"/>
                  <a:pt x="181" y="161"/>
                  <a:pt x="179" y="159"/>
                </a:cubicBezTo>
                <a:cubicBezTo>
                  <a:pt x="177" y="157"/>
                  <a:pt x="175" y="156"/>
                  <a:pt x="173" y="154"/>
                </a:cubicBezTo>
                <a:cubicBezTo>
                  <a:pt x="172" y="155"/>
                  <a:pt x="170" y="155"/>
                  <a:pt x="169" y="155"/>
                </a:cubicBezTo>
                <a:cubicBezTo>
                  <a:pt x="168" y="155"/>
                  <a:pt x="168" y="155"/>
                  <a:pt x="168" y="155"/>
                </a:cubicBezTo>
                <a:cubicBezTo>
                  <a:pt x="168" y="155"/>
                  <a:pt x="168" y="155"/>
                  <a:pt x="167" y="155"/>
                </a:cubicBezTo>
                <a:cubicBezTo>
                  <a:pt x="167" y="155"/>
                  <a:pt x="167" y="154"/>
                  <a:pt x="168" y="154"/>
                </a:cubicBezTo>
                <a:cubicBezTo>
                  <a:pt x="168" y="154"/>
                  <a:pt x="168" y="154"/>
                  <a:pt x="168" y="154"/>
                </a:cubicBezTo>
                <a:cubicBezTo>
                  <a:pt x="168" y="153"/>
                  <a:pt x="166" y="153"/>
                  <a:pt x="163" y="152"/>
                </a:cubicBezTo>
                <a:cubicBezTo>
                  <a:pt x="160" y="151"/>
                  <a:pt x="158" y="151"/>
                  <a:pt x="157" y="150"/>
                </a:cubicBezTo>
                <a:cubicBezTo>
                  <a:pt x="155" y="150"/>
                  <a:pt x="154" y="152"/>
                  <a:pt x="153" y="154"/>
                </a:cubicBezTo>
                <a:cubicBezTo>
                  <a:pt x="152" y="157"/>
                  <a:pt x="151" y="160"/>
                  <a:pt x="150" y="162"/>
                </a:cubicBezTo>
                <a:cubicBezTo>
                  <a:pt x="150" y="164"/>
                  <a:pt x="150" y="167"/>
                  <a:pt x="149" y="168"/>
                </a:cubicBezTo>
                <a:cubicBezTo>
                  <a:pt x="148" y="170"/>
                  <a:pt x="147" y="172"/>
                  <a:pt x="146" y="173"/>
                </a:cubicBezTo>
                <a:cubicBezTo>
                  <a:pt x="144" y="177"/>
                  <a:pt x="144" y="177"/>
                  <a:pt x="144" y="177"/>
                </a:cubicBezTo>
                <a:cubicBezTo>
                  <a:pt x="143" y="178"/>
                  <a:pt x="143" y="179"/>
                  <a:pt x="143" y="181"/>
                </a:cubicBezTo>
                <a:cubicBezTo>
                  <a:pt x="143" y="182"/>
                  <a:pt x="143" y="183"/>
                  <a:pt x="142" y="184"/>
                </a:cubicBezTo>
                <a:cubicBezTo>
                  <a:pt x="142" y="184"/>
                  <a:pt x="141" y="185"/>
                  <a:pt x="140" y="185"/>
                </a:cubicBezTo>
                <a:cubicBezTo>
                  <a:pt x="138" y="185"/>
                  <a:pt x="137" y="183"/>
                  <a:pt x="135" y="180"/>
                </a:cubicBezTo>
                <a:cubicBezTo>
                  <a:pt x="134" y="176"/>
                  <a:pt x="133" y="174"/>
                  <a:pt x="132" y="172"/>
                </a:cubicBezTo>
                <a:cubicBezTo>
                  <a:pt x="130" y="170"/>
                  <a:pt x="128" y="169"/>
                  <a:pt x="126" y="167"/>
                </a:cubicBezTo>
                <a:cubicBezTo>
                  <a:pt x="124" y="165"/>
                  <a:pt x="122" y="163"/>
                  <a:pt x="121" y="161"/>
                </a:cubicBezTo>
                <a:cubicBezTo>
                  <a:pt x="120" y="164"/>
                  <a:pt x="119" y="168"/>
                  <a:pt x="117" y="173"/>
                </a:cubicBezTo>
                <a:cubicBezTo>
                  <a:pt x="115" y="177"/>
                  <a:pt x="114" y="182"/>
                  <a:pt x="112" y="187"/>
                </a:cubicBezTo>
                <a:cubicBezTo>
                  <a:pt x="111" y="192"/>
                  <a:pt x="109" y="196"/>
                  <a:pt x="108" y="200"/>
                </a:cubicBezTo>
                <a:cubicBezTo>
                  <a:pt x="107" y="203"/>
                  <a:pt x="106" y="205"/>
                  <a:pt x="106" y="205"/>
                </a:cubicBezTo>
                <a:cubicBezTo>
                  <a:pt x="105" y="205"/>
                  <a:pt x="104" y="204"/>
                  <a:pt x="104" y="203"/>
                </a:cubicBezTo>
                <a:cubicBezTo>
                  <a:pt x="104" y="204"/>
                  <a:pt x="104" y="204"/>
                  <a:pt x="104" y="204"/>
                </a:cubicBezTo>
                <a:cubicBezTo>
                  <a:pt x="105" y="204"/>
                  <a:pt x="105" y="202"/>
                  <a:pt x="106" y="199"/>
                </a:cubicBezTo>
                <a:cubicBezTo>
                  <a:pt x="107" y="197"/>
                  <a:pt x="109" y="193"/>
                  <a:pt x="110" y="189"/>
                </a:cubicBezTo>
                <a:cubicBezTo>
                  <a:pt x="111" y="185"/>
                  <a:pt x="113" y="180"/>
                  <a:pt x="114" y="175"/>
                </a:cubicBezTo>
                <a:cubicBezTo>
                  <a:pt x="119" y="160"/>
                  <a:pt x="119" y="160"/>
                  <a:pt x="119" y="160"/>
                </a:cubicBezTo>
                <a:cubicBezTo>
                  <a:pt x="117" y="159"/>
                  <a:pt x="115" y="158"/>
                  <a:pt x="113" y="158"/>
                </a:cubicBezTo>
                <a:cubicBezTo>
                  <a:pt x="109" y="159"/>
                  <a:pt x="105" y="161"/>
                  <a:pt x="102" y="163"/>
                </a:cubicBezTo>
                <a:cubicBezTo>
                  <a:pt x="98" y="165"/>
                  <a:pt x="96" y="168"/>
                  <a:pt x="93" y="170"/>
                </a:cubicBezTo>
                <a:cubicBezTo>
                  <a:pt x="91" y="173"/>
                  <a:pt x="89" y="175"/>
                  <a:pt x="87" y="178"/>
                </a:cubicBezTo>
                <a:cubicBezTo>
                  <a:pt x="85" y="180"/>
                  <a:pt x="83" y="182"/>
                  <a:pt x="81" y="183"/>
                </a:cubicBezTo>
                <a:cubicBezTo>
                  <a:pt x="80" y="183"/>
                  <a:pt x="80" y="183"/>
                  <a:pt x="80" y="183"/>
                </a:cubicBezTo>
                <a:cubicBezTo>
                  <a:pt x="80" y="182"/>
                  <a:pt x="81" y="181"/>
                  <a:pt x="83" y="179"/>
                </a:cubicBezTo>
                <a:cubicBezTo>
                  <a:pt x="84" y="178"/>
                  <a:pt x="86" y="176"/>
                  <a:pt x="87" y="176"/>
                </a:cubicBezTo>
                <a:cubicBezTo>
                  <a:pt x="86" y="174"/>
                  <a:pt x="86" y="174"/>
                  <a:pt x="85" y="174"/>
                </a:cubicBezTo>
                <a:cubicBezTo>
                  <a:pt x="84" y="174"/>
                  <a:pt x="83" y="173"/>
                  <a:pt x="83" y="170"/>
                </a:cubicBezTo>
                <a:cubicBezTo>
                  <a:pt x="83" y="170"/>
                  <a:pt x="84" y="169"/>
                  <a:pt x="86" y="168"/>
                </a:cubicBezTo>
                <a:cubicBezTo>
                  <a:pt x="87" y="168"/>
                  <a:pt x="89" y="167"/>
                  <a:pt x="91" y="166"/>
                </a:cubicBezTo>
                <a:cubicBezTo>
                  <a:pt x="93" y="165"/>
                  <a:pt x="94" y="164"/>
                  <a:pt x="96" y="163"/>
                </a:cubicBezTo>
                <a:cubicBezTo>
                  <a:pt x="98" y="162"/>
                  <a:pt x="98" y="161"/>
                  <a:pt x="98" y="161"/>
                </a:cubicBezTo>
                <a:cubicBezTo>
                  <a:pt x="98" y="158"/>
                  <a:pt x="97" y="157"/>
                  <a:pt x="94" y="157"/>
                </a:cubicBezTo>
                <a:cubicBezTo>
                  <a:pt x="94" y="157"/>
                  <a:pt x="94" y="157"/>
                  <a:pt x="93" y="158"/>
                </a:cubicBezTo>
                <a:cubicBezTo>
                  <a:pt x="90" y="161"/>
                  <a:pt x="87" y="164"/>
                  <a:pt x="84" y="167"/>
                </a:cubicBezTo>
                <a:cubicBezTo>
                  <a:pt x="82" y="169"/>
                  <a:pt x="80" y="171"/>
                  <a:pt x="78" y="173"/>
                </a:cubicBezTo>
                <a:cubicBezTo>
                  <a:pt x="76" y="174"/>
                  <a:pt x="74" y="175"/>
                  <a:pt x="74" y="175"/>
                </a:cubicBezTo>
                <a:cubicBezTo>
                  <a:pt x="73" y="175"/>
                  <a:pt x="73" y="175"/>
                  <a:pt x="73" y="174"/>
                </a:cubicBezTo>
                <a:cubicBezTo>
                  <a:pt x="73" y="174"/>
                  <a:pt x="73" y="173"/>
                  <a:pt x="73" y="173"/>
                </a:cubicBezTo>
                <a:cubicBezTo>
                  <a:pt x="73" y="172"/>
                  <a:pt x="73" y="172"/>
                  <a:pt x="73" y="172"/>
                </a:cubicBezTo>
                <a:cubicBezTo>
                  <a:pt x="76" y="172"/>
                  <a:pt x="78" y="170"/>
                  <a:pt x="80" y="167"/>
                </a:cubicBezTo>
                <a:cubicBezTo>
                  <a:pt x="83" y="165"/>
                  <a:pt x="85" y="162"/>
                  <a:pt x="87" y="159"/>
                </a:cubicBezTo>
                <a:cubicBezTo>
                  <a:pt x="90" y="156"/>
                  <a:pt x="91" y="153"/>
                  <a:pt x="93" y="150"/>
                </a:cubicBezTo>
                <a:cubicBezTo>
                  <a:pt x="95" y="148"/>
                  <a:pt x="96" y="147"/>
                  <a:pt x="96" y="147"/>
                </a:cubicBezTo>
                <a:cubicBezTo>
                  <a:pt x="97" y="147"/>
                  <a:pt x="97" y="147"/>
                  <a:pt x="97" y="147"/>
                </a:cubicBezTo>
                <a:cubicBezTo>
                  <a:pt x="97" y="148"/>
                  <a:pt x="97" y="148"/>
                  <a:pt x="97" y="148"/>
                </a:cubicBezTo>
                <a:cubicBezTo>
                  <a:pt x="97" y="148"/>
                  <a:pt x="97" y="148"/>
                  <a:pt x="97" y="147"/>
                </a:cubicBezTo>
                <a:cubicBezTo>
                  <a:pt x="97" y="147"/>
                  <a:pt x="98" y="147"/>
                  <a:pt x="98" y="147"/>
                </a:cubicBezTo>
                <a:cubicBezTo>
                  <a:pt x="99" y="142"/>
                  <a:pt x="99" y="142"/>
                  <a:pt x="99" y="142"/>
                </a:cubicBezTo>
                <a:cubicBezTo>
                  <a:pt x="99" y="139"/>
                  <a:pt x="98" y="137"/>
                  <a:pt x="95" y="135"/>
                </a:cubicBezTo>
                <a:cubicBezTo>
                  <a:pt x="95" y="135"/>
                  <a:pt x="94" y="135"/>
                  <a:pt x="93" y="135"/>
                </a:cubicBezTo>
                <a:cubicBezTo>
                  <a:pt x="91" y="135"/>
                  <a:pt x="89" y="134"/>
                  <a:pt x="87" y="132"/>
                </a:cubicBezTo>
                <a:cubicBezTo>
                  <a:pt x="86" y="130"/>
                  <a:pt x="84" y="130"/>
                  <a:pt x="81" y="130"/>
                </a:cubicBezTo>
                <a:cubicBezTo>
                  <a:pt x="80" y="130"/>
                  <a:pt x="79" y="130"/>
                  <a:pt x="79" y="130"/>
                </a:cubicBezTo>
                <a:cubicBezTo>
                  <a:pt x="78" y="130"/>
                  <a:pt x="77" y="130"/>
                  <a:pt x="77" y="130"/>
                </a:cubicBezTo>
                <a:cubicBezTo>
                  <a:pt x="76" y="130"/>
                  <a:pt x="75" y="130"/>
                  <a:pt x="75" y="129"/>
                </a:cubicBezTo>
                <a:cubicBezTo>
                  <a:pt x="75" y="128"/>
                  <a:pt x="75" y="128"/>
                  <a:pt x="76" y="128"/>
                </a:cubicBezTo>
                <a:cubicBezTo>
                  <a:pt x="77" y="127"/>
                  <a:pt x="77" y="127"/>
                  <a:pt x="78" y="127"/>
                </a:cubicBezTo>
                <a:cubicBezTo>
                  <a:pt x="81" y="127"/>
                  <a:pt x="83" y="127"/>
                  <a:pt x="86" y="128"/>
                </a:cubicBezTo>
                <a:cubicBezTo>
                  <a:pt x="88" y="128"/>
                  <a:pt x="90" y="128"/>
                  <a:pt x="93" y="128"/>
                </a:cubicBezTo>
                <a:cubicBezTo>
                  <a:pt x="93" y="126"/>
                  <a:pt x="93" y="124"/>
                  <a:pt x="92" y="122"/>
                </a:cubicBezTo>
                <a:cubicBezTo>
                  <a:pt x="91" y="120"/>
                  <a:pt x="91" y="118"/>
                  <a:pt x="91" y="116"/>
                </a:cubicBezTo>
                <a:cubicBezTo>
                  <a:pt x="91" y="115"/>
                  <a:pt x="91" y="114"/>
                  <a:pt x="92" y="114"/>
                </a:cubicBezTo>
                <a:cubicBezTo>
                  <a:pt x="93" y="114"/>
                  <a:pt x="93" y="114"/>
                  <a:pt x="94" y="115"/>
                </a:cubicBezTo>
                <a:cubicBezTo>
                  <a:pt x="94" y="115"/>
                  <a:pt x="94" y="116"/>
                  <a:pt x="95" y="116"/>
                </a:cubicBezTo>
                <a:cubicBezTo>
                  <a:pt x="95" y="115"/>
                  <a:pt x="95" y="115"/>
                  <a:pt x="95" y="115"/>
                </a:cubicBezTo>
                <a:cubicBezTo>
                  <a:pt x="96" y="115"/>
                  <a:pt x="96" y="115"/>
                  <a:pt x="96" y="115"/>
                </a:cubicBezTo>
                <a:cubicBezTo>
                  <a:pt x="96" y="114"/>
                  <a:pt x="95" y="114"/>
                  <a:pt x="94" y="114"/>
                </a:cubicBezTo>
                <a:cubicBezTo>
                  <a:pt x="93" y="113"/>
                  <a:pt x="92" y="113"/>
                  <a:pt x="91" y="113"/>
                </a:cubicBezTo>
                <a:cubicBezTo>
                  <a:pt x="91" y="114"/>
                  <a:pt x="91" y="114"/>
                  <a:pt x="91" y="114"/>
                </a:cubicBezTo>
                <a:cubicBezTo>
                  <a:pt x="88" y="109"/>
                  <a:pt x="88" y="109"/>
                  <a:pt x="88" y="109"/>
                </a:cubicBezTo>
                <a:cubicBezTo>
                  <a:pt x="87" y="108"/>
                  <a:pt x="84" y="106"/>
                  <a:pt x="81" y="104"/>
                </a:cubicBezTo>
                <a:cubicBezTo>
                  <a:pt x="78" y="102"/>
                  <a:pt x="74" y="99"/>
                  <a:pt x="70" y="96"/>
                </a:cubicBezTo>
                <a:cubicBezTo>
                  <a:pt x="65" y="93"/>
                  <a:pt x="60" y="90"/>
                  <a:pt x="55" y="86"/>
                </a:cubicBezTo>
                <a:cubicBezTo>
                  <a:pt x="40" y="75"/>
                  <a:pt x="40" y="75"/>
                  <a:pt x="40" y="75"/>
                </a:cubicBezTo>
                <a:cubicBezTo>
                  <a:pt x="28" y="67"/>
                  <a:pt x="14" y="58"/>
                  <a:pt x="0" y="48"/>
                </a:cubicBezTo>
                <a:cubicBezTo>
                  <a:pt x="0" y="47"/>
                  <a:pt x="0" y="47"/>
                  <a:pt x="1" y="47"/>
                </a:cubicBezTo>
                <a:cubicBezTo>
                  <a:pt x="2" y="47"/>
                  <a:pt x="2" y="47"/>
                  <a:pt x="3" y="48"/>
                </a:cubicBezTo>
                <a:cubicBezTo>
                  <a:pt x="3" y="49"/>
                  <a:pt x="4" y="50"/>
                  <a:pt x="7" y="52"/>
                </a:cubicBezTo>
                <a:cubicBezTo>
                  <a:pt x="9" y="53"/>
                  <a:pt x="12" y="55"/>
                  <a:pt x="18" y="59"/>
                </a:cubicBezTo>
                <a:cubicBezTo>
                  <a:pt x="23" y="62"/>
                  <a:pt x="29" y="67"/>
                  <a:pt x="36" y="72"/>
                </a:cubicBezTo>
                <a:cubicBezTo>
                  <a:pt x="43" y="77"/>
                  <a:pt x="51" y="82"/>
                  <a:pt x="58" y="87"/>
                </a:cubicBezTo>
                <a:cubicBezTo>
                  <a:pt x="78" y="100"/>
                  <a:pt x="78" y="100"/>
                  <a:pt x="78" y="100"/>
                </a:cubicBezTo>
                <a:cubicBezTo>
                  <a:pt x="78" y="100"/>
                  <a:pt x="78" y="100"/>
                  <a:pt x="79" y="100"/>
                </a:cubicBezTo>
                <a:cubicBezTo>
                  <a:pt x="80" y="100"/>
                  <a:pt x="81" y="100"/>
                  <a:pt x="81" y="101"/>
                </a:cubicBezTo>
                <a:cubicBezTo>
                  <a:pt x="82" y="101"/>
                  <a:pt x="82" y="101"/>
                  <a:pt x="83" y="102"/>
                </a:cubicBezTo>
                <a:cubicBezTo>
                  <a:pt x="83" y="101"/>
                  <a:pt x="84" y="101"/>
                  <a:pt x="84" y="101"/>
                </a:cubicBezTo>
                <a:cubicBezTo>
                  <a:pt x="85" y="101"/>
                  <a:pt x="85" y="101"/>
                  <a:pt x="86" y="102"/>
                </a:cubicBezTo>
                <a:cubicBezTo>
                  <a:pt x="87" y="103"/>
                  <a:pt x="87" y="103"/>
                  <a:pt x="87" y="103"/>
                </a:cubicBezTo>
                <a:cubicBezTo>
                  <a:pt x="85" y="103"/>
                  <a:pt x="85" y="103"/>
                  <a:pt x="85" y="103"/>
                </a:cubicBezTo>
                <a:cubicBezTo>
                  <a:pt x="84" y="103"/>
                  <a:pt x="84" y="103"/>
                  <a:pt x="84" y="103"/>
                </a:cubicBezTo>
                <a:cubicBezTo>
                  <a:pt x="84" y="103"/>
                  <a:pt x="86" y="104"/>
                  <a:pt x="88" y="104"/>
                </a:cubicBezTo>
                <a:cubicBezTo>
                  <a:pt x="91" y="105"/>
                  <a:pt x="93" y="105"/>
                  <a:pt x="96" y="105"/>
                </a:cubicBezTo>
                <a:cubicBezTo>
                  <a:pt x="98" y="105"/>
                  <a:pt x="100" y="104"/>
                  <a:pt x="101" y="103"/>
                </a:cubicBezTo>
                <a:cubicBezTo>
                  <a:pt x="100" y="102"/>
                  <a:pt x="98" y="101"/>
                  <a:pt x="97" y="100"/>
                </a:cubicBezTo>
                <a:cubicBezTo>
                  <a:pt x="95" y="99"/>
                  <a:pt x="94" y="98"/>
                  <a:pt x="94" y="97"/>
                </a:cubicBezTo>
                <a:cubicBezTo>
                  <a:pt x="94" y="97"/>
                  <a:pt x="94" y="96"/>
                  <a:pt x="94" y="96"/>
                </a:cubicBezTo>
                <a:cubicBezTo>
                  <a:pt x="97" y="96"/>
                  <a:pt x="98" y="97"/>
                  <a:pt x="99" y="99"/>
                </a:cubicBezTo>
                <a:cubicBezTo>
                  <a:pt x="101" y="101"/>
                  <a:pt x="103" y="102"/>
                  <a:pt x="105" y="102"/>
                </a:cubicBezTo>
                <a:cubicBezTo>
                  <a:pt x="105" y="102"/>
                  <a:pt x="106" y="101"/>
                  <a:pt x="108" y="99"/>
                </a:cubicBezTo>
                <a:cubicBezTo>
                  <a:pt x="110" y="97"/>
                  <a:pt x="111" y="95"/>
                  <a:pt x="111" y="94"/>
                </a:cubicBezTo>
                <a:cubicBezTo>
                  <a:pt x="111" y="91"/>
                  <a:pt x="110" y="89"/>
                  <a:pt x="108" y="88"/>
                </a:cubicBezTo>
                <a:cubicBezTo>
                  <a:pt x="106" y="87"/>
                  <a:pt x="106" y="85"/>
                  <a:pt x="106" y="83"/>
                </a:cubicBezTo>
                <a:cubicBezTo>
                  <a:pt x="107" y="85"/>
                  <a:pt x="108" y="86"/>
                  <a:pt x="109" y="88"/>
                </a:cubicBezTo>
                <a:cubicBezTo>
                  <a:pt x="110" y="90"/>
                  <a:pt x="111" y="91"/>
                  <a:pt x="113" y="93"/>
                </a:cubicBezTo>
                <a:cubicBezTo>
                  <a:pt x="113" y="92"/>
                  <a:pt x="113" y="92"/>
                  <a:pt x="113" y="92"/>
                </a:cubicBezTo>
                <a:cubicBezTo>
                  <a:pt x="113" y="91"/>
                  <a:pt x="113" y="91"/>
                  <a:pt x="114" y="91"/>
                </a:cubicBezTo>
                <a:cubicBezTo>
                  <a:pt x="114" y="91"/>
                  <a:pt x="115" y="92"/>
                  <a:pt x="116" y="93"/>
                </a:cubicBezTo>
                <a:cubicBezTo>
                  <a:pt x="115" y="93"/>
                  <a:pt x="115" y="93"/>
                  <a:pt x="114" y="93"/>
                </a:cubicBezTo>
                <a:cubicBezTo>
                  <a:pt x="114" y="93"/>
                  <a:pt x="113" y="93"/>
                  <a:pt x="113" y="93"/>
                </a:cubicBezTo>
                <a:cubicBezTo>
                  <a:pt x="113" y="94"/>
                  <a:pt x="114" y="95"/>
                  <a:pt x="115" y="96"/>
                </a:cubicBezTo>
                <a:cubicBezTo>
                  <a:pt x="116" y="96"/>
                  <a:pt x="117" y="97"/>
                  <a:pt x="118" y="97"/>
                </a:cubicBezTo>
                <a:cubicBezTo>
                  <a:pt x="118" y="97"/>
                  <a:pt x="119" y="96"/>
                  <a:pt x="120" y="95"/>
                </a:cubicBezTo>
                <a:cubicBezTo>
                  <a:pt x="122" y="94"/>
                  <a:pt x="123" y="94"/>
                  <a:pt x="124" y="94"/>
                </a:cubicBezTo>
                <a:cubicBezTo>
                  <a:pt x="124" y="94"/>
                  <a:pt x="125" y="94"/>
                  <a:pt x="125" y="95"/>
                </a:cubicBezTo>
                <a:cubicBezTo>
                  <a:pt x="125" y="95"/>
                  <a:pt x="125" y="95"/>
                  <a:pt x="125" y="95"/>
                </a:cubicBezTo>
                <a:cubicBezTo>
                  <a:pt x="124" y="95"/>
                  <a:pt x="124" y="95"/>
                  <a:pt x="124" y="96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5" y="96"/>
                  <a:pt x="126" y="95"/>
                  <a:pt x="126" y="94"/>
                </a:cubicBezTo>
                <a:cubicBezTo>
                  <a:pt x="125" y="91"/>
                  <a:pt x="125" y="88"/>
                  <a:pt x="124" y="85"/>
                </a:cubicBezTo>
                <a:cubicBezTo>
                  <a:pt x="123" y="82"/>
                  <a:pt x="122" y="79"/>
                  <a:pt x="121" y="76"/>
                </a:cubicBezTo>
                <a:cubicBezTo>
                  <a:pt x="120" y="73"/>
                  <a:pt x="119" y="71"/>
                  <a:pt x="118" y="68"/>
                </a:cubicBezTo>
                <a:cubicBezTo>
                  <a:pt x="117" y="66"/>
                  <a:pt x="117" y="64"/>
                  <a:pt x="117" y="62"/>
                </a:cubicBezTo>
                <a:cubicBezTo>
                  <a:pt x="117" y="61"/>
                  <a:pt x="117" y="61"/>
                  <a:pt x="118" y="61"/>
                </a:cubicBezTo>
                <a:cubicBezTo>
                  <a:pt x="122" y="74"/>
                  <a:pt x="122" y="74"/>
                  <a:pt x="122" y="74"/>
                </a:cubicBezTo>
                <a:cubicBezTo>
                  <a:pt x="123" y="78"/>
                  <a:pt x="124" y="81"/>
                  <a:pt x="125" y="85"/>
                </a:cubicBezTo>
                <a:cubicBezTo>
                  <a:pt x="126" y="88"/>
                  <a:pt x="127" y="91"/>
                  <a:pt x="127" y="92"/>
                </a:cubicBezTo>
                <a:cubicBezTo>
                  <a:pt x="131" y="97"/>
                  <a:pt x="131" y="97"/>
                  <a:pt x="131" y="97"/>
                </a:cubicBezTo>
                <a:cubicBezTo>
                  <a:pt x="131" y="97"/>
                  <a:pt x="131" y="97"/>
                  <a:pt x="131" y="97"/>
                </a:cubicBezTo>
                <a:cubicBezTo>
                  <a:pt x="130" y="97"/>
                  <a:pt x="130" y="97"/>
                  <a:pt x="129" y="97"/>
                </a:cubicBezTo>
                <a:cubicBezTo>
                  <a:pt x="129" y="96"/>
                  <a:pt x="128" y="96"/>
                  <a:pt x="128" y="96"/>
                </a:cubicBezTo>
                <a:cubicBezTo>
                  <a:pt x="127" y="96"/>
                  <a:pt x="127" y="96"/>
                  <a:pt x="127" y="96"/>
                </a:cubicBezTo>
                <a:cubicBezTo>
                  <a:pt x="127" y="97"/>
                  <a:pt x="129" y="97"/>
                  <a:pt x="131" y="98"/>
                </a:cubicBezTo>
                <a:cubicBezTo>
                  <a:pt x="134" y="99"/>
                  <a:pt x="136" y="100"/>
                  <a:pt x="139" y="100"/>
                </a:cubicBezTo>
                <a:cubicBezTo>
                  <a:pt x="141" y="100"/>
                  <a:pt x="143" y="99"/>
                  <a:pt x="144" y="97"/>
                </a:cubicBezTo>
                <a:cubicBezTo>
                  <a:pt x="145" y="95"/>
                  <a:pt x="146" y="92"/>
                  <a:pt x="147" y="90"/>
                </a:cubicBezTo>
                <a:cubicBezTo>
                  <a:pt x="149" y="82"/>
                  <a:pt x="149" y="82"/>
                  <a:pt x="149" y="82"/>
                </a:cubicBezTo>
                <a:cubicBezTo>
                  <a:pt x="149" y="80"/>
                  <a:pt x="150" y="79"/>
                  <a:pt x="151" y="79"/>
                </a:cubicBezTo>
                <a:cubicBezTo>
                  <a:pt x="152" y="79"/>
                  <a:pt x="152" y="80"/>
                  <a:pt x="152" y="80"/>
                </a:cubicBezTo>
                <a:cubicBezTo>
                  <a:pt x="152" y="82"/>
                  <a:pt x="151" y="83"/>
                  <a:pt x="151" y="83"/>
                </a:cubicBezTo>
                <a:cubicBezTo>
                  <a:pt x="150" y="84"/>
                  <a:pt x="149" y="85"/>
                  <a:pt x="149" y="86"/>
                </a:cubicBezTo>
                <a:cubicBezTo>
                  <a:pt x="149" y="86"/>
                  <a:pt x="149" y="87"/>
                  <a:pt x="150" y="87"/>
                </a:cubicBezTo>
                <a:cubicBezTo>
                  <a:pt x="150" y="87"/>
                  <a:pt x="150" y="88"/>
                  <a:pt x="150" y="88"/>
                </a:cubicBezTo>
                <a:cubicBezTo>
                  <a:pt x="150" y="88"/>
                  <a:pt x="149" y="90"/>
                  <a:pt x="148" y="92"/>
                </a:cubicBezTo>
                <a:cubicBezTo>
                  <a:pt x="147" y="94"/>
                  <a:pt x="147" y="96"/>
                  <a:pt x="147" y="97"/>
                </a:cubicBezTo>
                <a:cubicBezTo>
                  <a:pt x="147" y="99"/>
                  <a:pt x="148" y="101"/>
                  <a:pt x="149" y="102"/>
                </a:cubicBezTo>
                <a:cubicBezTo>
                  <a:pt x="151" y="103"/>
                  <a:pt x="153" y="103"/>
                  <a:pt x="154" y="104"/>
                </a:cubicBezTo>
                <a:cubicBezTo>
                  <a:pt x="159" y="102"/>
                  <a:pt x="159" y="102"/>
                  <a:pt x="159" y="102"/>
                </a:cubicBezTo>
                <a:cubicBezTo>
                  <a:pt x="160" y="100"/>
                  <a:pt x="162" y="96"/>
                  <a:pt x="166" y="91"/>
                </a:cubicBezTo>
                <a:cubicBezTo>
                  <a:pt x="170" y="85"/>
                  <a:pt x="175" y="79"/>
                  <a:pt x="180" y="71"/>
                </a:cubicBezTo>
                <a:cubicBezTo>
                  <a:pt x="186" y="63"/>
                  <a:pt x="192" y="55"/>
                  <a:pt x="198" y="47"/>
                </a:cubicBezTo>
                <a:cubicBezTo>
                  <a:pt x="204" y="39"/>
                  <a:pt x="209" y="31"/>
                  <a:pt x="214" y="24"/>
                </a:cubicBezTo>
                <a:cubicBezTo>
                  <a:pt x="219" y="17"/>
                  <a:pt x="224" y="12"/>
                  <a:pt x="227" y="7"/>
                </a:cubicBezTo>
                <a:cubicBezTo>
                  <a:pt x="230" y="2"/>
                  <a:pt x="231" y="0"/>
                  <a:pt x="231" y="0"/>
                </a:cubicBezTo>
                <a:cubicBezTo>
                  <a:pt x="232" y="0"/>
                  <a:pt x="233" y="1"/>
                  <a:pt x="233" y="1"/>
                </a:cubicBezTo>
                <a:cubicBezTo>
                  <a:pt x="232" y="4"/>
                  <a:pt x="232" y="6"/>
                  <a:pt x="231" y="7"/>
                </a:cubicBezTo>
                <a:cubicBezTo>
                  <a:pt x="230" y="7"/>
                  <a:pt x="229" y="9"/>
                  <a:pt x="227" y="11"/>
                </a:cubicBezTo>
                <a:cubicBezTo>
                  <a:pt x="226" y="13"/>
                  <a:pt x="224" y="16"/>
                  <a:pt x="221" y="20"/>
                </a:cubicBezTo>
                <a:cubicBezTo>
                  <a:pt x="218" y="25"/>
                  <a:pt x="214" y="30"/>
                  <a:pt x="209" y="36"/>
                </a:cubicBezTo>
                <a:cubicBezTo>
                  <a:pt x="205" y="43"/>
                  <a:pt x="200" y="49"/>
                  <a:pt x="195" y="57"/>
                </a:cubicBezTo>
                <a:cubicBezTo>
                  <a:pt x="180" y="77"/>
                  <a:pt x="180" y="77"/>
                  <a:pt x="180" y="77"/>
                </a:cubicBezTo>
                <a:cubicBezTo>
                  <a:pt x="175" y="84"/>
                  <a:pt x="171" y="90"/>
                  <a:pt x="167" y="95"/>
                </a:cubicBezTo>
                <a:cubicBezTo>
                  <a:pt x="164" y="100"/>
                  <a:pt x="161" y="104"/>
                  <a:pt x="160" y="106"/>
                </a:cubicBezTo>
                <a:cubicBezTo>
                  <a:pt x="160" y="107"/>
                  <a:pt x="161" y="108"/>
                  <a:pt x="161" y="108"/>
                </a:cubicBezTo>
                <a:cubicBezTo>
                  <a:pt x="162" y="109"/>
                  <a:pt x="163" y="109"/>
                  <a:pt x="163" y="110"/>
                </a:cubicBezTo>
                <a:cubicBezTo>
                  <a:pt x="166" y="111"/>
                  <a:pt x="166" y="111"/>
                  <a:pt x="166" y="111"/>
                </a:cubicBezTo>
                <a:cubicBezTo>
                  <a:pt x="166" y="112"/>
                  <a:pt x="165" y="112"/>
                  <a:pt x="165" y="112"/>
                </a:cubicBezTo>
                <a:cubicBezTo>
                  <a:pt x="165" y="113"/>
                  <a:pt x="164" y="113"/>
                  <a:pt x="164" y="113"/>
                </a:cubicBezTo>
                <a:cubicBezTo>
                  <a:pt x="165" y="115"/>
                  <a:pt x="166" y="118"/>
                  <a:pt x="167" y="121"/>
                </a:cubicBezTo>
                <a:cubicBezTo>
                  <a:pt x="167" y="125"/>
                  <a:pt x="168" y="127"/>
                  <a:pt x="168" y="128"/>
                </a:cubicBezTo>
                <a:cubicBezTo>
                  <a:pt x="168" y="130"/>
                  <a:pt x="167" y="131"/>
                  <a:pt x="167" y="132"/>
                </a:cubicBezTo>
                <a:cubicBezTo>
                  <a:pt x="166" y="134"/>
                  <a:pt x="166" y="134"/>
                  <a:pt x="166" y="135"/>
                </a:cubicBezTo>
                <a:cubicBezTo>
                  <a:pt x="166" y="135"/>
                  <a:pt x="166" y="135"/>
                  <a:pt x="166" y="135"/>
                </a:cubicBezTo>
                <a:cubicBezTo>
                  <a:pt x="166" y="135"/>
                  <a:pt x="167" y="135"/>
                  <a:pt x="169" y="134"/>
                </a:cubicBezTo>
                <a:cubicBezTo>
                  <a:pt x="170" y="133"/>
                  <a:pt x="171" y="132"/>
                  <a:pt x="173" y="131"/>
                </a:cubicBezTo>
                <a:cubicBezTo>
                  <a:pt x="177" y="127"/>
                  <a:pt x="177" y="127"/>
                  <a:pt x="177" y="127"/>
                </a:cubicBezTo>
                <a:cubicBezTo>
                  <a:pt x="179" y="126"/>
                  <a:pt x="180" y="125"/>
                  <a:pt x="180" y="125"/>
                </a:cubicBezTo>
                <a:cubicBezTo>
                  <a:pt x="180" y="125"/>
                  <a:pt x="179" y="126"/>
                  <a:pt x="178" y="126"/>
                </a:cubicBezTo>
                <a:cubicBezTo>
                  <a:pt x="177" y="127"/>
                  <a:pt x="177" y="128"/>
                  <a:pt x="177" y="129"/>
                </a:cubicBezTo>
                <a:cubicBezTo>
                  <a:pt x="177" y="130"/>
                  <a:pt x="177" y="130"/>
                  <a:pt x="177" y="130"/>
                </a:cubicBezTo>
                <a:cubicBezTo>
                  <a:pt x="175" y="131"/>
                  <a:pt x="173" y="132"/>
                  <a:pt x="170" y="134"/>
                </a:cubicBezTo>
                <a:cubicBezTo>
                  <a:pt x="167" y="136"/>
                  <a:pt x="165" y="138"/>
                  <a:pt x="165" y="141"/>
                </a:cubicBezTo>
                <a:cubicBezTo>
                  <a:pt x="165" y="141"/>
                  <a:pt x="165" y="141"/>
                  <a:pt x="166" y="142"/>
                </a:cubicBezTo>
                <a:cubicBezTo>
                  <a:pt x="164" y="142"/>
                  <a:pt x="163" y="142"/>
                  <a:pt x="163" y="143"/>
                </a:cubicBezTo>
                <a:cubicBezTo>
                  <a:pt x="163" y="143"/>
                  <a:pt x="164" y="145"/>
                  <a:pt x="166" y="146"/>
                </a:cubicBezTo>
                <a:cubicBezTo>
                  <a:pt x="169" y="148"/>
                  <a:pt x="170" y="150"/>
                  <a:pt x="172" y="152"/>
                </a:cubicBezTo>
                <a:close/>
                <a:moveTo>
                  <a:pt x="144" y="187"/>
                </a:moveTo>
                <a:cubicBezTo>
                  <a:pt x="144" y="186"/>
                  <a:pt x="144" y="186"/>
                  <a:pt x="145" y="186"/>
                </a:cubicBezTo>
                <a:cubicBezTo>
                  <a:pt x="147" y="186"/>
                  <a:pt x="147" y="187"/>
                  <a:pt x="147" y="189"/>
                </a:cubicBezTo>
                <a:cubicBezTo>
                  <a:pt x="147" y="191"/>
                  <a:pt x="146" y="192"/>
                  <a:pt x="144" y="192"/>
                </a:cubicBezTo>
                <a:cubicBezTo>
                  <a:pt x="143" y="192"/>
                  <a:pt x="142" y="191"/>
                  <a:pt x="142" y="189"/>
                </a:cubicBezTo>
                <a:cubicBezTo>
                  <a:pt x="142" y="189"/>
                  <a:pt x="143" y="188"/>
                  <a:pt x="144" y="187"/>
                </a:cubicBezTo>
                <a:close/>
                <a:moveTo>
                  <a:pt x="153" y="199"/>
                </a:moveTo>
                <a:cubicBezTo>
                  <a:pt x="153" y="198"/>
                  <a:pt x="154" y="198"/>
                  <a:pt x="155" y="198"/>
                </a:cubicBezTo>
                <a:cubicBezTo>
                  <a:pt x="155" y="201"/>
                  <a:pt x="155" y="201"/>
                  <a:pt x="155" y="201"/>
                </a:cubicBezTo>
                <a:cubicBezTo>
                  <a:pt x="154" y="201"/>
                  <a:pt x="154" y="201"/>
                  <a:pt x="154" y="201"/>
                </a:cubicBezTo>
                <a:cubicBezTo>
                  <a:pt x="154" y="201"/>
                  <a:pt x="153" y="200"/>
                  <a:pt x="153" y="199"/>
                </a:cubicBezTo>
                <a:close/>
                <a:moveTo>
                  <a:pt x="52" y="116"/>
                </a:moveTo>
                <a:cubicBezTo>
                  <a:pt x="52" y="116"/>
                  <a:pt x="53" y="117"/>
                  <a:pt x="53" y="117"/>
                </a:cubicBezTo>
                <a:cubicBezTo>
                  <a:pt x="52" y="117"/>
                  <a:pt x="52" y="117"/>
                  <a:pt x="52" y="117"/>
                </a:cubicBezTo>
                <a:cubicBezTo>
                  <a:pt x="51" y="117"/>
                  <a:pt x="50" y="117"/>
                  <a:pt x="49" y="117"/>
                </a:cubicBezTo>
                <a:cubicBezTo>
                  <a:pt x="48" y="117"/>
                  <a:pt x="47" y="116"/>
                  <a:pt x="46" y="116"/>
                </a:cubicBezTo>
                <a:cubicBezTo>
                  <a:pt x="48" y="116"/>
                  <a:pt x="50" y="116"/>
                  <a:pt x="52" y="11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43548" tIns="21773" rIns="43548" bIns="21773" anchor="t"/>
          <a:lstStyle/>
          <a:p>
            <a:endParaRPr sz="855"/>
          </a:p>
        </p:txBody>
      </p:sp>
      <p:sp>
        <p:nvSpPr>
          <p:cNvPr id="16" name="Freeform 77"/>
          <p:cNvSpPr>
            <a:spLocks noGrp="1"/>
          </p:cNvSpPr>
          <p:nvPr/>
        </p:nvSpPr>
        <p:spPr>
          <a:xfrm>
            <a:off x="939115" y="4206662"/>
            <a:ext cx="805362" cy="1155281"/>
          </a:xfrm>
          <a:custGeom>
            <a:avLst/>
            <a:gdLst>
              <a:gd name="T0" fmla="*/ 29 w 100"/>
              <a:gd name="T1" fmla="*/ 129 h 143"/>
              <a:gd name="T2" fmla="*/ 28 w 100"/>
              <a:gd name="T3" fmla="*/ 131 h 143"/>
              <a:gd name="T4" fmla="*/ 92 w 100"/>
              <a:gd name="T5" fmla="*/ 67 h 143"/>
              <a:gd name="T6" fmla="*/ 99 w 100"/>
              <a:gd name="T7" fmla="*/ 74 h 143"/>
              <a:gd name="T8" fmla="*/ 95 w 100"/>
              <a:gd name="T9" fmla="*/ 86 h 143"/>
              <a:gd name="T10" fmla="*/ 95 w 100"/>
              <a:gd name="T11" fmla="*/ 99 h 143"/>
              <a:gd name="T12" fmla="*/ 93 w 100"/>
              <a:gd name="T13" fmla="*/ 105 h 143"/>
              <a:gd name="T14" fmla="*/ 88 w 100"/>
              <a:gd name="T15" fmla="*/ 106 h 143"/>
              <a:gd name="T16" fmla="*/ 86 w 100"/>
              <a:gd name="T17" fmla="*/ 113 h 143"/>
              <a:gd name="T18" fmla="*/ 78 w 100"/>
              <a:gd name="T19" fmla="*/ 120 h 143"/>
              <a:gd name="T20" fmla="*/ 79 w 100"/>
              <a:gd name="T21" fmla="*/ 127 h 143"/>
              <a:gd name="T22" fmla="*/ 85 w 100"/>
              <a:gd name="T23" fmla="*/ 132 h 143"/>
              <a:gd name="T24" fmla="*/ 78 w 100"/>
              <a:gd name="T25" fmla="*/ 132 h 143"/>
              <a:gd name="T26" fmla="*/ 73 w 100"/>
              <a:gd name="T27" fmla="*/ 137 h 143"/>
              <a:gd name="T28" fmla="*/ 68 w 100"/>
              <a:gd name="T29" fmla="*/ 143 h 143"/>
              <a:gd name="T30" fmla="*/ 59 w 100"/>
              <a:gd name="T31" fmla="*/ 141 h 143"/>
              <a:gd name="T32" fmla="*/ 56 w 100"/>
              <a:gd name="T33" fmla="*/ 139 h 143"/>
              <a:gd name="T34" fmla="*/ 49 w 100"/>
              <a:gd name="T35" fmla="*/ 131 h 143"/>
              <a:gd name="T36" fmla="*/ 44 w 100"/>
              <a:gd name="T37" fmla="*/ 128 h 143"/>
              <a:gd name="T38" fmla="*/ 42 w 100"/>
              <a:gd name="T39" fmla="*/ 132 h 143"/>
              <a:gd name="T40" fmla="*/ 37 w 100"/>
              <a:gd name="T41" fmla="*/ 123 h 143"/>
              <a:gd name="T42" fmla="*/ 31 w 100"/>
              <a:gd name="T43" fmla="*/ 127 h 143"/>
              <a:gd name="T44" fmla="*/ 31 w 100"/>
              <a:gd name="T45" fmla="*/ 125 h 143"/>
              <a:gd name="T46" fmla="*/ 21 w 100"/>
              <a:gd name="T47" fmla="*/ 115 h 143"/>
              <a:gd name="T48" fmla="*/ 19 w 100"/>
              <a:gd name="T49" fmla="*/ 103 h 143"/>
              <a:gd name="T50" fmla="*/ 13 w 100"/>
              <a:gd name="T51" fmla="*/ 88 h 143"/>
              <a:gd name="T52" fmla="*/ 15 w 100"/>
              <a:gd name="T53" fmla="*/ 81 h 143"/>
              <a:gd name="T54" fmla="*/ 18 w 100"/>
              <a:gd name="T55" fmla="*/ 68 h 143"/>
              <a:gd name="T56" fmla="*/ 22 w 100"/>
              <a:gd name="T57" fmla="*/ 58 h 143"/>
              <a:gd name="T58" fmla="*/ 28 w 100"/>
              <a:gd name="T59" fmla="*/ 52 h 143"/>
              <a:gd name="T60" fmla="*/ 33 w 100"/>
              <a:gd name="T61" fmla="*/ 52 h 143"/>
              <a:gd name="T62" fmla="*/ 35 w 100"/>
              <a:gd name="T63" fmla="*/ 43 h 143"/>
              <a:gd name="T64" fmla="*/ 37 w 100"/>
              <a:gd name="T65" fmla="*/ 42 h 143"/>
              <a:gd name="T66" fmla="*/ 48 w 100"/>
              <a:gd name="T67" fmla="*/ 44 h 143"/>
              <a:gd name="T68" fmla="*/ 55 w 100"/>
              <a:gd name="T69" fmla="*/ 40 h 143"/>
              <a:gd name="T70" fmla="*/ 58 w 100"/>
              <a:gd name="T71" fmla="*/ 43 h 143"/>
              <a:gd name="T72" fmla="*/ 70 w 100"/>
              <a:gd name="T73" fmla="*/ 46 h 143"/>
              <a:gd name="T74" fmla="*/ 79 w 100"/>
              <a:gd name="T75" fmla="*/ 46 h 143"/>
              <a:gd name="T76" fmla="*/ 81 w 100"/>
              <a:gd name="T77" fmla="*/ 54 h 143"/>
              <a:gd name="T78" fmla="*/ 85 w 100"/>
              <a:gd name="T79" fmla="*/ 57 h 143"/>
              <a:gd name="T80" fmla="*/ 89 w 100"/>
              <a:gd name="T81" fmla="*/ 58 h 143"/>
              <a:gd name="T82" fmla="*/ 94 w 100"/>
              <a:gd name="T83" fmla="*/ 63 h 143"/>
              <a:gd name="T84" fmla="*/ 94 w 100"/>
              <a:gd name="T85" fmla="*/ 65 h 143"/>
              <a:gd name="T86" fmla="*/ 7 w 100"/>
              <a:gd name="T87" fmla="*/ 69 h 143"/>
              <a:gd name="T88" fmla="*/ 10 w 100"/>
              <a:gd name="T89" fmla="*/ 69 h 143"/>
              <a:gd name="T90" fmla="*/ 42 w 100"/>
              <a:gd name="T91" fmla="*/ 138 h 143"/>
              <a:gd name="T92" fmla="*/ 31 w 100"/>
              <a:gd name="T93" fmla="*/ 29 h 143"/>
              <a:gd name="T94" fmla="*/ 40 w 100"/>
              <a:gd name="T95" fmla="*/ 2 h 143"/>
              <a:gd name="T96" fmla="*/ 47 w 100"/>
              <a:gd name="T97" fmla="*/ 15 h 143"/>
              <a:gd name="T98" fmla="*/ 65 w 100"/>
              <a:gd name="T99" fmla="*/ 0 h 143"/>
              <a:gd name="T100" fmla="*/ 71 w 100"/>
              <a:gd name="T101" fmla="*/ 4 h 143"/>
              <a:gd name="T102" fmla="*/ 52 w 100"/>
              <a:gd name="T103" fmla="*/ 15 h 143"/>
              <a:gd name="T104" fmla="*/ 34 w 100"/>
              <a:gd name="T105" fmla="*/ 35 h 143"/>
              <a:gd name="T106" fmla="*/ 19 w 100"/>
              <a:gd name="T107" fmla="*/ 59 h 143"/>
              <a:gd name="T108" fmla="*/ 7 w 100"/>
              <a:gd name="T109" fmla="*/ 100 h 143"/>
              <a:gd name="T110" fmla="*/ 26 w 100"/>
              <a:gd name="T111" fmla="*/ 13 h 143"/>
            </a:gdLst>
            <a:ahLst/>
            <a:cxnLst/>
            <a:rect l="0" t="0" r="r" b="b"/>
            <a:pathLst>
              <a:path w="100" h="143">
                <a:moveTo>
                  <a:pt x="28" y="131"/>
                </a:moveTo>
                <a:cubicBezTo>
                  <a:pt x="29" y="131"/>
                  <a:pt x="29" y="131"/>
                  <a:pt x="29" y="131"/>
                </a:cubicBezTo>
                <a:cubicBezTo>
                  <a:pt x="29" y="131"/>
                  <a:pt x="28" y="131"/>
                  <a:pt x="29" y="131"/>
                </a:cubicBezTo>
                <a:cubicBezTo>
                  <a:pt x="29" y="131"/>
                  <a:pt x="29" y="131"/>
                  <a:pt x="28" y="131"/>
                </a:cubicBezTo>
                <a:close/>
                <a:moveTo>
                  <a:pt x="29" y="129"/>
                </a:moveTo>
                <a:cubicBezTo>
                  <a:pt x="30" y="130"/>
                  <a:pt x="30" y="130"/>
                  <a:pt x="30" y="130"/>
                </a:cubicBezTo>
                <a:cubicBezTo>
                  <a:pt x="29" y="130"/>
                  <a:pt x="29" y="129"/>
                  <a:pt x="29" y="129"/>
                </a:cubicBezTo>
                <a:cubicBezTo>
                  <a:pt x="29" y="129"/>
                  <a:pt x="29" y="129"/>
                  <a:pt x="29" y="129"/>
                </a:cubicBezTo>
                <a:close/>
                <a:moveTo>
                  <a:pt x="28" y="131"/>
                </a:moveTo>
                <a:cubicBezTo>
                  <a:pt x="28" y="133"/>
                  <a:pt x="28" y="133"/>
                  <a:pt x="28" y="133"/>
                </a:cubicBezTo>
                <a:cubicBezTo>
                  <a:pt x="28" y="133"/>
                  <a:pt x="28" y="133"/>
                  <a:pt x="28" y="133"/>
                </a:cubicBezTo>
                <a:cubicBezTo>
                  <a:pt x="27" y="133"/>
                  <a:pt x="27" y="133"/>
                  <a:pt x="27" y="134"/>
                </a:cubicBezTo>
                <a:cubicBezTo>
                  <a:pt x="27" y="133"/>
                  <a:pt x="27" y="133"/>
                  <a:pt x="27" y="133"/>
                </a:cubicBezTo>
                <a:lnTo>
                  <a:pt x="28" y="131"/>
                </a:lnTo>
                <a:close/>
                <a:moveTo>
                  <a:pt x="45" y="126"/>
                </a:moveTo>
                <a:cubicBezTo>
                  <a:pt x="45" y="126"/>
                  <a:pt x="46" y="126"/>
                  <a:pt x="46" y="126"/>
                </a:cubicBezTo>
                <a:cubicBezTo>
                  <a:pt x="46" y="125"/>
                  <a:pt x="46" y="125"/>
                  <a:pt x="46" y="125"/>
                </a:cubicBezTo>
                <a:cubicBezTo>
                  <a:pt x="45" y="125"/>
                  <a:pt x="45" y="126"/>
                  <a:pt x="45" y="127"/>
                </a:cubicBezTo>
                <a:lnTo>
                  <a:pt x="45" y="126"/>
                </a:lnTo>
                <a:close/>
                <a:moveTo>
                  <a:pt x="93" y="67"/>
                </a:moveTo>
                <a:cubicBezTo>
                  <a:pt x="92" y="67"/>
                  <a:pt x="92" y="67"/>
                  <a:pt x="92" y="67"/>
                </a:cubicBezTo>
                <a:cubicBezTo>
                  <a:pt x="92" y="68"/>
                  <a:pt x="92" y="68"/>
                  <a:pt x="92" y="68"/>
                </a:cubicBezTo>
                <a:cubicBezTo>
                  <a:pt x="92" y="68"/>
                  <a:pt x="93" y="69"/>
                  <a:pt x="93" y="70"/>
                </a:cubicBezTo>
                <a:cubicBezTo>
                  <a:pt x="93" y="71"/>
                  <a:pt x="94" y="72"/>
                  <a:pt x="95" y="72"/>
                </a:cubicBezTo>
                <a:cubicBezTo>
                  <a:pt x="95" y="72"/>
                  <a:pt x="95" y="72"/>
                  <a:pt x="95" y="72"/>
                </a:cubicBezTo>
                <a:cubicBezTo>
                  <a:pt x="95" y="72"/>
                  <a:pt x="96" y="72"/>
                  <a:pt x="97" y="72"/>
                </a:cubicBezTo>
                <a:cubicBezTo>
                  <a:pt x="98" y="72"/>
                  <a:pt x="98" y="72"/>
                  <a:pt x="99" y="72"/>
                </a:cubicBezTo>
                <a:cubicBezTo>
                  <a:pt x="99" y="74"/>
                  <a:pt x="99" y="74"/>
                  <a:pt x="99" y="74"/>
                </a:cubicBezTo>
                <a:cubicBezTo>
                  <a:pt x="96" y="74"/>
                  <a:pt x="95" y="75"/>
                  <a:pt x="94" y="77"/>
                </a:cubicBezTo>
                <a:cubicBezTo>
                  <a:pt x="95" y="77"/>
                  <a:pt x="96" y="77"/>
                  <a:pt x="96" y="78"/>
                </a:cubicBezTo>
                <a:cubicBezTo>
                  <a:pt x="96" y="78"/>
                  <a:pt x="96" y="78"/>
                  <a:pt x="97" y="79"/>
                </a:cubicBezTo>
                <a:cubicBezTo>
                  <a:pt x="97" y="79"/>
                  <a:pt x="97" y="80"/>
                  <a:pt x="96" y="80"/>
                </a:cubicBezTo>
                <a:cubicBezTo>
                  <a:pt x="96" y="81"/>
                  <a:pt x="95" y="81"/>
                  <a:pt x="95" y="82"/>
                </a:cubicBezTo>
                <a:cubicBezTo>
                  <a:pt x="95" y="86"/>
                  <a:pt x="95" y="86"/>
                  <a:pt x="95" y="86"/>
                </a:cubicBezTo>
                <a:cubicBezTo>
                  <a:pt x="95" y="86"/>
                  <a:pt x="95" y="86"/>
                  <a:pt x="95" y="86"/>
                </a:cubicBezTo>
                <a:cubicBezTo>
                  <a:pt x="99" y="87"/>
                  <a:pt x="99" y="87"/>
                  <a:pt x="99" y="87"/>
                </a:cubicBezTo>
                <a:cubicBezTo>
                  <a:pt x="99" y="90"/>
                  <a:pt x="99" y="90"/>
                  <a:pt x="99" y="90"/>
                </a:cubicBezTo>
                <a:cubicBezTo>
                  <a:pt x="95" y="91"/>
                  <a:pt x="95" y="91"/>
                  <a:pt x="95" y="91"/>
                </a:cubicBezTo>
                <a:cubicBezTo>
                  <a:pt x="94" y="91"/>
                  <a:pt x="94" y="92"/>
                  <a:pt x="94" y="95"/>
                </a:cubicBezTo>
                <a:cubicBezTo>
                  <a:pt x="94" y="95"/>
                  <a:pt x="95" y="96"/>
                  <a:pt x="95" y="96"/>
                </a:cubicBezTo>
                <a:cubicBezTo>
                  <a:pt x="96" y="97"/>
                  <a:pt x="96" y="97"/>
                  <a:pt x="96" y="97"/>
                </a:cubicBezTo>
                <a:cubicBezTo>
                  <a:pt x="96" y="98"/>
                  <a:pt x="95" y="99"/>
                  <a:pt x="95" y="99"/>
                </a:cubicBezTo>
                <a:cubicBezTo>
                  <a:pt x="93" y="99"/>
                  <a:pt x="93" y="99"/>
                  <a:pt x="93" y="99"/>
                </a:cubicBezTo>
                <a:cubicBezTo>
                  <a:pt x="93" y="99"/>
                  <a:pt x="93" y="99"/>
                  <a:pt x="93" y="99"/>
                </a:cubicBezTo>
                <a:cubicBezTo>
                  <a:pt x="92" y="99"/>
                  <a:pt x="91" y="100"/>
                  <a:pt x="91" y="101"/>
                </a:cubicBezTo>
                <a:cubicBezTo>
                  <a:pt x="91" y="101"/>
                  <a:pt x="91" y="101"/>
                  <a:pt x="91" y="101"/>
                </a:cubicBezTo>
                <a:cubicBezTo>
                  <a:pt x="91" y="103"/>
                  <a:pt x="90" y="104"/>
                  <a:pt x="90" y="105"/>
                </a:cubicBezTo>
                <a:cubicBezTo>
                  <a:pt x="92" y="105"/>
                  <a:pt x="92" y="105"/>
                  <a:pt x="92" y="105"/>
                </a:cubicBezTo>
                <a:cubicBezTo>
                  <a:pt x="92" y="105"/>
                  <a:pt x="93" y="105"/>
                  <a:pt x="93" y="105"/>
                </a:cubicBezTo>
                <a:cubicBezTo>
                  <a:pt x="94" y="106"/>
                  <a:pt x="94" y="106"/>
                  <a:pt x="94" y="108"/>
                </a:cubicBezTo>
                <a:cubicBezTo>
                  <a:pt x="94" y="108"/>
                  <a:pt x="94" y="108"/>
                  <a:pt x="93" y="108"/>
                </a:cubicBezTo>
                <a:cubicBezTo>
                  <a:pt x="93" y="108"/>
                  <a:pt x="93" y="108"/>
                  <a:pt x="93" y="108"/>
                </a:cubicBezTo>
                <a:cubicBezTo>
                  <a:pt x="93" y="108"/>
                  <a:pt x="93" y="108"/>
                  <a:pt x="93" y="108"/>
                </a:cubicBezTo>
                <a:cubicBezTo>
                  <a:pt x="92" y="107"/>
                  <a:pt x="91" y="107"/>
                  <a:pt x="90" y="107"/>
                </a:cubicBezTo>
                <a:cubicBezTo>
                  <a:pt x="90" y="107"/>
                  <a:pt x="89" y="106"/>
                  <a:pt x="88" y="106"/>
                </a:cubicBezTo>
                <a:cubicBezTo>
                  <a:pt x="88" y="106"/>
                  <a:pt x="88" y="106"/>
                  <a:pt x="88" y="106"/>
                </a:cubicBezTo>
                <a:cubicBezTo>
                  <a:pt x="87" y="107"/>
                  <a:pt x="86" y="108"/>
                  <a:pt x="86" y="110"/>
                </a:cubicBezTo>
                <a:cubicBezTo>
                  <a:pt x="86" y="110"/>
                  <a:pt x="86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7" y="111"/>
                  <a:pt x="87" y="111"/>
                  <a:pt x="87" y="111"/>
                </a:cubicBezTo>
                <a:cubicBezTo>
                  <a:pt x="87" y="111"/>
                  <a:pt x="87" y="111"/>
                  <a:pt x="87" y="111"/>
                </a:cubicBezTo>
                <a:cubicBezTo>
                  <a:pt x="87" y="111"/>
                  <a:pt x="86" y="112"/>
                  <a:pt x="86" y="112"/>
                </a:cubicBezTo>
                <a:cubicBezTo>
                  <a:pt x="86" y="112"/>
                  <a:pt x="86" y="112"/>
                  <a:pt x="86" y="113"/>
                </a:cubicBezTo>
                <a:cubicBezTo>
                  <a:pt x="84" y="113"/>
                  <a:pt x="84" y="113"/>
                  <a:pt x="84" y="113"/>
                </a:cubicBezTo>
                <a:cubicBezTo>
                  <a:pt x="83" y="113"/>
                  <a:pt x="83" y="113"/>
                  <a:pt x="82" y="114"/>
                </a:cubicBezTo>
                <a:cubicBezTo>
                  <a:pt x="82" y="115"/>
                  <a:pt x="82" y="116"/>
                  <a:pt x="83" y="117"/>
                </a:cubicBezTo>
                <a:cubicBezTo>
                  <a:pt x="83" y="118"/>
                  <a:pt x="83" y="119"/>
                  <a:pt x="83" y="120"/>
                </a:cubicBezTo>
                <a:cubicBezTo>
                  <a:pt x="82" y="120"/>
                  <a:pt x="82" y="120"/>
                  <a:pt x="82" y="121"/>
                </a:cubicBezTo>
                <a:cubicBezTo>
                  <a:pt x="80" y="121"/>
                  <a:pt x="80" y="121"/>
                  <a:pt x="80" y="121"/>
                </a:cubicBezTo>
                <a:cubicBezTo>
                  <a:pt x="80" y="120"/>
                  <a:pt x="79" y="120"/>
                  <a:pt x="78" y="120"/>
                </a:cubicBezTo>
                <a:cubicBezTo>
                  <a:pt x="78" y="121"/>
                  <a:pt x="78" y="121"/>
                  <a:pt x="78" y="121"/>
                </a:cubicBezTo>
                <a:cubicBezTo>
                  <a:pt x="79" y="121"/>
                  <a:pt x="79" y="122"/>
                  <a:pt x="80" y="122"/>
                </a:cubicBezTo>
                <a:cubicBezTo>
                  <a:pt x="80" y="123"/>
                  <a:pt x="80" y="123"/>
                  <a:pt x="80" y="123"/>
                </a:cubicBezTo>
                <a:cubicBezTo>
                  <a:pt x="79" y="123"/>
                  <a:pt x="79" y="123"/>
                  <a:pt x="79" y="123"/>
                </a:cubicBezTo>
                <a:cubicBezTo>
                  <a:pt x="79" y="123"/>
                  <a:pt x="79" y="124"/>
                  <a:pt x="79" y="124"/>
                </a:cubicBezTo>
                <a:cubicBezTo>
                  <a:pt x="78" y="125"/>
                  <a:pt x="78" y="126"/>
                  <a:pt x="78" y="126"/>
                </a:cubicBezTo>
                <a:cubicBezTo>
                  <a:pt x="78" y="126"/>
                  <a:pt x="78" y="127"/>
                  <a:pt x="79" y="127"/>
                </a:cubicBezTo>
                <a:cubicBezTo>
                  <a:pt x="79" y="127"/>
                  <a:pt x="79" y="127"/>
                  <a:pt x="79" y="128"/>
                </a:cubicBezTo>
                <a:cubicBezTo>
                  <a:pt x="79" y="128"/>
                  <a:pt x="79" y="128"/>
                  <a:pt x="79" y="128"/>
                </a:cubicBezTo>
                <a:cubicBezTo>
                  <a:pt x="79" y="129"/>
                  <a:pt x="79" y="129"/>
                  <a:pt x="79" y="130"/>
                </a:cubicBezTo>
                <a:cubicBezTo>
                  <a:pt x="79" y="130"/>
                  <a:pt x="79" y="130"/>
                  <a:pt x="79" y="130"/>
                </a:cubicBezTo>
                <a:cubicBezTo>
                  <a:pt x="80" y="130"/>
                  <a:pt x="81" y="130"/>
                  <a:pt x="81" y="131"/>
                </a:cubicBezTo>
                <a:cubicBezTo>
                  <a:pt x="81" y="131"/>
                  <a:pt x="81" y="131"/>
                  <a:pt x="81" y="131"/>
                </a:cubicBezTo>
                <a:cubicBezTo>
                  <a:pt x="85" y="132"/>
                  <a:pt x="85" y="132"/>
                  <a:pt x="85" y="132"/>
                </a:cubicBezTo>
                <a:cubicBezTo>
                  <a:pt x="87" y="132"/>
                  <a:pt x="89" y="132"/>
                  <a:pt x="90" y="133"/>
                </a:cubicBezTo>
                <a:cubicBezTo>
                  <a:pt x="90" y="133"/>
                  <a:pt x="90" y="133"/>
                  <a:pt x="90" y="133"/>
                </a:cubicBezTo>
                <a:cubicBezTo>
                  <a:pt x="88" y="133"/>
                  <a:pt x="88" y="133"/>
                  <a:pt x="88" y="133"/>
                </a:cubicBezTo>
                <a:cubicBezTo>
                  <a:pt x="88" y="133"/>
                  <a:pt x="86" y="133"/>
                  <a:pt x="84" y="132"/>
                </a:cubicBezTo>
                <a:cubicBezTo>
                  <a:pt x="81" y="132"/>
                  <a:pt x="79" y="131"/>
                  <a:pt x="79" y="131"/>
                </a:cubicBezTo>
                <a:cubicBezTo>
                  <a:pt x="79" y="132"/>
                  <a:pt x="79" y="132"/>
                  <a:pt x="79" y="132"/>
                </a:cubicBezTo>
                <a:cubicBezTo>
                  <a:pt x="78" y="132"/>
                  <a:pt x="78" y="132"/>
                  <a:pt x="78" y="132"/>
                </a:cubicBezTo>
                <a:cubicBezTo>
                  <a:pt x="77" y="133"/>
                  <a:pt x="77" y="133"/>
                  <a:pt x="76" y="134"/>
                </a:cubicBezTo>
                <a:cubicBezTo>
                  <a:pt x="76" y="134"/>
                  <a:pt x="76" y="135"/>
                  <a:pt x="76" y="136"/>
                </a:cubicBezTo>
                <a:cubicBezTo>
                  <a:pt x="76" y="136"/>
                  <a:pt x="77" y="137"/>
                  <a:pt x="77" y="138"/>
                </a:cubicBezTo>
                <a:cubicBezTo>
                  <a:pt x="76" y="138"/>
                  <a:pt x="76" y="138"/>
                  <a:pt x="76" y="138"/>
                </a:cubicBezTo>
                <a:cubicBezTo>
                  <a:pt x="75" y="137"/>
                  <a:pt x="74" y="137"/>
                  <a:pt x="74" y="137"/>
                </a:cubicBezTo>
                <a:cubicBezTo>
                  <a:pt x="74" y="137"/>
                  <a:pt x="74" y="137"/>
                  <a:pt x="74" y="137"/>
                </a:cubicBezTo>
                <a:cubicBezTo>
                  <a:pt x="73" y="137"/>
                  <a:pt x="73" y="137"/>
                  <a:pt x="73" y="137"/>
                </a:cubicBezTo>
                <a:cubicBezTo>
                  <a:pt x="73" y="138"/>
                  <a:pt x="73" y="138"/>
                  <a:pt x="73" y="139"/>
                </a:cubicBezTo>
                <a:cubicBezTo>
                  <a:pt x="73" y="139"/>
                  <a:pt x="73" y="139"/>
                  <a:pt x="73" y="140"/>
                </a:cubicBezTo>
                <a:cubicBezTo>
                  <a:pt x="70" y="140"/>
                  <a:pt x="70" y="140"/>
                  <a:pt x="70" y="140"/>
                </a:cubicBezTo>
                <a:cubicBezTo>
                  <a:pt x="70" y="140"/>
                  <a:pt x="70" y="140"/>
                  <a:pt x="70" y="140"/>
                </a:cubicBezTo>
                <a:cubicBezTo>
                  <a:pt x="70" y="141"/>
                  <a:pt x="69" y="141"/>
                  <a:pt x="69" y="141"/>
                </a:cubicBezTo>
                <a:cubicBezTo>
                  <a:pt x="69" y="141"/>
                  <a:pt x="69" y="141"/>
                  <a:pt x="69" y="141"/>
                </a:cubicBezTo>
                <a:cubicBezTo>
                  <a:pt x="68" y="142"/>
                  <a:pt x="68" y="143"/>
                  <a:pt x="68" y="143"/>
                </a:cubicBezTo>
                <a:cubicBezTo>
                  <a:pt x="67" y="143"/>
                  <a:pt x="67" y="143"/>
                  <a:pt x="67" y="143"/>
                </a:cubicBezTo>
                <a:cubicBezTo>
                  <a:pt x="67" y="143"/>
                  <a:pt x="66" y="142"/>
                  <a:pt x="66" y="141"/>
                </a:cubicBezTo>
                <a:cubicBezTo>
                  <a:pt x="64" y="141"/>
                  <a:pt x="64" y="141"/>
                  <a:pt x="64" y="141"/>
                </a:cubicBezTo>
                <a:cubicBezTo>
                  <a:pt x="64" y="142"/>
                  <a:pt x="64" y="142"/>
                  <a:pt x="64" y="142"/>
                </a:cubicBezTo>
                <a:cubicBezTo>
                  <a:pt x="63" y="142"/>
                  <a:pt x="63" y="142"/>
                  <a:pt x="62" y="142"/>
                </a:cubicBezTo>
                <a:cubicBezTo>
                  <a:pt x="62" y="142"/>
                  <a:pt x="61" y="141"/>
                  <a:pt x="60" y="141"/>
                </a:cubicBezTo>
                <a:cubicBezTo>
                  <a:pt x="59" y="141"/>
                  <a:pt x="59" y="141"/>
                  <a:pt x="59" y="141"/>
                </a:cubicBezTo>
                <a:cubicBezTo>
                  <a:pt x="59" y="142"/>
                  <a:pt x="58" y="143"/>
                  <a:pt x="58" y="143"/>
                </a:cubicBezTo>
                <a:cubicBezTo>
                  <a:pt x="58" y="143"/>
                  <a:pt x="58" y="143"/>
                  <a:pt x="58" y="143"/>
                </a:cubicBezTo>
                <a:cubicBezTo>
                  <a:pt x="58" y="143"/>
                  <a:pt x="58" y="143"/>
                  <a:pt x="58" y="143"/>
                </a:cubicBezTo>
                <a:cubicBezTo>
                  <a:pt x="58" y="143"/>
                  <a:pt x="58" y="143"/>
                  <a:pt x="58" y="143"/>
                </a:cubicBezTo>
                <a:cubicBezTo>
                  <a:pt x="57" y="141"/>
                  <a:pt x="57" y="141"/>
                  <a:pt x="57" y="141"/>
                </a:cubicBezTo>
                <a:cubicBezTo>
                  <a:pt x="57" y="141"/>
                  <a:pt x="58" y="141"/>
                  <a:pt x="58" y="140"/>
                </a:cubicBezTo>
                <a:cubicBezTo>
                  <a:pt x="57" y="140"/>
                  <a:pt x="56" y="139"/>
                  <a:pt x="56" y="139"/>
                </a:cubicBezTo>
                <a:cubicBezTo>
                  <a:pt x="55" y="138"/>
                  <a:pt x="55" y="138"/>
                  <a:pt x="53" y="138"/>
                </a:cubicBezTo>
                <a:cubicBezTo>
                  <a:pt x="53" y="138"/>
                  <a:pt x="52" y="138"/>
                  <a:pt x="52" y="139"/>
                </a:cubicBezTo>
                <a:cubicBezTo>
                  <a:pt x="52" y="137"/>
                  <a:pt x="52" y="137"/>
                  <a:pt x="52" y="137"/>
                </a:cubicBezTo>
                <a:cubicBezTo>
                  <a:pt x="52" y="137"/>
                  <a:pt x="53" y="136"/>
                  <a:pt x="53" y="135"/>
                </a:cubicBezTo>
                <a:cubicBezTo>
                  <a:pt x="51" y="134"/>
                  <a:pt x="51" y="133"/>
                  <a:pt x="51" y="132"/>
                </a:cubicBezTo>
                <a:cubicBezTo>
                  <a:pt x="50" y="131"/>
                  <a:pt x="50" y="131"/>
                  <a:pt x="50" y="131"/>
                </a:cubicBezTo>
                <a:cubicBezTo>
                  <a:pt x="49" y="131"/>
                  <a:pt x="49" y="131"/>
                  <a:pt x="49" y="131"/>
                </a:cubicBezTo>
                <a:cubicBezTo>
                  <a:pt x="49" y="133"/>
                  <a:pt x="49" y="133"/>
                  <a:pt x="49" y="133"/>
                </a:cubicBezTo>
                <a:cubicBezTo>
                  <a:pt x="48" y="133"/>
                  <a:pt x="48" y="133"/>
                  <a:pt x="48" y="133"/>
                </a:cubicBezTo>
                <a:cubicBezTo>
                  <a:pt x="48" y="131"/>
                  <a:pt x="48" y="129"/>
                  <a:pt x="48" y="128"/>
                </a:cubicBezTo>
                <a:cubicBezTo>
                  <a:pt x="45" y="128"/>
                  <a:pt x="45" y="128"/>
                  <a:pt x="45" y="128"/>
                </a:cubicBezTo>
                <a:cubicBezTo>
                  <a:pt x="46" y="128"/>
                  <a:pt x="46" y="128"/>
                  <a:pt x="46" y="128"/>
                </a:cubicBezTo>
                <a:cubicBezTo>
                  <a:pt x="45" y="127"/>
                  <a:pt x="45" y="127"/>
                  <a:pt x="44" y="127"/>
                </a:cubicBezTo>
                <a:cubicBezTo>
                  <a:pt x="44" y="128"/>
                  <a:pt x="44" y="128"/>
                  <a:pt x="44" y="128"/>
                </a:cubicBezTo>
                <a:cubicBezTo>
                  <a:pt x="44" y="128"/>
                  <a:pt x="44" y="128"/>
                  <a:pt x="44" y="129"/>
                </a:cubicBezTo>
                <a:cubicBezTo>
                  <a:pt x="43" y="129"/>
                  <a:pt x="43" y="129"/>
                  <a:pt x="43" y="129"/>
                </a:cubicBezTo>
                <a:cubicBezTo>
                  <a:pt x="43" y="133"/>
                  <a:pt x="43" y="133"/>
                  <a:pt x="43" y="133"/>
                </a:cubicBezTo>
                <a:cubicBezTo>
                  <a:pt x="43" y="133"/>
                  <a:pt x="42" y="134"/>
                  <a:pt x="42" y="134"/>
                </a:cubicBezTo>
                <a:cubicBezTo>
                  <a:pt x="42" y="135"/>
                  <a:pt x="42" y="136"/>
                  <a:pt x="42" y="136"/>
                </a:cubicBezTo>
                <a:cubicBezTo>
                  <a:pt x="41" y="135"/>
                  <a:pt x="41" y="135"/>
                  <a:pt x="41" y="135"/>
                </a:cubicBezTo>
                <a:cubicBezTo>
                  <a:pt x="42" y="135"/>
                  <a:pt x="42" y="134"/>
                  <a:pt x="42" y="132"/>
                </a:cubicBezTo>
                <a:cubicBezTo>
                  <a:pt x="42" y="129"/>
                  <a:pt x="42" y="129"/>
                  <a:pt x="42" y="129"/>
                </a:cubicBezTo>
                <a:cubicBezTo>
                  <a:pt x="42" y="128"/>
                  <a:pt x="42" y="128"/>
                  <a:pt x="41" y="128"/>
                </a:cubicBezTo>
                <a:cubicBezTo>
                  <a:pt x="41" y="128"/>
                  <a:pt x="40" y="128"/>
                  <a:pt x="40" y="128"/>
                </a:cubicBezTo>
                <a:cubicBezTo>
                  <a:pt x="40" y="125"/>
                  <a:pt x="40" y="125"/>
                  <a:pt x="40" y="125"/>
                </a:cubicBezTo>
                <a:cubicBezTo>
                  <a:pt x="39" y="124"/>
                  <a:pt x="39" y="124"/>
                  <a:pt x="39" y="124"/>
                </a:cubicBezTo>
                <a:cubicBezTo>
                  <a:pt x="38" y="123"/>
                  <a:pt x="38" y="123"/>
                  <a:pt x="38" y="123"/>
                </a:cubicBezTo>
                <a:cubicBezTo>
                  <a:pt x="37" y="123"/>
                  <a:pt x="37" y="123"/>
                  <a:pt x="37" y="123"/>
                </a:cubicBezTo>
                <a:cubicBezTo>
                  <a:pt x="37" y="122"/>
                  <a:pt x="37" y="122"/>
                  <a:pt x="37" y="122"/>
                </a:cubicBezTo>
                <a:cubicBezTo>
                  <a:pt x="35" y="121"/>
                  <a:pt x="35" y="121"/>
                  <a:pt x="35" y="121"/>
                </a:cubicBezTo>
                <a:cubicBezTo>
                  <a:pt x="34" y="122"/>
                  <a:pt x="34" y="122"/>
                  <a:pt x="34" y="123"/>
                </a:cubicBezTo>
                <a:cubicBezTo>
                  <a:pt x="33" y="124"/>
                  <a:pt x="33" y="124"/>
                  <a:pt x="33" y="124"/>
                </a:cubicBezTo>
                <a:cubicBezTo>
                  <a:pt x="33" y="125"/>
                  <a:pt x="32" y="125"/>
                  <a:pt x="32" y="126"/>
                </a:cubicBezTo>
                <a:cubicBezTo>
                  <a:pt x="31" y="126"/>
                  <a:pt x="31" y="126"/>
                  <a:pt x="31" y="126"/>
                </a:cubicBezTo>
                <a:cubicBezTo>
                  <a:pt x="31" y="126"/>
                  <a:pt x="31" y="127"/>
                  <a:pt x="31" y="127"/>
                </a:cubicBezTo>
                <a:cubicBezTo>
                  <a:pt x="31" y="127"/>
                  <a:pt x="30" y="128"/>
                  <a:pt x="30" y="128"/>
                </a:cubicBezTo>
                <a:cubicBezTo>
                  <a:pt x="30" y="127"/>
                  <a:pt x="30" y="127"/>
                  <a:pt x="30" y="127"/>
                </a:cubicBezTo>
                <a:cubicBezTo>
                  <a:pt x="30" y="127"/>
                  <a:pt x="31" y="126"/>
                  <a:pt x="31" y="126"/>
                </a:cubicBezTo>
                <a:cubicBezTo>
                  <a:pt x="30" y="126"/>
                  <a:pt x="30" y="126"/>
                  <a:pt x="31" y="126"/>
                </a:cubicBezTo>
                <a:cubicBezTo>
                  <a:pt x="31" y="126"/>
                  <a:pt x="31" y="126"/>
                  <a:pt x="31" y="126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31" y="124"/>
                  <a:pt x="32" y="123"/>
                  <a:pt x="32" y="122"/>
                </a:cubicBezTo>
                <a:cubicBezTo>
                  <a:pt x="32" y="121"/>
                  <a:pt x="32" y="120"/>
                  <a:pt x="32" y="120"/>
                </a:cubicBezTo>
                <a:cubicBezTo>
                  <a:pt x="32" y="120"/>
                  <a:pt x="32" y="120"/>
                  <a:pt x="32" y="120"/>
                </a:cubicBezTo>
                <a:cubicBezTo>
                  <a:pt x="31" y="118"/>
                  <a:pt x="31" y="117"/>
                  <a:pt x="29" y="117"/>
                </a:cubicBezTo>
                <a:cubicBezTo>
                  <a:pt x="28" y="116"/>
                  <a:pt x="27" y="116"/>
                  <a:pt x="27" y="115"/>
                </a:cubicBezTo>
                <a:cubicBezTo>
                  <a:pt x="23" y="115"/>
                  <a:pt x="23" y="115"/>
                  <a:pt x="23" y="115"/>
                </a:cubicBezTo>
                <a:cubicBezTo>
                  <a:pt x="23" y="115"/>
                  <a:pt x="22" y="115"/>
                  <a:pt x="21" y="115"/>
                </a:cubicBezTo>
                <a:cubicBezTo>
                  <a:pt x="19" y="114"/>
                  <a:pt x="18" y="114"/>
                  <a:pt x="18" y="114"/>
                </a:cubicBezTo>
                <a:cubicBezTo>
                  <a:pt x="18" y="112"/>
                  <a:pt x="19" y="112"/>
                  <a:pt x="19" y="111"/>
                </a:cubicBezTo>
                <a:cubicBezTo>
                  <a:pt x="20" y="110"/>
                  <a:pt x="20" y="109"/>
                  <a:pt x="21" y="108"/>
                </a:cubicBezTo>
                <a:cubicBezTo>
                  <a:pt x="20" y="108"/>
                  <a:pt x="19" y="107"/>
                  <a:pt x="19" y="107"/>
                </a:cubicBezTo>
                <a:cubicBezTo>
                  <a:pt x="18" y="107"/>
                  <a:pt x="18" y="106"/>
                  <a:pt x="18" y="105"/>
                </a:cubicBezTo>
                <a:cubicBezTo>
                  <a:pt x="18" y="104"/>
                  <a:pt x="18" y="104"/>
                  <a:pt x="18" y="104"/>
                </a:cubicBezTo>
                <a:cubicBezTo>
                  <a:pt x="19" y="103"/>
                  <a:pt x="19" y="103"/>
                  <a:pt x="19" y="103"/>
                </a:cubicBezTo>
                <a:cubicBezTo>
                  <a:pt x="18" y="101"/>
                  <a:pt x="18" y="100"/>
                  <a:pt x="17" y="100"/>
                </a:cubicBezTo>
                <a:cubicBezTo>
                  <a:pt x="17" y="100"/>
                  <a:pt x="16" y="100"/>
                  <a:pt x="15" y="99"/>
                </a:cubicBezTo>
                <a:cubicBezTo>
                  <a:pt x="15" y="98"/>
                  <a:pt x="15" y="98"/>
                  <a:pt x="15" y="98"/>
                </a:cubicBezTo>
                <a:cubicBezTo>
                  <a:pt x="15" y="97"/>
                  <a:pt x="16" y="97"/>
                  <a:pt x="16" y="96"/>
                </a:cubicBezTo>
                <a:cubicBezTo>
                  <a:pt x="16" y="95"/>
                  <a:pt x="15" y="94"/>
                  <a:pt x="15" y="93"/>
                </a:cubicBezTo>
                <a:cubicBezTo>
                  <a:pt x="14" y="92"/>
                  <a:pt x="14" y="91"/>
                  <a:pt x="14" y="91"/>
                </a:cubicBezTo>
                <a:cubicBezTo>
                  <a:pt x="14" y="89"/>
                  <a:pt x="13" y="88"/>
                  <a:pt x="13" y="88"/>
                </a:cubicBezTo>
                <a:cubicBezTo>
                  <a:pt x="12" y="88"/>
                  <a:pt x="12" y="88"/>
                  <a:pt x="12" y="88"/>
                </a:cubicBezTo>
                <a:cubicBezTo>
                  <a:pt x="12" y="88"/>
                  <a:pt x="11" y="88"/>
                  <a:pt x="11" y="88"/>
                </a:cubicBezTo>
                <a:cubicBezTo>
                  <a:pt x="11" y="88"/>
                  <a:pt x="11" y="88"/>
                  <a:pt x="11" y="88"/>
                </a:cubicBezTo>
                <a:cubicBezTo>
                  <a:pt x="9" y="88"/>
                  <a:pt x="9" y="87"/>
                  <a:pt x="9" y="86"/>
                </a:cubicBezTo>
                <a:cubicBezTo>
                  <a:pt x="11" y="85"/>
                  <a:pt x="12" y="85"/>
                  <a:pt x="13" y="85"/>
                </a:cubicBezTo>
                <a:cubicBezTo>
                  <a:pt x="14" y="86"/>
                  <a:pt x="14" y="85"/>
                  <a:pt x="14" y="82"/>
                </a:cubicBezTo>
                <a:cubicBezTo>
                  <a:pt x="15" y="81"/>
                  <a:pt x="15" y="81"/>
                  <a:pt x="15" y="81"/>
                </a:cubicBezTo>
                <a:cubicBezTo>
                  <a:pt x="15" y="80"/>
                  <a:pt x="15" y="79"/>
                  <a:pt x="15" y="78"/>
                </a:cubicBezTo>
                <a:cubicBezTo>
                  <a:pt x="15" y="74"/>
                  <a:pt x="15" y="74"/>
                  <a:pt x="15" y="74"/>
                </a:cubicBezTo>
                <a:cubicBezTo>
                  <a:pt x="14" y="73"/>
                  <a:pt x="14" y="73"/>
                  <a:pt x="14" y="73"/>
                </a:cubicBezTo>
                <a:cubicBezTo>
                  <a:pt x="14" y="72"/>
                  <a:pt x="13" y="72"/>
                  <a:pt x="13" y="71"/>
                </a:cubicBezTo>
                <a:cubicBezTo>
                  <a:pt x="14" y="71"/>
                  <a:pt x="14" y="71"/>
                  <a:pt x="14" y="70"/>
                </a:cubicBezTo>
                <a:cubicBezTo>
                  <a:pt x="16" y="70"/>
                  <a:pt x="16" y="70"/>
                  <a:pt x="16" y="70"/>
                </a:cubicBezTo>
                <a:cubicBezTo>
                  <a:pt x="17" y="70"/>
                  <a:pt x="17" y="69"/>
                  <a:pt x="18" y="68"/>
                </a:cubicBezTo>
                <a:cubicBezTo>
                  <a:pt x="19" y="67"/>
                  <a:pt x="20" y="66"/>
                  <a:pt x="20" y="65"/>
                </a:cubicBezTo>
                <a:cubicBezTo>
                  <a:pt x="19" y="64"/>
                  <a:pt x="18" y="63"/>
                  <a:pt x="18" y="62"/>
                </a:cubicBezTo>
                <a:cubicBezTo>
                  <a:pt x="18" y="61"/>
                  <a:pt x="19" y="61"/>
                  <a:pt x="21" y="61"/>
                </a:cubicBezTo>
                <a:cubicBezTo>
                  <a:pt x="21" y="60"/>
                  <a:pt x="21" y="60"/>
                  <a:pt x="21" y="60"/>
                </a:cubicBezTo>
                <a:cubicBezTo>
                  <a:pt x="22" y="60"/>
                  <a:pt x="22" y="60"/>
                  <a:pt x="22" y="60"/>
                </a:cubicBezTo>
                <a:cubicBezTo>
                  <a:pt x="23" y="60"/>
                  <a:pt x="23" y="60"/>
                  <a:pt x="23" y="60"/>
                </a:cubicBezTo>
                <a:cubicBezTo>
                  <a:pt x="22" y="58"/>
                  <a:pt x="22" y="58"/>
                  <a:pt x="22" y="58"/>
                </a:cubicBezTo>
                <a:cubicBezTo>
                  <a:pt x="22" y="57"/>
                  <a:pt x="23" y="56"/>
                  <a:pt x="23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6" y="57"/>
                  <a:pt x="26" y="57"/>
                </a:cubicBezTo>
                <a:cubicBezTo>
                  <a:pt x="26" y="57"/>
                  <a:pt x="26" y="57"/>
                  <a:pt x="26" y="57"/>
                </a:cubicBezTo>
                <a:cubicBezTo>
                  <a:pt x="27" y="57"/>
                  <a:pt x="27" y="56"/>
                  <a:pt x="28" y="55"/>
                </a:cubicBezTo>
                <a:cubicBezTo>
                  <a:pt x="27" y="55"/>
                  <a:pt x="27" y="54"/>
                  <a:pt x="27" y="52"/>
                </a:cubicBezTo>
                <a:cubicBezTo>
                  <a:pt x="27" y="52"/>
                  <a:pt x="28" y="52"/>
                  <a:pt x="28" y="52"/>
                </a:cubicBezTo>
                <a:cubicBezTo>
                  <a:pt x="28" y="52"/>
                  <a:pt x="28" y="52"/>
                  <a:pt x="29" y="52"/>
                </a:cubicBezTo>
                <a:cubicBezTo>
                  <a:pt x="29" y="52"/>
                  <a:pt x="29" y="52"/>
                  <a:pt x="30" y="52"/>
                </a:cubicBezTo>
                <a:cubicBezTo>
                  <a:pt x="30" y="53"/>
                  <a:pt x="30" y="53"/>
                  <a:pt x="30" y="53"/>
                </a:cubicBezTo>
                <a:cubicBezTo>
                  <a:pt x="30" y="53"/>
                  <a:pt x="30" y="53"/>
                  <a:pt x="31" y="53"/>
                </a:cubicBezTo>
                <a:cubicBezTo>
                  <a:pt x="31" y="53"/>
                  <a:pt x="31" y="53"/>
                  <a:pt x="31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2" y="53"/>
                  <a:pt x="33" y="52"/>
                </a:cubicBezTo>
                <a:cubicBezTo>
                  <a:pt x="33" y="52"/>
                  <a:pt x="33" y="52"/>
                  <a:pt x="33" y="52"/>
                </a:cubicBezTo>
                <a:cubicBezTo>
                  <a:pt x="33" y="52"/>
                  <a:pt x="34" y="51"/>
                  <a:pt x="34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5" y="49"/>
                  <a:pt x="35" y="48"/>
                  <a:pt x="36" y="48"/>
                </a:cubicBezTo>
                <a:cubicBezTo>
                  <a:pt x="36" y="48"/>
                  <a:pt x="36" y="48"/>
                  <a:pt x="36" y="48"/>
                </a:cubicBezTo>
                <a:cubicBezTo>
                  <a:pt x="36" y="45"/>
                  <a:pt x="36" y="45"/>
                  <a:pt x="36" y="45"/>
                </a:cubicBezTo>
                <a:cubicBezTo>
                  <a:pt x="36" y="44"/>
                  <a:pt x="35" y="44"/>
                  <a:pt x="35" y="43"/>
                </a:cubicBezTo>
                <a:cubicBezTo>
                  <a:pt x="35" y="43"/>
                  <a:pt x="35" y="42"/>
                  <a:pt x="36" y="42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41"/>
                  <a:pt x="36" y="41"/>
                  <a:pt x="36" y="41"/>
                </a:cubicBezTo>
                <a:cubicBezTo>
                  <a:pt x="36" y="41"/>
                  <a:pt x="36" y="41"/>
                  <a:pt x="36" y="41"/>
                </a:cubicBezTo>
                <a:cubicBezTo>
                  <a:pt x="35" y="41"/>
                  <a:pt x="35" y="41"/>
                  <a:pt x="35" y="40"/>
                </a:cubicBezTo>
                <a:cubicBezTo>
                  <a:pt x="36" y="40"/>
                  <a:pt x="36" y="40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7" y="42"/>
                  <a:pt x="38" y="43"/>
                  <a:pt x="38" y="44"/>
                </a:cubicBezTo>
                <a:cubicBezTo>
                  <a:pt x="40" y="44"/>
                  <a:pt x="40" y="44"/>
                  <a:pt x="40" y="44"/>
                </a:cubicBezTo>
                <a:cubicBezTo>
                  <a:pt x="41" y="46"/>
                  <a:pt x="41" y="46"/>
                  <a:pt x="41" y="46"/>
                </a:cubicBezTo>
                <a:cubicBezTo>
                  <a:pt x="41" y="46"/>
                  <a:pt x="42" y="47"/>
                  <a:pt x="43" y="47"/>
                </a:cubicBezTo>
                <a:cubicBezTo>
                  <a:pt x="44" y="45"/>
                  <a:pt x="44" y="45"/>
                  <a:pt x="44" y="45"/>
                </a:cubicBezTo>
                <a:cubicBezTo>
                  <a:pt x="46" y="44"/>
                  <a:pt x="46" y="44"/>
                  <a:pt x="46" y="44"/>
                </a:cubicBezTo>
                <a:cubicBezTo>
                  <a:pt x="46" y="44"/>
                  <a:pt x="47" y="44"/>
                  <a:pt x="48" y="44"/>
                </a:cubicBezTo>
                <a:cubicBezTo>
                  <a:pt x="48" y="44"/>
                  <a:pt x="49" y="44"/>
                  <a:pt x="50" y="44"/>
                </a:cubicBezTo>
                <a:cubicBezTo>
                  <a:pt x="50" y="43"/>
                  <a:pt x="50" y="43"/>
                  <a:pt x="50" y="43"/>
                </a:cubicBezTo>
                <a:cubicBezTo>
                  <a:pt x="51" y="43"/>
                  <a:pt x="52" y="43"/>
                  <a:pt x="52" y="43"/>
                </a:cubicBezTo>
                <a:cubicBezTo>
                  <a:pt x="53" y="43"/>
                  <a:pt x="53" y="43"/>
                  <a:pt x="55" y="42"/>
                </a:cubicBezTo>
                <a:cubicBezTo>
                  <a:pt x="55" y="42"/>
                  <a:pt x="55" y="42"/>
                  <a:pt x="55" y="42"/>
                </a:cubicBezTo>
                <a:cubicBezTo>
                  <a:pt x="55" y="41"/>
                  <a:pt x="55" y="41"/>
                  <a:pt x="55" y="41"/>
                </a:cubicBezTo>
                <a:cubicBezTo>
                  <a:pt x="55" y="41"/>
                  <a:pt x="55" y="41"/>
                  <a:pt x="55" y="40"/>
                </a:cubicBezTo>
                <a:cubicBezTo>
                  <a:pt x="56" y="37"/>
                  <a:pt x="56" y="37"/>
                  <a:pt x="56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7" y="37"/>
                  <a:pt x="57" y="37"/>
                  <a:pt x="57" y="37"/>
                </a:cubicBezTo>
                <a:cubicBezTo>
                  <a:pt x="57" y="37"/>
                  <a:pt x="57" y="37"/>
                  <a:pt x="57" y="37"/>
                </a:cubicBezTo>
                <a:cubicBezTo>
                  <a:pt x="57" y="37"/>
                  <a:pt x="57" y="37"/>
                  <a:pt x="57" y="38"/>
                </a:cubicBezTo>
                <a:cubicBezTo>
                  <a:pt x="58" y="38"/>
                  <a:pt x="58" y="38"/>
                  <a:pt x="58" y="38"/>
                </a:cubicBezTo>
                <a:cubicBezTo>
                  <a:pt x="58" y="41"/>
                  <a:pt x="58" y="43"/>
                  <a:pt x="58" y="43"/>
                </a:cubicBezTo>
                <a:cubicBezTo>
                  <a:pt x="59" y="44"/>
                  <a:pt x="59" y="44"/>
                  <a:pt x="60" y="44"/>
                </a:cubicBezTo>
                <a:cubicBezTo>
                  <a:pt x="62" y="45"/>
                  <a:pt x="62" y="45"/>
                  <a:pt x="62" y="45"/>
                </a:cubicBezTo>
                <a:cubicBezTo>
                  <a:pt x="63" y="45"/>
                  <a:pt x="63" y="44"/>
                  <a:pt x="64" y="43"/>
                </a:cubicBezTo>
                <a:cubicBezTo>
                  <a:pt x="65" y="43"/>
                  <a:pt x="66" y="42"/>
                  <a:pt x="67" y="42"/>
                </a:cubicBezTo>
                <a:cubicBezTo>
                  <a:pt x="67" y="43"/>
                  <a:pt x="67" y="44"/>
                  <a:pt x="67" y="45"/>
                </a:cubicBezTo>
                <a:cubicBezTo>
                  <a:pt x="67" y="46"/>
                  <a:pt x="68" y="47"/>
                  <a:pt x="69" y="47"/>
                </a:cubicBezTo>
                <a:cubicBezTo>
                  <a:pt x="69" y="46"/>
                  <a:pt x="70" y="46"/>
                  <a:pt x="70" y="46"/>
                </a:cubicBezTo>
                <a:cubicBezTo>
                  <a:pt x="71" y="46"/>
                  <a:pt x="71" y="46"/>
                  <a:pt x="72" y="47"/>
                </a:cubicBezTo>
                <a:cubicBezTo>
                  <a:pt x="72" y="47"/>
                  <a:pt x="73" y="47"/>
                  <a:pt x="73" y="48"/>
                </a:cubicBezTo>
                <a:cubicBezTo>
                  <a:pt x="73" y="47"/>
                  <a:pt x="74" y="47"/>
                  <a:pt x="74" y="47"/>
                </a:cubicBezTo>
                <a:cubicBezTo>
                  <a:pt x="75" y="47"/>
                  <a:pt x="75" y="47"/>
                  <a:pt x="75" y="47"/>
                </a:cubicBezTo>
                <a:cubicBezTo>
                  <a:pt x="77" y="46"/>
                  <a:pt x="77" y="46"/>
                  <a:pt x="77" y="46"/>
                </a:cubicBezTo>
                <a:cubicBezTo>
                  <a:pt x="78" y="45"/>
                  <a:pt x="78" y="45"/>
                  <a:pt x="79" y="45"/>
                </a:cubicBezTo>
                <a:cubicBezTo>
                  <a:pt x="79" y="46"/>
                  <a:pt x="79" y="46"/>
                  <a:pt x="79" y="46"/>
                </a:cubicBezTo>
                <a:cubicBezTo>
                  <a:pt x="78" y="47"/>
                  <a:pt x="78" y="48"/>
                  <a:pt x="78" y="48"/>
                </a:cubicBezTo>
                <a:cubicBezTo>
                  <a:pt x="78" y="49"/>
                  <a:pt x="78" y="49"/>
                  <a:pt x="78" y="49"/>
                </a:cubicBezTo>
                <a:cubicBezTo>
                  <a:pt x="78" y="49"/>
                  <a:pt x="78" y="49"/>
                  <a:pt x="79" y="49"/>
                </a:cubicBezTo>
                <a:cubicBezTo>
                  <a:pt x="79" y="49"/>
                  <a:pt x="80" y="49"/>
                  <a:pt x="80" y="49"/>
                </a:cubicBezTo>
                <a:cubicBezTo>
                  <a:pt x="81" y="49"/>
                  <a:pt x="81" y="49"/>
                  <a:pt x="82" y="49"/>
                </a:cubicBezTo>
                <a:cubicBezTo>
                  <a:pt x="82" y="49"/>
                  <a:pt x="82" y="50"/>
                  <a:pt x="82" y="51"/>
                </a:cubicBezTo>
                <a:cubicBezTo>
                  <a:pt x="82" y="52"/>
                  <a:pt x="81" y="53"/>
                  <a:pt x="81" y="54"/>
                </a:cubicBezTo>
                <a:cubicBezTo>
                  <a:pt x="82" y="54"/>
                  <a:pt x="82" y="54"/>
                  <a:pt x="82" y="54"/>
                </a:cubicBezTo>
                <a:cubicBezTo>
                  <a:pt x="82" y="55"/>
                  <a:pt x="82" y="55"/>
                  <a:pt x="82" y="55"/>
                </a:cubicBezTo>
                <a:cubicBezTo>
                  <a:pt x="83" y="55"/>
                  <a:pt x="83" y="55"/>
                  <a:pt x="83" y="55"/>
                </a:cubicBezTo>
                <a:cubicBezTo>
                  <a:pt x="83" y="55"/>
                  <a:pt x="83" y="55"/>
                  <a:pt x="83" y="55"/>
                </a:cubicBezTo>
                <a:cubicBezTo>
                  <a:pt x="84" y="55"/>
                  <a:pt x="84" y="55"/>
                  <a:pt x="84" y="55"/>
                </a:cubicBezTo>
                <a:cubicBezTo>
                  <a:pt x="84" y="56"/>
                  <a:pt x="84" y="56"/>
                  <a:pt x="84" y="56"/>
                </a:cubicBezTo>
                <a:cubicBezTo>
                  <a:pt x="84" y="57"/>
                  <a:pt x="85" y="57"/>
                  <a:pt x="85" y="57"/>
                </a:cubicBezTo>
                <a:cubicBezTo>
                  <a:pt x="85" y="57"/>
                  <a:pt x="86" y="57"/>
                  <a:pt x="87" y="58"/>
                </a:cubicBezTo>
                <a:cubicBezTo>
                  <a:pt x="88" y="55"/>
                  <a:pt x="89" y="54"/>
                  <a:pt x="91" y="54"/>
                </a:cubicBezTo>
                <a:cubicBezTo>
                  <a:pt x="91" y="55"/>
                  <a:pt x="91" y="56"/>
                  <a:pt x="91" y="57"/>
                </a:cubicBezTo>
                <a:cubicBezTo>
                  <a:pt x="91" y="57"/>
                  <a:pt x="91" y="57"/>
                  <a:pt x="91" y="57"/>
                </a:cubicBezTo>
                <a:cubicBezTo>
                  <a:pt x="90" y="58"/>
                  <a:pt x="90" y="58"/>
                  <a:pt x="90" y="58"/>
                </a:cubicBezTo>
                <a:cubicBezTo>
                  <a:pt x="89" y="58"/>
                  <a:pt x="89" y="58"/>
                  <a:pt x="89" y="58"/>
                </a:cubicBezTo>
                <a:cubicBezTo>
                  <a:pt x="89" y="58"/>
                  <a:pt x="89" y="58"/>
                  <a:pt x="89" y="58"/>
                </a:cubicBezTo>
                <a:cubicBezTo>
                  <a:pt x="88" y="58"/>
                  <a:pt x="88" y="58"/>
                  <a:pt x="88" y="58"/>
                </a:cubicBezTo>
                <a:cubicBezTo>
                  <a:pt x="88" y="60"/>
                  <a:pt x="88" y="61"/>
                  <a:pt x="88" y="62"/>
                </a:cubicBezTo>
                <a:cubicBezTo>
                  <a:pt x="89" y="63"/>
                  <a:pt x="90" y="63"/>
                  <a:pt x="91" y="63"/>
                </a:cubicBezTo>
                <a:cubicBezTo>
                  <a:pt x="91" y="63"/>
                  <a:pt x="91" y="63"/>
                  <a:pt x="91" y="63"/>
                </a:cubicBezTo>
                <a:cubicBezTo>
                  <a:pt x="92" y="63"/>
                  <a:pt x="92" y="63"/>
                  <a:pt x="93" y="63"/>
                </a:cubicBezTo>
                <a:cubicBezTo>
                  <a:pt x="93" y="63"/>
                  <a:pt x="94" y="63"/>
                  <a:pt x="94" y="63"/>
                </a:cubicBezTo>
                <a:cubicBezTo>
                  <a:pt x="94" y="63"/>
                  <a:pt x="94" y="63"/>
                  <a:pt x="94" y="63"/>
                </a:cubicBezTo>
                <a:cubicBezTo>
                  <a:pt x="95" y="63"/>
                  <a:pt x="96" y="63"/>
                  <a:pt x="96" y="62"/>
                </a:cubicBezTo>
                <a:cubicBezTo>
                  <a:pt x="97" y="62"/>
                  <a:pt x="98" y="62"/>
                  <a:pt x="100" y="62"/>
                </a:cubicBezTo>
                <a:cubicBezTo>
                  <a:pt x="100" y="62"/>
                  <a:pt x="100" y="62"/>
                  <a:pt x="100" y="62"/>
                </a:cubicBezTo>
                <a:cubicBezTo>
                  <a:pt x="100" y="62"/>
                  <a:pt x="99" y="62"/>
                  <a:pt x="99" y="62"/>
                </a:cubicBezTo>
                <a:cubicBezTo>
                  <a:pt x="99" y="63"/>
                  <a:pt x="99" y="63"/>
                  <a:pt x="99" y="63"/>
                </a:cubicBezTo>
                <a:cubicBezTo>
                  <a:pt x="98" y="63"/>
                  <a:pt x="98" y="63"/>
                  <a:pt x="98" y="63"/>
                </a:cubicBezTo>
                <a:cubicBezTo>
                  <a:pt x="97" y="63"/>
                  <a:pt x="95" y="64"/>
                  <a:pt x="94" y="65"/>
                </a:cubicBezTo>
                <a:cubicBezTo>
                  <a:pt x="93" y="66"/>
                  <a:pt x="93" y="66"/>
                  <a:pt x="93" y="66"/>
                </a:cubicBezTo>
                <a:lnTo>
                  <a:pt x="93" y="67"/>
                </a:lnTo>
                <a:close/>
                <a:moveTo>
                  <a:pt x="85" y="115"/>
                </a:moveTo>
                <a:cubicBezTo>
                  <a:pt x="85" y="114"/>
                  <a:pt x="86" y="113"/>
                  <a:pt x="88" y="113"/>
                </a:cubicBezTo>
                <a:cubicBezTo>
                  <a:pt x="87" y="114"/>
                  <a:pt x="87" y="115"/>
                  <a:pt x="85" y="115"/>
                </a:cubicBezTo>
                <a:close/>
                <a:moveTo>
                  <a:pt x="9" y="70"/>
                </a:moveTo>
                <a:cubicBezTo>
                  <a:pt x="8" y="69"/>
                  <a:pt x="8" y="69"/>
                  <a:pt x="7" y="69"/>
                </a:cubicBezTo>
                <a:cubicBezTo>
                  <a:pt x="2" y="68"/>
                  <a:pt x="2" y="68"/>
                  <a:pt x="2" y="68"/>
                </a:cubicBezTo>
                <a:cubicBezTo>
                  <a:pt x="2" y="67"/>
                  <a:pt x="2" y="67"/>
                  <a:pt x="1" y="67"/>
                </a:cubicBezTo>
                <a:cubicBezTo>
                  <a:pt x="1" y="67"/>
                  <a:pt x="1" y="67"/>
                  <a:pt x="0" y="67"/>
                </a:cubicBezTo>
                <a:cubicBezTo>
                  <a:pt x="1" y="67"/>
                  <a:pt x="1" y="66"/>
                  <a:pt x="1" y="66"/>
                </a:cubicBezTo>
                <a:cubicBezTo>
                  <a:pt x="2" y="66"/>
                  <a:pt x="4" y="67"/>
                  <a:pt x="6" y="67"/>
                </a:cubicBezTo>
                <a:cubicBezTo>
                  <a:pt x="8" y="67"/>
                  <a:pt x="10" y="68"/>
                  <a:pt x="10" y="69"/>
                </a:cubicBezTo>
                <a:cubicBezTo>
                  <a:pt x="10" y="69"/>
                  <a:pt x="10" y="69"/>
                  <a:pt x="10" y="69"/>
                </a:cubicBezTo>
                <a:cubicBezTo>
                  <a:pt x="10" y="70"/>
                  <a:pt x="10" y="70"/>
                  <a:pt x="10" y="70"/>
                </a:cubicBezTo>
                <a:lnTo>
                  <a:pt x="9" y="70"/>
                </a:lnTo>
                <a:close/>
                <a:moveTo>
                  <a:pt x="30" y="128"/>
                </a:moveTo>
                <a:cubicBezTo>
                  <a:pt x="30" y="129"/>
                  <a:pt x="30" y="129"/>
                  <a:pt x="30" y="129"/>
                </a:cubicBezTo>
                <a:cubicBezTo>
                  <a:pt x="30" y="129"/>
                  <a:pt x="30" y="129"/>
                  <a:pt x="30" y="129"/>
                </a:cubicBezTo>
                <a:cubicBezTo>
                  <a:pt x="30" y="129"/>
                  <a:pt x="30" y="129"/>
                  <a:pt x="30" y="128"/>
                </a:cubicBezTo>
                <a:close/>
                <a:moveTo>
                  <a:pt x="42" y="138"/>
                </a:moveTo>
                <a:cubicBezTo>
                  <a:pt x="42" y="138"/>
                  <a:pt x="41" y="139"/>
                  <a:pt x="41" y="139"/>
                </a:cubicBezTo>
                <a:cubicBezTo>
                  <a:pt x="41" y="139"/>
                  <a:pt x="40" y="139"/>
                  <a:pt x="40" y="138"/>
                </a:cubicBezTo>
                <a:cubicBezTo>
                  <a:pt x="41" y="138"/>
                  <a:pt x="41" y="138"/>
                  <a:pt x="41" y="138"/>
                </a:cubicBezTo>
                <a:cubicBezTo>
                  <a:pt x="41" y="138"/>
                  <a:pt x="41" y="137"/>
                  <a:pt x="41" y="137"/>
                </a:cubicBezTo>
                <a:lnTo>
                  <a:pt x="42" y="138"/>
                </a:lnTo>
                <a:close/>
                <a:moveTo>
                  <a:pt x="33" y="33"/>
                </a:moveTo>
                <a:cubicBezTo>
                  <a:pt x="32" y="32"/>
                  <a:pt x="32" y="31"/>
                  <a:pt x="31" y="29"/>
                </a:cubicBezTo>
                <a:cubicBezTo>
                  <a:pt x="30" y="28"/>
                  <a:pt x="30" y="27"/>
                  <a:pt x="30" y="25"/>
                </a:cubicBezTo>
                <a:cubicBezTo>
                  <a:pt x="31" y="26"/>
                  <a:pt x="31" y="26"/>
                  <a:pt x="31" y="26"/>
                </a:cubicBezTo>
                <a:cubicBezTo>
                  <a:pt x="31" y="27"/>
                  <a:pt x="31" y="27"/>
                  <a:pt x="31" y="28"/>
                </a:cubicBezTo>
                <a:cubicBezTo>
                  <a:pt x="32" y="31"/>
                  <a:pt x="32" y="31"/>
                  <a:pt x="32" y="31"/>
                </a:cubicBezTo>
                <a:cubicBezTo>
                  <a:pt x="33" y="31"/>
                  <a:pt x="33" y="32"/>
                  <a:pt x="33" y="33"/>
                </a:cubicBezTo>
                <a:close/>
                <a:moveTo>
                  <a:pt x="42" y="6"/>
                </a:moveTo>
                <a:cubicBezTo>
                  <a:pt x="41" y="6"/>
                  <a:pt x="40" y="4"/>
                  <a:pt x="40" y="2"/>
                </a:cubicBezTo>
                <a:cubicBezTo>
                  <a:pt x="40" y="1"/>
                  <a:pt x="40" y="0"/>
                  <a:pt x="41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42" y="0"/>
                  <a:pt x="43" y="1"/>
                  <a:pt x="43" y="1"/>
                </a:cubicBezTo>
                <a:cubicBezTo>
                  <a:pt x="43" y="1"/>
                  <a:pt x="43" y="2"/>
                  <a:pt x="43" y="4"/>
                </a:cubicBezTo>
                <a:cubicBezTo>
                  <a:pt x="42" y="4"/>
                  <a:pt x="42" y="5"/>
                  <a:pt x="42" y="6"/>
                </a:cubicBezTo>
                <a:close/>
                <a:moveTo>
                  <a:pt x="49" y="15"/>
                </a:moveTo>
                <a:cubicBezTo>
                  <a:pt x="47" y="15"/>
                  <a:pt x="47" y="15"/>
                  <a:pt x="47" y="15"/>
                </a:cubicBezTo>
                <a:cubicBezTo>
                  <a:pt x="49" y="14"/>
                  <a:pt x="49" y="14"/>
                  <a:pt x="49" y="14"/>
                </a:cubicBezTo>
                <a:lnTo>
                  <a:pt x="49" y="15"/>
                </a:lnTo>
                <a:close/>
                <a:moveTo>
                  <a:pt x="67" y="2"/>
                </a:moveTo>
                <a:cubicBezTo>
                  <a:pt x="66" y="2"/>
                  <a:pt x="66" y="2"/>
                  <a:pt x="66" y="2"/>
                </a:cubicBezTo>
                <a:cubicBezTo>
                  <a:pt x="65" y="2"/>
                  <a:pt x="65" y="1"/>
                  <a:pt x="64" y="1"/>
                </a:cubicBezTo>
                <a:cubicBezTo>
                  <a:pt x="64" y="1"/>
                  <a:pt x="65" y="0"/>
                  <a:pt x="65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6" y="0"/>
                  <a:pt x="68" y="0"/>
                  <a:pt x="69" y="0"/>
                </a:cubicBezTo>
                <a:cubicBezTo>
                  <a:pt x="71" y="1"/>
                  <a:pt x="72" y="2"/>
                  <a:pt x="72" y="2"/>
                </a:cubicBezTo>
                <a:cubicBezTo>
                  <a:pt x="73" y="2"/>
                  <a:pt x="73" y="2"/>
                  <a:pt x="73" y="2"/>
                </a:cubicBezTo>
                <a:cubicBezTo>
                  <a:pt x="73" y="3"/>
                  <a:pt x="73" y="3"/>
                  <a:pt x="73" y="3"/>
                </a:cubicBezTo>
                <a:cubicBezTo>
                  <a:pt x="73" y="4"/>
                  <a:pt x="73" y="4"/>
                  <a:pt x="73" y="4"/>
                </a:cubicBezTo>
                <a:cubicBezTo>
                  <a:pt x="73" y="4"/>
                  <a:pt x="72" y="4"/>
                  <a:pt x="71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0" y="4"/>
                  <a:pt x="70" y="4"/>
                  <a:pt x="69" y="4"/>
                </a:cubicBezTo>
                <a:cubicBezTo>
                  <a:pt x="67" y="3"/>
                  <a:pt x="67" y="3"/>
                  <a:pt x="67" y="3"/>
                </a:cubicBezTo>
                <a:cubicBezTo>
                  <a:pt x="67" y="3"/>
                  <a:pt x="67" y="3"/>
                  <a:pt x="67" y="2"/>
                </a:cubicBezTo>
                <a:close/>
                <a:moveTo>
                  <a:pt x="52" y="15"/>
                </a:moveTo>
                <a:cubicBezTo>
                  <a:pt x="52" y="15"/>
                  <a:pt x="51" y="15"/>
                  <a:pt x="51" y="15"/>
                </a:cubicBezTo>
                <a:cubicBezTo>
                  <a:pt x="50" y="15"/>
                  <a:pt x="50" y="15"/>
                  <a:pt x="49" y="15"/>
                </a:cubicBezTo>
                <a:cubicBezTo>
                  <a:pt x="50" y="15"/>
                  <a:pt x="51" y="15"/>
                  <a:pt x="52" y="15"/>
                </a:cubicBezTo>
                <a:cubicBezTo>
                  <a:pt x="53" y="15"/>
                  <a:pt x="53" y="15"/>
                  <a:pt x="55" y="15"/>
                </a:cubicBezTo>
                <a:cubicBezTo>
                  <a:pt x="55" y="16"/>
                  <a:pt x="55" y="16"/>
                  <a:pt x="55" y="16"/>
                </a:cubicBezTo>
                <a:cubicBezTo>
                  <a:pt x="53" y="16"/>
                  <a:pt x="53" y="16"/>
                  <a:pt x="53" y="16"/>
                </a:cubicBezTo>
                <a:cubicBezTo>
                  <a:pt x="53" y="16"/>
                  <a:pt x="52" y="16"/>
                  <a:pt x="52" y="15"/>
                </a:cubicBezTo>
                <a:close/>
                <a:moveTo>
                  <a:pt x="33" y="35"/>
                </a:moveTo>
                <a:cubicBezTo>
                  <a:pt x="34" y="35"/>
                  <a:pt x="34" y="35"/>
                  <a:pt x="34" y="35"/>
                </a:cubicBezTo>
                <a:cubicBezTo>
                  <a:pt x="34" y="35"/>
                  <a:pt x="34" y="35"/>
                  <a:pt x="34" y="35"/>
                </a:cubicBezTo>
                <a:cubicBezTo>
                  <a:pt x="34" y="35"/>
                  <a:pt x="34" y="36"/>
                  <a:pt x="35" y="36"/>
                </a:cubicBezTo>
                <a:cubicBezTo>
                  <a:pt x="33" y="35"/>
                  <a:pt x="33" y="35"/>
                  <a:pt x="33" y="35"/>
                </a:cubicBezTo>
                <a:cubicBezTo>
                  <a:pt x="33" y="35"/>
                  <a:pt x="33" y="35"/>
                  <a:pt x="33" y="35"/>
                </a:cubicBezTo>
                <a:close/>
                <a:moveTo>
                  <a:pt x="20" y="60"/>
                </a:moveTo>
                <a:cubicBezTo>
                  <a:pt x="20" y="60"/>
                  <a:pt x="20" y="60"/>
                  <a:pt x="20" y="60"/>
                </a:cubicBezTo>
                <a:cubicBezTo>
                  <a:pt x="20" y="60"/>
                  <a:pt x="19" y="60"/>
                  <a:pt x="19" y="60"/>
                </a:cubicBezTo>
                <a:cubicBezTo>
                  <a:pt x="19" y="59"/>
                  <a:pt x="19" y="59"/>
                  <a:pt x="19" y="59"/>
                </a:cubicBezTo>
                <a:cubicBezTo>
                  <a:pt x="20" y="59"/>
                  <a:pt x="20" y="59"/>
                  <a:pt x="20" y="59"/>
                </a:cubicBezTo>
                <a:cubicBezTo>
                  <a:pt x="20" y="59"/>
                  <a:pt x="20" y="60"/>
                  <a:pt x="21" y="60"/>
                </a:cubicBezTo>
                <a:lnTo>
                  <a:pt x="20" y="60"/>
                </a:lnTo>
                <a:close/>
                <a:moveTo>
                  <a:pt x="8" y="99"/>
                </a:moveTo>
                <a:cubicBezTo>
                  <a:pt x="8" y="99"/>
                  <a:pt x="8" y="100"/>
                  <a:pt x="8" y="100"/>
                </a:cubicBezTo>
                <a:cubicBezTo>
                  <a:pt x="8" y="100"/>
                  <a:pt x="8" y="100"/>
                  <a:pt x="8" y="100"/>
                </a:cubicBezTo>
                <a:cubicBezTo>
                  <a:pt x="8" y="100"/>
                  <a:pt x="7" y="100"/>
                  <a:pt x="7" y="100"/>
                </a:cubicBezTo>
                <a:cubicBezTo>
                  <a:pt x="7" y="100"/>
                  <a:pt x="7" y="100"/>
                  <a:pt x="7" y="100"/>
                </a:cubicBezTo>
                <a:lnTo>
                  <a:pt x="8" y="99"/>
                </a:lnTo>
                <a:close/>
                <a:moveTo>
                  <a:pt x="27" y="15"/>
                </a:moveTo>
                <a:cubicBezTo>
                  <a:pt x="26" y="15"/>
                  <a:pt x="25" y="15"/>
                  <a:pt x="25" y="14"/>
                </a:cubicBezTo>
                <a:cubicBezTo>
                  <a:pt x="24" y="14"/>
                  <a:pt x="24" y="13"/>
                  <a:pt x="24" y="12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12"/>
                  <a:pt x="26" y="13"/>
                  <a:pt x="26" y="13"/>
                </a:cubicBezTo>
                <a:cubicBezTo>
                  <a:pt x="27" y="13"/>
                  <a:pt x="27" y="14"/>
                  <a:pt x="27" y="15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43548" tIns="21773" rIns="43548" bIns="21773" anchor="t"/>
          <a:lstStyle/>
          <a:p>
            <a:endParaRPr sz="855"/>
          </a:p>
        </p:txBody>
      </p:sp>
      <p:sp>
        <p:nvSpPr>
          <p:cNvPr id="17" name="Freeform 95"/>
          <p:cNvSpPr>
            <a:spLocks noGrp="1"/>
          </p:cNvSpPr>
          <p:nvPr/>
        </p:nvSpPr>
        <p:spPr>
          <a:xfrm>
            <a:off x="8213905" y="5233502"/>
            <a:ext cx="1483637" cy="1273192"/>
          </a:xfrm>
          <a:custGeom>
            <a:avLst/>
            <a:gdLst>
              <a:gd name="T0" fmla="*/ 176 w 193"/>
              <a:gd name="T1" fmla="*/ 80 h 166"/>
              <a:gd name="T2" fmla="*/ 178 w 193"/>
              <a:gd name="T3" fmla="*/ 87 h 166"/>
              <a:gd name="T4" fmla="*/ 175 w 193"/>
              <a:gd name="T5" fmla="*/ 95 h 166"/>
              <a:gd name="T6" fmla="*/ 174 w 193"/>
              <a:gd name="T7" fmla="*/ 104 h 166"/>
              <a:gd name="T8" fmla="*/ 163 w 193"/>
              <a:gd name="T9" fmla="*/ 112 h 166"/>
              <a:gd name="T10" fmla="*/ 161 w 193"/>
              <a:gd name="T11" fmla="*/ 118 h 166"/>
              <a:gd name="T12" fmla="*/ 154 w 193"/>
              <a:gd name="T13" fmla="*/ 127 h 166"/>
              <a:gd name="T14" fmla="*/ 153 w 193"/>
              <a:gd name="T15" fmla="*/ 134 h 166"/>
              <a:gd name="T16" fmla="*/ 142 w 193"/>
              <a:gd name="T17" fmla="*/ 153 h 166"/>
              <a:gd name="T18" fmla="*/ 132 w 193"/>
              <a:gd name="T19" fmla="*/ 133 h 166"/>
              <a:gd name="T20" fmla="*/ 118 w 193"/>
              <a:gd name="T21" fmla="*/ 128 h 166"/>
              <a:gd name="T22" fmla="*/ 111 w 193"/>
              <a:gd name="T23" fmla="*/ 107 h 166"/>
              <a:gd name="T24" fmla="*/ 110 w 193"/>
              <a:gd name="T25" fmla="*/ 93 h 166"/>
              <a:gd name="T26" fmla="*/ 103 w 193"/>
              <a:gd name="T27" fmla="*/ 87 h 166"/>
              <a:gd name="T28" fmla="*/ 114 w 193"/>
              <a:gd name="T29" fmla="*/ 75 h 166"/>
              <a:gd name="T30" fmla="*/ 103 w 193"/>
              <a:gd name="T31" fmla="*/ 72 h 166"/>
              <a:gd name="T32" fmla="*/ 105 w 193"/>
              <a:gd name="T33" fmla="*/ 65 h 166"/>
              <a:gd name="T34" fmla="*/ 118 w 193"/>
              <a:gd name="T35" fmla="*/ 72 h 166"/>
              <a:gd name="T36" fmla="*/ 119 w 193"/>
              <a:gd name="T37" fmla="*/ 63 h 166"/>
              <a:gd name="T38" fmla="*/ 129 w 193"/>
              <a:gd name="T39" fmla="*/ 57 h 166"/>
              <a:gd name="T40" fmla="*/ 148 w 193"/>
              <a:gd name="T41" fmla="*/ 55 h 166"/>
              <a:gd name="T42" fmla="*/ 161 w 193"/>
              <a:gd name="T43" fmla="*/ 61 h 166"/>
              <a:gd name="T44" fmla="*/ 44 w 193"/>
              <a:gd name="T45" fmla="*/ 13 h 166"/>
              <a:gd name="T46" fmla="*/ 50 w 193"/>
              <a:gd name="T47" fmla="*/ 24 h 166"/>
              <a:gd name="T48" fmla="*/ 32 w 193"/>
              <a:gd name="T49" fmla="*/ 37 h 166"/>
              <a:gd name="T50" fmla="*/ 23 w 193"/>
              <a:gd name="T51" fmla="*/ 42 h 166"/>
              <a:gd name="T52" fmla="*/ 8 w 193"/>
              <a:gd name="T53" fmla="*/ 42 h 166"/>
              <a:gd name="T54" fmla="*/ 15 w 193"/>
              <a:gd name="T55" fmla="*/ 27 h 166"/>
              <a:gd name="T56" fmla="*/ 25 w 193"/>
              <a:gd name="T57" fmla="*/ 23 h 166"/>
              <a:gd name="T58" fmla="*/ 44 w 193"/>
              <a:gd name="T59" fmla="*/ 13 h 166"/>
              <a:gd name="T60" fmla="*/ 153 w 193"/>
              <a:gd name="T61" fmla="*/ 19 h 166"/>
              <a:gd name="T62" fmla="*/ 158 w 193"/>
              <a:gd name="T63" fmla="*/ 25 h 166"/>
              <a:gd name="T64" fmla="*/ 157 w 193"/>
              <a:gd name="T65" fmla="*/ 37 h 166"/>
              <a:gd name="T66" fmla="*/ 149 w 193"/>
              <a:gd name="T67" fmla="*/ 43 h 166"/>
              <a:gd name="T68" fmla="*/ 142 w 193"/>
              <a:gd name="T69" fmla="*/ 47 h 166"/>
              <a:gd name="T70" fmla="*/ 131 w 193"/>
              <a:gd name="T71" fmla="*/ 29 h 166"/>
              <a:gd name="T72" fmla="*/ 144 w 193"/>
              <a:gd name="T73" fmla="*/ 20 h 166"/>
              <a:gd name="T74" fmla="*/ 187 w 193"/>
              <a:gd name="T75" fmla="*/ 147 h 166"/>
              <a:gd name="T76" fmla="*/ 16 w 193"/>
              <a:gd name="T77" fmla="*/ 20 h 166"/>
              <a:gd name="T78" fmla="*/ 187 w 193"/>
              <a:gd name="T79" fmla="*/ 94 h 166"/>
              <a:gd name="T80" fmla="*/ 111 w 193"/>
              <a:gd name="T81" fmla="*/ 139 h 166"/>
              <a:gd name="T82" fmla="*/ 42 w 193"/>
              <a:gd name="T83" fmla="*/ 1 h 166"/>
              <a:gd name="T84" fmla="*/ 134 w 193"/>
              <a:gd name="T85" fmla="*/ 155 h 166"/>
              <a:gd name="T86" fmla="*/ 98 w 193"/>
              <a:gd name="T87" fmla="*/ 59 h 166"/>
              <a:gd name="T88" fmla="*/ 95 w 193"/>
              <a:gd name="T89" fmla="*/ 75 h 166"/>
              <a:gd name="T90" fmla="*/ 6 w 193"/>
              <a:gd name="T91" fmla="*/ 43 h 166"/>
              <a:gd name="T92" fmla="*/ 167 w 193"/>
              <a:gd name="T93" fmla="*/ 112 h 166"/>
              <a:gd name="T94" fmla="*/ 168 w 193"/>
              <a:gd name="T95" fmla="*/ 64 h 166"/>
              <a:gd name="T96" fmla="*/ 125 w 193"/>
              <a:gd name="T97" fmla="*/ 36 h 166"/>
              <a:gd name="T98" fmla="*/ 129 w 193"/>
              <a:gd name="T99" fmla="*/ 45 h 166"/>
              <a:gd name="T100" fmla="*/ 184 w 193"/>
              <a:gd name="T101" fmla="*/ 104 h 166"/>
              <a:gd name="T102" fmla="*/ 84 w 193"/>
              <a:gd name="T103" fmla="*/ 58 h 166"/>
              <a:gd name="T104" fmla="*/ 110 w 193"/>
              <a:gd name="T105" fmla="*/ 61 h 166"/>
              <a:gd name="T106" fmla="*/ 60 w 193"/>
              <a:gd name="T107" fmla="*/ 84 h 166"/>
              <a:gd name="T108" fmla="*/ 146 w 193"/>
              <a:gd name="T109" fmla="*/ 45 h 166"/>
              <a:gd name="T110" fmla="*/ 28 w 193"/>
              <a:gd name="T111" fmla="*/ 34 h 166"/>
              <a:gd name="T112" fmla="*/ 130 w 193"/>
              <a:gd name="T113" fmla="*/ 49 h 166"/>
            </a:gdLst>
            <a:ahLst/>
            <a:cxnLst/>
            <a:rect l="0" t="0" r="r" b="b"/>
            <a:pathLst>
              <a:path w="193" h="166">
                <a:moveTo>
                  <a:pt x="168" y="64"/>
                </a:moveTo>
                <a:cubicBezTo>
                  <a:pt x="168" y="65"/>
                  <a:pt x="168" y="65"/>
                  <a:pt x="168" y="65"/>
                </a:cubicBezTo>
                <a:cubicBezTo>
                  <a:pt x="168" y="65"/>
                  <a:pt x="168" y="66"/>
                  <a:pt x="169" y="66"/>
                </a:cubicBezTo>
                <a:cubicBezTo>
                  <a:pt x="168" y="66"/>
                  <a:pt x="168" y="66"/>
                  <a:pt x="168" y="67"/>
                </a:cubicBezTo>
                <a:cubicBezTo>
                  <a:pt x="168" y="70"/>
                  <a:pt x="169" y="71"/>
                  <a:pt x="172" y="71"/>
                </a:cubicBezTo>
                <a:cubicBezTo>
                  <a:pt x="174" y="72"/>
                  <a:pt x="175" y="72"/>
                  <a:pt x="175" y="73"/>
                </a:cubicBezTo>
                <a:cubicBezTo>
                  <a:pt x="175" y="75"/>
                  <a:pt x="175" y="76"/>
                  <a:pt x="174" y="76"/>
                </a:cubicBezTo>
                <a:cubicBezTo>
                  <a:pt x="174" y="77"/>
                  <a:pt x="174" y="78"/>
                  <a:pt x="174" y="79"/>
                </a:cubicBezTo>
                <a:cubicBezTo>
                  <a:pt x="174" y="80"/>
                  <a:pt x="174" y="80"/>
                  <a:pt x="176" y="80"/>
                </a:cubicBezTo>
                <a:cubicBezTo>
                  <a:pt x="177" y="80"/>
                  <a:pt x="178" y="80"/>
                  <a:pt x="178" y="81"/>
                </a:cubicBezTo>
                <a:cubicBezTo>
                  <a:pt x="178" y="81"/>
                  <a:pt x="177" y="81"/>
                  <a:pt x="177" y="82"/>
                </a:cubicBezTo>
                <a:cubicBezTo>
                  <a:pt x="176" y="82"/>
                  <a:pt x="175" y="83"/>
                  <a:pt x="175" y="84"/>
                </a:cubicBezTo>
                <a:cubicBezTo>
                  <a:pt x="175" y="84"/>
                  <a:pt x="175" y="85"/>
                  <a:pt x="175" y="85"/>
                </a:cubicBezTo>
                <a:cubicBezTo>
                  <a:pt x="175" y="85"/>
                  <a:pt x="176" y="85"/>
                  <a:pt x="176" y="86"/>
                </a:cubicBezTo>
                <a:cubicBezTo>
                  <a:pt x="176" y="86"/>
                  <a:pt x="175" y="87"/>
                  <a:pt x="175" y="87"/>
                </a:cubicBezTo>
                <a:cubicBezTo>
                  <a:pt x="175" y="87"/>
                  <a:pt x="175" y="87"/>
                  <a:pt x="175" y="88"/>
                </a:cubicBezTo>
                <a:cubicBezTo>
                  <a:pt x="175" y="88"/>
                  <a:pt x="176" y="88"/>
                  <a:pt x="177" y="87"/>
                </a:cubicBezTo>
                <a:cubicBezTo>
                  <a:pt x="177" y="87"/>
                  <a:pt x="178" y="87"/>
                  <a:pt x="178" y="87"/>
                </a:cubicBezTo>
                <a:cubicBezTo>
                  <a:pt x="179" y="87"/>
                  <a:pt x="179" y="87"/>
                  <a:pt x="180" y="87"/>
                </a:cubicBezTo>
                <a:cubicBezTo>
                  <a:pt x="180" y="87"/>
                  <a:pt x="181" y="88"/>
                  <a:pt x="181" y="89"/>
                </a:cubicBezTo>
                <a:cubicBezTo>
                  <a:pt x="181" y="89"/>
                  <a:pt x="180" y="89"/>
                  <a:pt x="180" y="90"/>
                </a:cubicBezTo>
                <a:cubicBezTo>
                  <a:pt x="179" y="90"/>
                  <a:pt x="179" y="90"/>
                  <a:pt x="178" y="90"/>
                </a:cubicBezTo>
                <a:cubicBezTo>
                  <a:pt x="177" y="90"/>
                  <a:pt x="176" y="89"/>
                  <a:pt x="174" y="88"/>
                </a:cubicBezTo>
                <a:cubicBezTo>
                  <a:pt x="174" y="88"/>
                  <a:pt x="174" y="88"/>
                  <a:pt x="174" y="89"/>
                </a:cubicBezTo>
                <a:cubicBezTo>
                  <a:pt x="174" y="90"/>
                  <a:pt x="175" y="91"/>
                  <a:pt x="176" y="91"/>
                </a:cubicBezTo>
                <a:cubicBezTo>
                  <a:pt x="178" y="90"/>
                  <a:pt x="178" y="91"/>
                  <a:pt x="178" y="92"/>
                </a:cubicBezTo>
                <a:cubicBezTo>
                  <a:pt x="178" y="92"/>
                  <a:pt x="177" y="93"/>
                  <a:pt x="175" y="95"/>
                </a:cubicBezTo>
                <a:cubicBezTo>
                  <a:pt x="172" y="96"/>
                  <a:pt x="171" y="97"/>
                  <a:pt x="171" y="99"/>
                </a:cubicBezTo>
                <a:cubicBezTo>
                  <a:pt x="171" y="100"/>
                  <a:pt x="172" y="100"/>
                  <a:pt x="173" y="101"/>
                </a:cubicBezTo>
                <a:cubicBezTo>
                  <a:pt x="174" y="101"/>
                  <a:pt x="175" y="101"/>
                  <a:pt x="176" y="101"/>
                </a:cubicBezTo>
                <a:cubicBezTo>
                  <a:pt x="176" y="101"/>
                  <a:pt x="176" y="101"/>
                  <a:pt x="176" y="101"/>
                </a:cubicBezTo>
                <a:cubicBezTo>
                  <a:pt x="176" y="101"/>
                  <a:pt x="178" y="101"/>
                  <a:pt x="179" y="101"/>
                </a:cubicBezTo>
                <a:cubicBezTo>
                  <a:pt x="181" y="101"/>
                  <a:pt x="182" y="102"/>
                  <a:pt x="182" y="103"/>
                </a:cubicBezTo>
                <a:cubicBezTo>
                  <a:pt x="182" y="104"/>
                  <a:pt x="181" y="104"/>
                  <a:pt x="180" y="105"/>
                </a:cubicBezTo>
                <a:cubicBezTo>
                  <a:pt x="179" y="105"/>
                  <a:pt x="177" y="106"/>
                  <a:pt x="176" y="106"/>
                </a:cubicBezTo>
                <a:cubicBezTo>
                  <a:pt x="175" y="105"/>
                  <a:pt x="174" y="105"/>
                  <a:pt x="174" y="104"/>
                </a:cubicBezTo>
                <a:cubicBezTo>
                  <a:pt x="173" y="103"/>
                  <a:pt x="173" y="103"/>
                  <a:pt x="172" y="102"/>
                </a:cubicBezTo>
                <a:cubicBezTo>
                  <a:pt x="171" y="102"/>
                  <a:pt x="170" y="103"/>
                  <a:pt x="170" y="104"/>
                </a:cubicBezTo>
                <a:cubicBezTo>
                  <a:pt x="170" y="104"/>
                  <a:pt x="171" y="105"/>
                  <a:pt x="171" y="105"/>
                </a:cubicBezTo>
                <a:cubicBezTo>
                  <a:pt x="171" y="105"/>
                  <a:pt x="170" y="105"/>
                  <a:pt x="170" y="105"/>
                </a:cubicBezTo>
                <a:cubicBezTo>
                  <a:pt x="171" y="107"/>
                  <a:pt x="171" y="108"/>
                  <a:pt x="171" y="109"/>
                </a:cubicBezTo>
                <a:cubicBezTo>
                  <a:pt x="170" y="109"/>
                  <a:pt x="170" y="109"/>
                  <a:pt x="169" y="109"/>
                </a:cubicBezTo>
                <a:cubicBezTo>
                  <a:pt x="169" y="109"/>
                  <a:pt x="168" y="109"/>
                  <a:pt x="167" y="109"/>
                </a:cubicBezTo>
                <a:cubicBezTo>
                  <a:pt x="166" y="109"/>
                  <a:pt x="165" y="109"/>
                  <a:pt x="164" y="110"/>
                </a:cubicBezTo>
                <a:cubicBezTo>
                  <a:pt x="163" y="110"/>
                  <a:pt x="163" y="111"/>
                  <a:pt x="163" y="112"/>
                </a:cubicBezTo>
                <a:cubicBezTo>
                  <a:pt x="162" y="112"/>
                  <a:pt x="162" y="112"/>
                  <a:pt x="162" y="112"/>
                </a:cubicBezTo>
                <a:cubicBezTo>
                  <a:pt x="162" y="112"/>
                  <a:pt x="162" y="112"/>
                  <a:pt x="162" y="113"/>
                </a:cubicBezTo>
                <a:cubicBezTo>
                  <a:pt x="162" y="114"/>
                  <a:pt x="162" y="114"/>
                  <a:pt x="162" y="114"/>
                </a:cubicBezTo>
                <a:cubicBezTo>
                  <a:pt x="165" y="118"/>
                  <a:pt x="167" y="122"/>
                  <a:pt x="170" y="127"/>
                </a:cubicBezTo>
                <a:cubicBezTo>
                  <a:pt x="177" y="140"/>
                  <a:pt x="177" y="140"/>
                  <a:pt x="177" y="140"/>
                </a:cubicBezTo>
                <a:cubicBezTo>
                  <a:pt x="176" y="140"/>
                  <a:pt x="175" y="139"/>
                  <a:pt x="174" y="137"/>
                </a:cubicBezTo>
                <a:cubicBezTo>
                  <a:pt x="172" y="135"/>
                  <a:pt x="171" y="133"/>
                  <a:pt x="169" y="130"/>
                </a:cubicBezTo>
                <a:cubicBezTo>
                  <a:pt x="167" y="127"/>
                  <a:pt x="165" y="124"/>
                  <a:pt x="163" y="120"/>
                </a:cubicBezTo>
                <a:cubicBezTo>
                  <a:pt x="162" y="118"/>
                  <a:pt x="161" y="118"/>
                  <a:pt x="161" y="118"/>
                </a:cubicBezTo>
                <a:cubicBezTo>
                  <a:pt x="160" y="118"/>
                  <a:pt x="160" y="118"/>
                  <a:pt x="159" y="119"/>
                </a:cubicBezTo>
                <a:cubicBezTo>
                  <a:pt x="158" y="120"/>
                  <a:pt x="157" y="121"/>
                  <a:pt x="157" y="122"/>
                </a:cubicBezTo>
                <a:cubicBezTo>
                  <a:pt x="157" y="122"/>
                  <a:pt x="157" y="123"/>
                  <a:pt x="158" y="124"/>
                </a:cubicBezTo>
                <a:cubicBezTo>
                  <a:pt x="158" y="125"/>
                  <a:pt x="158" y="125"/>
                  <a:pt x="158" y="126"/>
                </a:cubicBezTo>
                <a:cubicBezTo>
                  <a:pt x="158" y="127"/>
                  <a:pt x="158" y="127"/>
                  <a:pt x="157" y="127"/>
                </a:cubicBezTo>
                <a:cubicBezTo>
                  <a:pt x="157" y="127"/>
                  <a:pt x="157" y="127"/>
                  <a:pt x="157" y="126"/>
                </a:cubicBezTo>
                <a:cubicBezTo>
                  <a:pt x="157" y="126"/>
                  <a:pt x="156" y="125"/>
                  <a:pt x="156" y="125"/>
                </a:cubicBezTo>
                <a:cubicBezTo>
                  <a:pt x="155" y="126"/>
                  <a:pt x="155" y="126"/>
                  <a:pt x="154" y="127"/>
                </a:cubicBezTo>
                <a:cubicBezTo>
                  <a:pt x="154" y="127"/>
                  <a:pt x="154" y="127"/>
                  <a:pt x="154" y="127"/>
                </a:cubicBezTo>
                <a:cubicBezTo>
                  <a:pt x="153" y="128"/>
                  <a:pt x="153" y="128"/>
                  <a:pt x="153" y="128"/>
                </a:cubicBezTo>
                <a:cubicBezTo>
                  <a:pt x="153" y="129"/>
                  <a:pt x="153" y="129"/>
                  <a:pt x="153" y="130"/>
                </a:cubicBezTo>
                <a:cubicBezTo>
                  <a:pt x="154" y="131"/>
                  <a:pt x="154" y="132"/>
                  <a:pt x="154" y="133"/>
                </a:cubicBezTo>
                <a:cubicBezTo>
                  <a:pt x="154" y="132"/>
                  <a:pt x="155" y="132"/>
                  <a:pt x="156" y="132"/>
                </a:cubicBezTo>
                <a:cubicBezTo>
                  <a:pt x="158" y="132"/>
                  <a:pt x="159" y="133"/>
                  <a:pt x="159" y="134"/>
                </a:cubicBezTo>
                <a:cubicBezTo>
                  <a:pt x="159" y="135"/>
                  <a:pt x="158" y="135"/>
                  <a:pt x="158" y="136"/>
                </a:cubicBezTo>
                <a:cubicBezTo>
                  <a:pt x="158" y="136"/>
                  <a:pt x="157" y="137"/>
                  <a:pt x="156" y="137"/>
                </a:cubicBezTo>
                <a:cubicBezTo>
                  <a:pt x="156" y="136"/>
                  <a:pt x="155" y="136"/>
                  <a:pt x="155" y="135"/>
                </a:cubicBezTo>
                <a:cubicBezTo>
                  <a:pt x="154" y="135"/>
                  <a:pt x="154" y="135"/>
                  <a:pt x="153" y="134"/>
                </a:cubicBezTo>
                <a:cubicBezTo>
                  <a:pt x="153" y="135"/>
                  <a:pt x="152" y="135"/>
                  <a:pt x="150" y="135"/>
                </a:cubicBezTo>
                <a:cubicBezTo>
                  <a:pt x="149" y="135"/>
                  <a:pt x="148" y="135"/>
                  <a:pt x="148" y="135"/>
                </a:cubicBezTo>
                <a:cubicBezTo>
                  <a:pt x="147" y="135"/>
                  <a:pt x="146" y="135"/>
                  <a:pt x="146" y="134"/>
                </a:cubicBezTo>
                <a:cubicBezTo>
                  <a:pt x="146" y="133"/>
                  <a:pt x="146" y="133"/>
                  <a:pt x="146" y="133"/>
                </a:cubicBezTo>
                <a:cubicBezTo>
                  <a:pt x="144" y="133"/>
                  <a:pt x="143" y="134"/>
                  <a:pt x="143" y="135"/>
                </a:cubicBezTo>
                <a:cubicBezTo>
                  <a:pt x="143" y="137"/>
                  <a:pt x="143" y="138"/>
                  <a:pt x="143" y="139"/>
                </a:cubicBezTo>
                <a:cubicBezTo>
                  <a:pt x="143" y="140"/>
                  <a:pt x="143" y="141"/>
                  <a:pt x="143" y="141"/>
                </a:cubicBezTo>
                <a:cubicBezTo>
                  <a:pt x="142" y="143"/>
                  <a:pt x="142" y="145"/>
                  <a:pt x="142" y="147"/>
                </a:cubicBezTo>
                <a:cubicBezTo>
                  <a:pt x="142" y="150"/>
                  <a:pt x="142" y="152"/>
                  <a:pt x="142" y="153"/>
                </a:cubicBezTo>
                <a:cubicBezTo>
                  <a:pt x="142" y="154"/>
                  <a:pt x="142" y="154"/>
                  <a:pt x="142" y="155"/>
                </a:cubicBezTo>
                <a:cubicBezTo>
                  <a:pt x="141" y="156"/>
                  <a:pt x="141" y="157"/>
                  <a:pt x="140" y="157"/>
                </a:cubicBezTo>
                <a:cubicBezTo>
                  <a:pt x="140" y="157"/>
                  <a:pt x="139" y="156"/>
                  <a:pt x="139" y="155"/>
                </a:cubicBezTo>
                <a:cubicBezTo>
                  <a:pt x="139" y="154"/>
                  <a:pt x="139" y="154"/>
                  <a:pt x="139" y="153"/>
                </a:cubicBezTo>
                <a:cubicBezTo>
                  <a:pt x="139" y="151"/>
                  <a:pt x="139" y="148"/>
                  <a:pt x="139" y="145"/>
                </a:cubicBezTo>
                <a:cubicBezTo>
                  <a:pt x="140" y="138"/>
                  <a:pt x="140" y="138"/>
                  <a:pt x="140" y="138"/>
                </a:cubicBezTo>
                <a:cubicBezTo>
                  <a:pt x="139" y="137"/>
                  <a:pt x="138" y="135"/>
                  <a:pt x="137" y="134"/>
                </a:cubicBezTo>
                <a:cubicBezTo>
                  <a:pt x="135" y="132"/>
                  <a:pt x="134" y="131"/>
                  <a:pt x="132" y="131"/>
                </a:cubicBezTo>
                <a:cubicBezTo>
                  <a:pt x="132" y="132"/>
                  <a:pt x="132" y="132"/>
                  <a:pt x="132" y="133"/>
                </a:cubicBezTo>
                <a:cubicBezTo>
                  <a:pt x="132" y="134"/>
                  <a:pt x="133" y="135"/>
                  <a:pt x="133" y="135"/>
                </a:cubicBezTo>
                <a:cubicBezTo>
                  <a:pt x="133" y="136"/>
                  <a:pt x="132" y="137"/>
                  <a:pt x="131" y="137"/>
                </a:cubicBezTo>
                <a:cubicBezTo>
                  <a:pt x="130" y="137"/>
                  <a:pt x="129" y="136"/>
                  <a:pt x="129" y="135"/>
                </a:cubicBezTo>
                <a:cubicBezTo>
                  <a:pt x="129" y="135"/>
                  <a:pt x="129" y="134"/>
                  <a:pt x="129" y="134"/>
                </a:cubicBezTo>
                <a:cubicBezTo>
                  <a:pt x="129" y="134"/>
                  <a:pt x="129" y="133"/>
                  <a:pt x="129" y="133"/>
                </a:cubicBezTo>
                <a:cubicBezTo>
                  <a:pt x="129" y="131"/>
                  <a:pt x="129" y="129"/>
                  <a:pt x="128" y="129"/>
                </a:cubicBezTo>
                <a:cubicBezTo>
                  <a:pt x="127" y="128"/>
                  <a:pt x="126" y="128"/>
                  <a:pt x="124" y="127"/>
                </a:cubicBezTo>
                <a:cubicBezTo>
                  <a:pt x="123" y="128"/>
                  <a:pt x="122" y="129"/>
                  <a:pt x="121" y="129"/>
                </a:cubicBezTo>
                <a:cubicBezTo>
                  <a:pt x="119" y="129"/>
                  <a:pt x="118" y="129"/>
                  <a:pt x="118" y="128"/>
                </a:cubicBezTo>
                <a:cubicBezTo>
                  <a:pt x="116" y="128"/>
                  <a:pt x="115" y="129"/>
                  <a:pt x="114" y="129"/>
                </a:cubicBezTo>
                <a:cubicBezTo>
                  <a:pt x="114" y="130"/>
                  <a:pt x="113" y="130"/>
                  <a:pt x="111" y="130"/>
                </a:cubicBezTo>
                <a:cubicBezTo>
                  <a:pt x="111" y="130"/>
                  <a:pt x="111" y="130"/>
                  <a:pt x="110" y="130"/>
                </a:cubicBezTo>
                <a:cubicBezTo>
                  <a:pt x="110" y="130"/>
                  <a:pt x="110" y="130"/>
                  <a:pt x="110" y="129"/>
                </a:cubicBezTo>
                <a:cubicBezTo>
                  <a:pt x="110" y="128"/>
                  <a:pt x="110" y="127"/>
                  <a:pt x="112" y="125"/>
                </a:cubicBezTo>
                <a:cubicBezTo>
                  <a:pt x="113" y="124"/>
                  <a:pt x="114" y="122"/>
                  <a:pt x="114" y="120"/>
                </a:cubicBezTo>
                <a:cubicBezTo>
                  <a:pt x="114" y="118"/>
                  <a:pt x="113" y="117"/>
                  <a:pt x="112" y="115"/>
                </a:cubicBezTo>
                <a:cubicBezTo>
                  <a:pt x="111" y="114"/>
                  <a:pt x="110" y="113"/>
                  <a:pt x="110" y="114"/>
                </a:cubicBezTo>
                <a:cubicBezTo>
                  <a:pt x="110" y="113"/>
                  <a:pt x="110" y="110"/>
                  <a:pt x="111" y="107"/>
                </a:cubicBezTo>
                <a:cubicBezTo>
                  <a:pt x="112" y="104"/>
                  <a:pt x="112" y="102"/>
                  <a:pt x="113" y="101"/>
                </a:cubicBezTo>
                <a:cubicBezTo>
                  <a:pt x="112" y="101"/>
                  <a:pt x="112" y="100"/>
                  <a:pt x="112" y="100"/>
                </a:cubicBezTo>
                <a:cubicBezTo>
                  <a:pt x="112" y="100"/>
                  <a:pt x="112" y="99"/>
                  <a:pt x="113" y="99"/>
                </a:cubicBezTo>
                <a:cubicBezTo>
                  <a:pt x="113" y="99"/>
                  <a:pt x="113" y="98"/>
                  <a:pt x="113" y="98"/>
                </a:cubicBezTo>
                <a:cubicBezTo>
                  <a:pt x="113" y="97"/>
                  <a:pt x="113" y="97"/>
                  <a:pt x="112" y="96"/>
                </a:cubicBezTo>
                <a:cubicBezTo>
                  <a:pt x="111" y="96"/>
                  <a:pt x="111" y="95"/>
                  <a:pt x="111" y="94"/>
                </a:cubicBezTo>
                <a:cubicBezTo>
                  <a:pt x="111" y="94"/>
                  <a:pt x="111" y="93"/>
                  <a:pt x="111" y="93"/>
                </a:cubicBezTo>
                <a:cubicBezTo>
                  <a:pt x="111" y="92"/>
                  <a:pt x="111" y="92"/>
                  <a:pt x="111" y="92"/>
                </a:cubicBezTo>
                <a:cubicBezTo>
                  <a:pt x="110" y="92"/>
                  <a:pt x="110" y="93"/>
                  <a:pt x="110" y="93"/>
                </a:cubicBezTo>
                <a:cubicBezTo>
                  <a:pt x="109" y="93"/>
                  <a:pt x="109" y="92"/>
                  <a:pt x="109" y="92"/>
                </a:cubicBezTo>
                <a:cubicBezTo>
                  <a:pt x="109" y="91"/>
                  <a:pt x="109" y="91"/>
                  <a:pt x="111" y="91"/>
                </a:cubicBezTo>
                <a:cubicBezTo>
                  <a:pt x="110" y="90"/>
                  <a:pt x="110" y="90"/>
                  <a:pt x="108" y="89"/>
                </a:cubicBezTo>
                <a:cubicBezTo>
                  <a:pt x="107" y="89"/>
                  <a:pt x="106" y="89"/>
                  <a:pt x="105" y="88"/>
                </a:cubicBezTo>
                <a:cubicBezTo>
                  <a:pt x="103" y="88"/>
                  <a:pt x="101" y="87"/>
                  <a:pt x="99" y="87"/>
                </a:cubicBezTo>
                <a:cubicBezTo>
                  <a:pt x="99" y="87"/>
                  <a:pt x="99" y="87"/>
                  <a:pt x="100" y="87"/>
                </a:cubicBezTo>
                <a:cubicBezTo>
                  <a:pt x="100" y="87"/>
                  <a:pt x="100" y="87"/>
                  <a:pt x="100" y="87"/>
                </a:cubicBezTo>
                <a:cubicBezTo>
                  <a:pt x="101" y="87"/>
                  <a:pt x="101" y="87"/>
                  <a:pt x="101" y="87"/>
                </a:cubicBezTo>
                <a:cubicBezTo>
                  <a:pt x="102" y="87"/>
                  <a:pt x="102" y="87"/>
                  <a:pt x="103" y="87"/>
                </a:cubicBezTo>
                <a:cubicBezTo>
                  <a:pt x="103" y="87"/>
                  <a:pt x="104" y="87"/>
                  <a:pt x="105" y="87"/>
                </a:cubicBezTo>
                <a:cubicBezTo>
                  <a:pt x="105" y="87"/>
                  <a:pt x="106" y="87"/>
                  <a:pt x="106" y="87"/>
                </a:cubicBezTo>
                <a:cubicBezTo>
                  <a:pt x="107" y="87"/>
                  <a:pt x="107" y="87"/>
                  <a:pt x="108" y="87"/>
                </a:cubicBezTo>
                <a:cubicBezTo>
                  <a:pt x="108" y="87"/>
                  <a:pt x="109" y="87"/>
                  <a:pt x="110" y="86"/>
                </a:cubicBezTo>
                <a:cubicBezTo>
                  <a:pt x="111" y="85"/>
                  <a:pt x="112" y="84"/>
                  <a:pt x="113" y="83"/>
                </a:cubicBezTo>
                <a:cubicBezTo>
                  <a:pt x="115" y="80"/>
                  <a:pt x="115" y="80"/>
                  <a:pt x="115" y="80"/>
                </a:cubicBezTo>
                <a:cubicBezTo>
                  <a:pt x="116" y="79"/>
                  <a:pt x="117" y="79"/>
                  <a:pt x="117" y="79"/>
                </a:cubicBezTo>
                <a:cubicBezTo>
                  <a:pt x="115" y="77"/>
                  <a:pt x="115" y="77"/>
                  <a:pt x="115" y="77"/>
                </a:cubicBezTo>
                <a:cubicBezTo>
                  <a:pt x="114" y="75"/>
                  <a:pt x="114" y="75"/>
                  <a:pt x="114" y="75"/>
                </a:cubicBezTo>
                <a:cubicBezTo>
                  <a:pt x="113" y="74"/>
                  <a:pt x="112" y="74"/>
                  <a:pt x="112" y="74"/>
                </a:cubicBezTo>
                <a:cubicBezTo>
                  <a:pt x="111" y="74"/>
                  <a:pt x="111" y="75"/>
                  <a:pt x="111" y="76"/>
                </a:cubicBezTo>
                <a:cubicBezTo>
                  <a:pt x="111" y="77"/>
                  <a:pt x="111" y="77"/>
                  <a:pt x="110" y="77"/>
                </a:cubicBezTo>
                <a:cubicBezTo>
                  <a:pt x="110" y="77"/>
                  <a:pt x="109" y="77"/>
                  <a:pt x="109" y="76"/>
                </a:cubicBezTo>
                <a:cubicBezTo>
                  <a:pt x="109" y="76"/>
                  <a:pt x="109" y="76"/>
                  <a:pt x="109" y="76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106" y="76"/>
                  <a:pt x="105" y="75"/>
                  <a:pt x="105" y="75"/>
                </a:cubicBezTo>
                <a:cubicBezTo>
                  <a:pt x="104" y="74"/>
                  <a:pt x="103" y="73"/>
                  <a:pt x="103" y="72"/>
                </a:cubicBezTo>
                <a:cubicBezTo>
                  <a:pt x="102" y="70"/>
                  <a:pt x="101" y="69"/>
                  <a:pt x="100" y="68"/>
                </a:cubicBezTo>
                <a:cubicBezTo>
                  <a:pt x="100" y="67"/>
                  <a:pt x="98" y="66"/>
                  <a:pt x="97" y="66"/>
                </a:cubicBezTo>
                <a:cubicBezTo>
                  <a:pt x="96" y="65"/>
                  <a:pt x="94" y="64"/>
                  <a:pt x="92" y="63"/>
                </a:cubicBezTo>
                <a:cubicBezTo>
                  <a:pt x="90" y="62"/>
                  <a:pt x="89" y="61"/>
                  <a:pt x="89" y="61"/>
                </a:cubicBezTo>
                <a:cubicBezTo>
                  <a:pt x="89" y="61"/>
                  <a:pt x="89" y="61"/>
                  <a:pt x="90" y="61"/>
                </a:cubicBezTo>
                <a:cubicBezTo>
                  <a:pt x="90" y="61"/>
                  <a:pt x="90" y="61"/>
                  <a:pt x="90" y="61"/>
                </a:cubicBezTo>
                <a:cubicBezTo>
                  <a:pt x="91" y="62"/>
                  <a:pt x="94" y="63"/>
                  <a:pt x="97" y="64"/>
                </a:cubicBezTo>
                <a:cubicBezTo>
                  <a:pt x="101" y="66"/>
                  <a:pt x="103" y="66"/>
                  <a:pt x="103" y="66"/>
                </a:cubicBezTo>
                <a:cubicBezTo>
                  <a:pt x="104" y="66"/>
                  <a:pt x="104" y="66"/>
                  <a:pt x="105" y="65"/>
                </a:cubicBezTo>
                <a:cubicBezTo>
                  <a:pt x="105" y="64"/>
                  <a:pt x="106" y="64"/>
                  <a:pt x="108" y="64"/>
                </a:cubicBezTo>
                <a:cubicBezTo>
                  <a:pt x="109" y="64"/>
                  <a:pt x="110" y="64"/>
                  <a:pt x="111" y="65"/>
                </a:cubicBezTo>
                <a:cubicBezTo>
                  <a:pt x="111" y="66"/>
                  <a:pt x="112" y="66"/>
                  <a:pt x="113" y="67"/>
                </a:cubicBezTo>
                <a:cubicBezTo>
                  <a:pt x="113" y="68"/>
                  <a:pt x="113" y="69"/>
                  <a:pt x="114" y="69"/>
                </a:cubicBezTo>
                <a:cubicBezTo>
                  <a:pt x="114" y="69"/>
                  <a:pt x="114" y="69"/>
                  <a:pt x="114" y="69"/>
                </a:cubicBezTo>
                <a:cubicBezTo>
                  <a:pt x="114" y="70"/>
                  <a:pt x="114" y="70"/>
                  <a:pt x="113" y="71"/>
                </a:cubicBezTo>
                <a:cubicBezTo>
                  <a:pt x="113" y="71"/>
                  <a:pt x="113" y="72"/>
                  <a:pt x="113" y="72"/>
                </a:cubicBezTo>
                <a:cubicBezTo>
                  <a:pt x="114" y="73"/>
                  <a:pt x="115" y="74"/>
                  <a:pt x="116" y="74"/>
                </a:cubicBezTo>
                <a:cubicBezTo>
                  <a:pt x="117" y="74"/>
                  <a:pt x="118" y="73"/>
                  <a:pt x="118" y="72"/>
                </a:cubicBezTo>
                <a:cubicBezTo>
                  <a:pt x="118" y="71"/>
                  <a:pt x="118" y="70"/>
                  <a:pt x="119" y="69"/>
                </a:cubicBezTo>
                <a:cubicBezTo>
                  <a:pt x="118" y="68"/>
                  <a:pt x="117" y="67"/>
                  <a:pt x="117" y="67"/>
                </a:cubicBezTo>
                <a:cubicBezTo>
                  <a:pt x="117" y="66"/>
                  <a:pt x="117" y="66"/>
                  <a:pt x="117" y="66"/>
                </a:cubicBezTo>
                <a:cubicBezTo>
                  <a:pt x="118" y="66"/>
                  <a:pt x="118" y="65"/>
                  <a:pt x="118" y="65"/>
                </a:cubicBezTo>
                <a:cubicBezTo>
                  <a:pt x="117" y="65"/>
                  <a:pt x="116" y="64"/>
                  <a:pt x="115" y="63"/>
                </a:cubicBezTo>
                <a:cubicBezTo>
                  <a:pt x="115" y="63"/>
                  <a:pt x="114" y="62"/>
                  <a:pt x="114" y="62"/>
                </a:cubicBezTo>
                <a:cubicBezTo>
                  <a:pt x="114" y="61"/>
                  <a:pt x="114" y="61"/>
                  <a:pt x="115" y="61"/>
                </a:cubicBezTo>
                <a:cubicBezTo>
                  <a:pt x="116" y="61"/>
                  <a:pt x="117" y="61"/>
                  <a:pt x="118" y="62"/>
                </a:cubicBezTo>
                <a:cubicBezTo>
                  <a:pt x="118" y="63"/>
                  <a:pt x="119" y="63"/>
                  <a:pt x="119" y="63"/>
                </a:cubicBezTo>
                <a:cubicBezTo>
                  <a:pt x="120" y="63"/>
                  <a:pt x="120" y="63"/>
                  <a:pt x="120" y="62"/>
                </a:cubicBezTo>
                <a:cubicBezTo>
                  <a:pt x="120" y="61"/>
                  <a:pt x="121" y="61"/>
                  <a:pt x="121" y="61"/>
                </a:cubicBezTo>
                <a:cubicBezTo>
                  <a:pt x="123" y="61"/>
                  <a:pt x="124" y="60"/>
                  <a:pt x="124" y="59"/>
                </a:cubicBezTo>
                <a:cubicBezTo>
                  <a:pt x="124" y="58"/>
                  <a:pt x="123" y="57"/>
                  <a:pt x="123" y="57"/>
                </a:cubicBezTo>
                <a:cubicBezTo>
                  <a:pt x="122" y="56"/>
                  <a:pt x="122" y="55"/>
                  <a:pt x="121" y="55"/>
                </a:cubicBezTo>
                <a:cubicBezTo>
                  <a:pt x="121" y="54"/>
                  <a:pt x="122" y="54"/>
                  <a:pt x="122" y="54"/>
                </a:cubicBezTo>
                <a:cubicBezTo>
                  <a:pt x="123" y="54"/>
                  <a:pt x="124" y="55"/>
                  <a:pt x="125" y="57"/>
                </a:cubicBezTo>
                <a:cubicBezTo>
                  <a:pt x="126" y="58"/>
                  <a:pt x="127" y="59"/>
                  <a:pt x="128" y="59"/>
                </a:cubicBezTo>
                <a:cubicBezTo>
                  <a:pt x="128" y="59"/>
                  <a:pt x="129" y="59"/>
                  <a:pt x="129" y="57"/>
                </a:cubicBezTo>
                <a:cubicBezTo>
                  <a:pt x="129" y="57"/>
                  <a:pt x="129" y="56"/>
                  <a:pt x="129" y="55"/>
                </a:cubicBezTo>
                <a:cubicBezTo>
                  <a:pt x="128" y="54"/>
                  <a:pt x="128" y="53"/>
                  <a:pt x="128" y="53"/>
                </a:cubicBezTo>
                <a:cubicBezTo>
                  <a:pt x="128" y="52"/>
                  <a:pt x="128" y="52"/>
                  <a:pt x="129" y="51"/>
                </a:cubicBezTo>
                <a:cubicBezTo>
                  <a:pt x="129" y="51"/>
                  <a:pt x="129" y="51"/>
                  <a:pt x="129" y="50"/>
                </a:cubicBezTo>
                <a:cubicBezTo>
                  <a:pt x="129" y="51"/>
                  <a:pt x="130" y="52"/>
                  <a:pt x="132" y="54"/>
                </a:cubicBezTo>
                <a:cubicBezTo>
                  <a:pt x="134" y="55"/>
                  <a:pt x="134" y="56"/>
                  <a:pt x="134" y="56"/>
                </a:cubicBezTo>
                <a:cubicBezTo>
                  <a:pt x="135" y="56"/>
                  <a:pt x="136" y="56"/>
                  <a:pt x="138" y="55"/>
                </a:cubicBezTo>
                <a:cubicBezTo>
                  <a:pt x="140" y="54"/>
                  <a:pt x="141" y="53"/>
                  <a:pt x="143" y="52"/>
                </a:cubicBezTo>
                <a:cubicBezTo>
                  <a:pt x="145" y="52"/>
                  <a:pt x="146" y="53"/>
                  <a:pt x="148" y="55"/>
                </a:cubicBezTo>
                <a:cubicBezTo>
                  <a:pt x="150" y="56"/>
                  <a:pt x="151" y="57"/>
                  <a:pt x="152" y="57"/>
                </a:cubicBezTo>
                <a:cubicBezTo>
                  <a:pt x="153" y="57"/>
                  <a:pt x="153" y="56"/>
                  <a:pt x="154" y="56"/>
                </a:cubicBezTo>
                <a:cubicBezTo>
                  <a:pt x="154" y="54"/>
                  <a:pt x="154" y="54"/>
                  <a:pt x="154" y="54"/>
                </a:cubicBezTo>
                <a:cubicBezTo>
                  <a:pt x="155" y="53"/>
                  <a:pt x="155" y="53"/>
                  <a:pt x="155" y="53"/>
                </a:cubicBezTo>
                <a:cubicBezTo>
                  <a:pt x="155" y="52"/>
                  <a:pt x="156" y="52"/>
                  <a:pt x="157" y="52"/>
                </a:cubicBezTo>
                <a:cubicBezTo>
                  <a:pt x="158" y="52"/>
                  <a:pt x="158" y="53"/>
                  <a:pt x="158" y="53"/>
                </a:cubicBezTo>
                <a:cubicBezTo>
                  <a:pt x="159" y="54"/>
                  <a:pt x="159" y="55"/>
                  <a:pt x="159" y="56"/>
                </a:cubicBezTo>
                <a:cubicBezTo>
                  <a:pt x="159" y="57"/>
                  <a:pt x="159" y="58"/>
                  <a:pt x="159" y="59"/>
                </a:cubicBezTo>
                <a:cubicBezTo>
                  <a:pt x="160" y="60"/>
                  <a:pt x="160" y="60"/>
                  <a:pt x="161" y="61"/>
                </a:cubicBezTo>
                <a:cubicBezTo>
                  <a:pt x="162" y="60"/>
                  <a:pt x="163" y="59"/>
                  <a:pt x="165" y="59"/>
                </a:cubicBezTo>
                <a:cubicBezTo>
                  <a:pt x="165" y="59"/>
                  <a:pt x="165" y="59"/>
                  <a:pt x="165" y="60"/>
                </a:cubicBezTo>
                <a:cubicBezTo>
                  <a:pt x="165" y="61"/>
                  <a:pt x="165" y="62"/>
                  <a:pt x="165" y="62"/>
                </a:cubicBezTo>
                <a:cubicBezTo>
                  <a:pt x="165" y="63"/>
                  <a:pt x="164" y="63"/>
                  <a:pt x="164" y="64"/>
                </a:cubicBezTo>
                <a:cubicBezTo>
                  <a:pt x="164" y="64"/>
                  <a:pt x="165" y="65"/>
                  <a:pt x="165" y="65"/>
                </a:cubicBezTo>
                <a:cubicBezTo>
                  <a:pt x="165" y="66"/>
                  <a:pt x="166" y="66"/>
                  <a:pt x="166" y="66"/>
                </a:cubicBezTo>
                <a:cubicBezTo>
                  <a:pt x="167" y="66"/>
                  <a:pt x="167" y="66"/>
                  <a:pt x="167" y="65"/>
                </a:cubicBezTo>
                <a:cubicBezTo>
                  <a:pt x="167" y="65"/>
                  <a:pt x="168" y="65"/>
                  <a:pt x="168" y="64"/>
                </a:cubicBezTo>
                <a:close/>
                <a:moveTo>
                  <a:pt x="44" y="13"/>
                </a:moveTo>
                <a:cubicBezTo>
                  <a:pt x="44" y="13"/>
                  <a:pt x="45" y="13"/>
                  <a:pt x="46" y="13"/>
                </a:cubicBezTo>
                <a:cubicBezTo>
                  <a:pt x="46" y="14"/>
                  <a:pt x="46" y="16"/>
                  <a:pt x="46" y="17"/>
                </a:cubicBezTo>
                <a:cubicBezTo>
                  <a:pt x="46" y="19"/>
                  <a:pt x="46" y="20"/>
                  <a:pt x="45" y="21"/>
                </a:cubicBezTo>
                <a:cubicBezTo>
                  <a:pt x="45" y="22"/>
                  <a:pt x="46" y="23"/>
                  <a:pt x="46" y="23"/>
                </a:cubicBezTo>
                <a:cubicBezTo>
                  <a:pt x="47" y="23"/>
                  <a:pt x="48" y="22"/>
                  <a:pt x="49" y="22"/>
                </a:cubicBezTo>
                <a:cubicBezTo>
                  <a:pt x="49" y="21"/>
                  <a:pt x="50" y="20"/>
                  <a:pt x="51" y="20"/>
                </a:cubicBezTo>
                <a:cubicBezTo>
                  <a:pt x="51" y="20"/>
                  <a:pt x="51" y="20"/>
                  <a:pt x="51" y="20"/>
                </a:cubicBezTo>
                <a:cubicBezTo>
                  <a:pt x="51" y="21"/>
                  <a:pt x="51" y="22"/>
                  <a:pt x="50" y="22"/>
                </a:cubicBezTo>
                <a:cubicBezTo>
                  <a:pt x="50" y="22"/>
                  <a:pt x="50" y="23"/>
                  <a:pt x="50" y="24"/>
                </a:cubicBezTo>
                <a:cubicBezTo>
                  <a:pt x="50" y="25"/>
                  <a:pt x="50" y="26"/>
                  <a:pt x="49" y="27"/>
                </a:cubicBezTo>
                <a:cubicBezTo>
                  <a:pt x="48" y="28"/>
                  <a:pt x="48" y="30"/>
                  <a:pt x="48" y="32"/>
                </a:cubicBezTo>
                <a:cubicBezTo>
                  <a:pt x="49" y="33"/>
                  <a:pt x="49" y="33"/>
                  <a:pt x="49" y="33"/>
                </a:cubicBezTo>
                <a:cubicBezTo>
                  <a:pt x="50" y="34"/>
                  <a:pt x="50" y="34"/>
                  <a:pt x="50" y="34"/>
                </a:cubicBezTo>
                <a:cubicBezTo>
                  <a:pt x="49" y="35"/>
                  <a:pt x="47" y="36"/>
                  <a:pt x="46" y="39"/>
                </a:cubicBezTo>
                <a:cubicBezTo>
                  <a:pt x="46" y="38"/>
                  <a:pt x="45" y="37"/>
                  <a:pt x="43" y="37"/>
                </a:cubicBezTo>
                <a:cubicBezTo>
                  <a:pt x="43" y="37"/>
                  <a:pt x="41" y="37"/>
                  <a:pt x="38" y="38"/>
                </a:cubicBezTo>
                <a:cubicBezTo>
                  <a:pt x="36" y="38"/>
                  <a:pt x="34" y="39"/>
                  <a:pt x="33" y="39"/>
                </a:cubicBezTo>
                <a:cubicBezTo>
                  <a:pt x="33" y="39"/>
                  <a:pt x="33" y="38"/>
                  <a:pt x="32" y="37"/>
                </a:cubicBezTo>
                <a:cubicBezTo>
                  <a:pt x="31" y="38"/>
                  <a:pt x="31" y="38"/>
                  <a:pt x="30" y="38"/>
                </a:cubicBezTo>
                <a:cubicBezTo>
                  <a:pt x="30" y="38"/>
                  <a:pt x="30" y="38"/>
                  <a:pt x="30" y="38"/>
                </a:cubicBezTo>
                <a:cubicBezTo>
                  <a:pt x="30" y="38"/>
                  <a:pt x="30" y="37"/>
                  <a:pt x="31" y="37"/>
                </a:cubicBezTo>
                <a:cubicBezTo>
                  <a:pt x="31" y="37"/>
                  <a:pt x="31" y="37"/>
                  <a:pt x="31" y="36"/>
                </a:cubicBezTo>
                <a:cubicBezTo>
                  <a:pt x="31" y="35"/>
                  <a:pt x="31" y="35"/>
                  <a:pt x="31" y="35"/>
                </a:cubicBezTo>
                <a:cubicBezTo>
                  <a:pt x="29" y="36"/>
                  <a:pt x="28" y="37"/>
                  <a:pt x="27" y="38"/>
                </a:cubicBezTo>
                <a:cubicBezTo>
                  <a:pt x="27" y="39"/>
                  <a:pt x="26" y="40"/>
                  <a:pt x="25" y="42"/>
                </a:cubicBezTo>
                <a:cubicBezTo>
                  <a:pt x="25" y="42"/>
                  <a:pt x="25" y="42"/>
                  <a:pt x="24" y="42"/>
                </a:cubicBezTo>
                <a:cubicBezTo>
                  <a:pt x="24" y="42"/>
                  <a:pt x="24" y="42"/>
                  <a:pt x="23" y="42"/>
                </a:cubicBezTo>
                <a:cubicBezTo>
                  <a:pt x="23" y="42"/>
                  <a:pt x="23" y="42"/>
                  <a:pt x="23" y="42"/>
                </a:cubicBezTo>
                <a:cubicBezTo>
                  <a:pt x="23" y="42"/>
                  <a:pt x="23" y="43"/>
                  <a:pt x="22" y="43"/>
                </a:cubicBezTo>
                <a:cubicBezTo>
                  <a:pt x="21" y="42"/>
                  <a:pt x="21" y="42"/>
                  <a:pt x="21" y="42"/>
                </a:cubicBezTo>
                <a:cubicBezTo>
                  <a:pt x="21" y="42"/>
                  <a:pt x="21" y="42"/>
                  <a:pt x="20" y="43"/>
                </a:cubicBezTo>
                <a:cubicBezTo>
                  <a:pt x="20" y="43"/>
                  <a:pt x="20" y="43"/>
                  <a:pt x="19" y="43"/>
                </a:cubicBezTo>
                <a:cubicBezTo>
                  <a:pt x="19" y="43"/>
                  <a:pt x="18" y="42"/>
                  <a:pt x="18" y="41"/>
                </a:cubicBezTo>
                <a:cubicBezTo>
                  <a:pt x="18" y="40"/>
                  <a:pt x="17" y="39"/>
                  <a:pt x="15" y="39"/>
                </a:cubicBezTo>
                <a:cubicBezTo>
                  <a:pt x="15" y="39"/>
                  <a:pt x="14" y="40"/>
                  <a:pt x="13" y="40"/>
                </a:cubicBezTo>
                <a:cubicBezTo>
                  <a:pt x="12" y="41"/>
                  <a:pt x="10" y="42"/>
                  <a:pt x="8" y="42"/>
                </a:cubicBezTo>
                <a:cubicBezTo>
                  <a:pt x="8" y="42"/>
                  <a:pt x="8" y="41"/>
                  <a:pt x="8" y="41"/>
                </a:cubicBezTo>
                <a:cubicBezTo>
                  <a:pt x="8" y="40"/>
                  <a:pt x="9" y="39"/>
                  <a:pt x="10" y="39"/>
                </a:cubicBezTo>
                <a:cubicBezTo>
                  <a:pt x="12" y="38"/>
                  <a:pt x="13" y="38"/>
                  <a:pt x="15" y="36"/>
                </a:cubicBezTo>
                <a:cubicBezTo>
                  <a:pt x="14" y="36"/>
                  <a:pt x="14" y="35"/>
                  <a:pt x="13" y="35"/>
                </a:cubicBezTo>
                <a:cubicBezTo>
                  <a:pt x="13" y="34"/>
                  <a:pt x="12" y="33"/>
                  <a:pt x="12" y="33"/>
                </a:cubicBezTo>
                <a:cubicBezTo>
                  <a:pt x="12" y="33"/>
                  <a:pt x="13" y="32"/>
                  <a:pt x="13" y="32"/>
                </a:cubicBezTo>
                <a:cubicBezTo>
                  <a:pt x="13" y="32"/>
                  <a:pt x="14" y="32"/>
                  <a:pt x="14" y="31"/>
                </a:cubicBezTo>
                <a:cubicBezTo>
                  <a:pt x="14" y="30"/>
                  <a:pt x="13" y="29"/>
                  <a:pt x="12" y="29"/>
                </a:cubicBezTo>
                <a:cubicBezTo>
                  <a:pt x="13" y="28"/>
                  <a:pt x="14" y="28"/>
                  <a:pt x="15" y="27"/>
                </a:cubicBezTo>
                <a:cubicBezTo>
                  <a:pt x="16" y="27"/>
                  <a:pt x="17" y="27"/>
                  <a:pt x="17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8" y="26"/>
                  <a:pt x="18" y="26"/>
                </a:cubicBezTo>
                <a:cubicBezTo>
                  <a:pt x="19" y="26"/>
                  <a:pt x="19" y="26"/>
                  <a:pt x="20" y="26"/>
                </a:cubicBezTo>
                <a:cubicBezTo>
                  <a:pt x="21" y="26"/>
                  <a:pt x="22" y="26"/>
                  <a:pt x="23" y="26"/>
                </a:cubicBezTo>
                <a:cubicBezTo>
                  <a:pt x="24" y="27"/>
                  <a:pt x="26" y="27"/>
                  <a:pt x="27" y="27"/>
                </a:cubicBezTo>
                <a:cubicBezTo>
                  <a:pt x="28" y="27"/>
                  <a:pt x="28" y="26"/>
                  <a:pt x="28" y="26"/>
                </a:cubicBezTo>
                <a:cubicBezTo>
                  <a:pt x="28" y="25"/>
                  <a:pt x="28" y="24"/>
                  <a:pt x="27" y="24"/>
                </a:cubicBezTo>
                <a:cubicBezTo>
                  <a:pt x="27" y="24"/>
                  <a:pt x="26" y="23"/>
                  <a:pt x="25" y="23"/>
                </a:cubicBezTo>
                <a:cubicBezTo>
                  <a:pt x="26" y="23"/>
                  <a:pt x="26" y="23"/>
                  <a:pt x="27" y="23"/>
                </a:cubicBezTo>
                <a:cubicBezTo>
                  <a:pt x="28" y="24"/>
                  <a:pt x="28" y="24"/>
                  <a:pt x="29" y="24"/>
                </a:cubicBezTo>
                <a:cubicBezTo>
                  <a:pt x="30" y="22"/>
                  <a:pt x="31" y="21"/>
                  <a:pt x="31" y="18"/>
                </a:cubicBezTo>
                <a:cubicBezTo>
                  <a:pt x="32" y="19"/>
                  <a:pt x="32" y="19"/>
                  <a:pt x="33" y="19"/>
                </a:cubicBezTo>
                <a:cubicBezTo>
                  <a:pt x="37" y="13"/>
                  <a:pt x="37" y="13"/>
                  <a:pt x="37" y="13"/>
                </a:cubicBezTo>
                <a:cubicBezTo>
                  <a:pt x="38" y="14"/>
                  <a:pt x="38" y="15"/>
                  <a:pt x="38" y="16"/>
                </a:cubicBezTo>
                <a:cubicBezTo>
                  <a:pt x="38" y="17"/>
                  <a:pt x="39" y="18"/>
                  <a:pt x="41" y="18"/>
                </a:cubicBezTo>
                <a:cubicBezTo>
                  <a:pt x="42" y="18"/>
                  <a:pt x="43" y="17"/>
                  <a:pt x="43" y="16"/>
                </a:cubicBezTo>
                <a:cubicBezTo>
                  <a:pt x="43" y="15"/>
                  <a:pt x="44" y="14"/>
                  <a:pt x="44" y="13"/>
                </a:cubicBezTo>
                <a:close/>
                <a:moveTo>
                  <a:pt x="144" y="14"/>
                </a:moveTo>
                <a:cubicBezTo>
                  <a:pt x="144" y="13"/>
                  <a:pt x="144" y="13"/>
                  <a:pt x="144" y="13"/>
                </a:cubicBezTo>
                <a:cubicBezTo>
                  <a:pt x="144" y="13"/>
                  <a:pt x="145" y="13"/>
                  <a:pt x="145" y="14"/>
                </a:cubicBezTo>
                <a:cubicBezTo>
                  <a:pt x="145" y="15"/>
                  <a:pt x="145" y="16"/>
                  <a:pt x="146" y="17"/>
                </a:cubicBezTo>
                <a:cubicBezTo>
                  <a:pt x="146" y="18"/>
                  <a:pt x="147" y="19"/>
                  <a:pt x="147" y="20"/>
                </a:cubicBezTo>
                <a:cubicBezTo>
                  <a:pt x="148" y="21"/>
                  <a:pt x="148" y="21"/>
                  <a:pt x="149" y="21"/>
                </a:cubicBezTo>
                <a:cubicBezTo>
                  <a:pt x="151" y="21"/>
                  <a:pt x="152" y="21"/>
                  <a:pt x="151" y="20"/>
                </a:cubicBezTo>
                <a:cubicBezTo>
                  <a:pt x="151" y="19"/>
                  <a:pt x="151" y="18"/>
                  <a:pt x="152" y="18"/>
                </a:cubicBezTo>
                <a:cubicBezTo>
                  <a:pt x="153" y="18"/>
                  <a:pt x="153" y="19"/>
                  <a:pt x="153" y="19"/>
                </a:cubicBezTo>
                <a:cubicBezTo>
                  <a:pt x="153" y="20"/>
                  <a:pt x="152" y="21"/>
                  <a:pt x="152" y="22"/>
                </a:cubicBezTo>
                <a:cubicBezTo>
                  <a:pt x="152" y="23"/>
                  <a:pt x="152" y="23"/>
                  <a:pt x="152" y="23"/>
                </a:cubicBezTo>
                <a:cubicBezTo>
                  <a:pt x="153" y="23"/>
                  <a:pt x="153" y="22"/>
                  <a:pt x="153" y="22"/>
                </a:cubicBezTo>
                <a:cubicBezTo>
                  <a:pt x="154" y="22"/>
                  <a:pt x="154" y="21"/>
                  <a:pt x="154" y="21"/>
                </a:cubicBezTo>
                <a:cubicBezTo>
                  <a:pt x="154" y="22"/>
                  <a:pt x="154" y="22"/>
                  <a:pt x="154" y="23"/>
                </a:cubicBezTo>
                <a:cubicBezTo>
                  <a:pt x="154" y="23"/>
                  <a:pt x="154" y="23"/>
                  <a:pt x="154" y="24"/>
                </a:cubicBezTo>
                <a:cubicBezTo>
                  <a:pt x="154" y="25"/>
                  <a:pt x="155" y="26"/>
                  <a:pt x="156" y="26"/>
                </a:cubicBezTo>
                <a:cubicBezTo>
                  <a:pt x="156" y="26"/>
                  <a:pt x="157" y="25"/>
                  <a:pt x="157" y="25"/>
                </a:cubicBezTo>
                <a:cubicBezTo>
                  <a:pt x="157" y="25"/>
                  <a:pt x="158" y="25"/>
                  <a:pt x="158" y="25"/>
                </a:cubicBezTo>
                <a:cubicBezTo>
                  <a:pt x="158" y="26"/>
                  <a:pt x="158" y="27"/>
                  <a:pt x="158" y="26"/>
                </a:cubicBezTo>
                <a:cubicBezTo>
                  <a:pt x="157" y="26"/>
                  <a:pt x="157" y="26"/>
                  <a:pt x="156" y="28"/>
                </a:cubicBezTo>
                <a:cubicBezTo>
                  <a:pt x="157" y="28"/>
                  <a:pt x="158" y="28"/>
                  <a:pt x="158" y="29"/>
                </a:cubicBezTo>
                <a:cubicBezTo>
                  <a:pt x="158" y="29"/>
                  <a:pt x="157" y="30"/>
                  <a:pt x="157" y="30"/>
                </a:cubicBezTo>
                <a:cubicBezTo>
                  <a:pt x="157" y="30"/>
                  <a:pt x="156" y="30"/>
                  <a:pt x="156" y="31"/>
                </a:cubicBezTo>
                <a:cubicBezTo>
                  <a:pt x="156" y="32"/>
                  <a:pt x="157" y="32"/>
                  <a:pt x="158" y="33"/>
                </a:cubicBezTo>
                <a:cubicBezTo>
                  <a:pt x="158" y="34"/>
                  <a:pt x="159" y="35"/>
                  <a:pt x="159" y="35"/>
                </a:cubicBezTo>
                <a:cubicBezTo>
                  <a:pt x="159" y="35"/>
                  <a:pt x="158" y="36"/>
                  <a:pt x="158" y="36"/>
                </a:cubicBezTo>
                <a:cubicBezTo>
                  <a:pt x="157" y="36"/>
                  <a:pt x="157" y="36"/>
                  <a:pt x="157" y="37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7" y="38"/>
                  <a:pt x="157" y="38"/>
                  <a:pt x="157" y="39"/>
                </a:cubicBezTo>
                <a:cubicBezTo>
                  <a:pt x="154" y="39"/>
                  <a:pt x="154" y="39"/>
                  <a:pt x="154" y="39"/>
                </a:cubicBezTo>
                <a:cubicBezTo>
                  <a:pt x="154" y="40"/>
                  <a:pt x="154" y="41"/>
                  <a:pt x="154" y="41"/>
                </a:cubicBezTo>
                <a:cubicBezTo>
                  <a:pt x="153" y="41"/>
                  <a:pt x="153" y="41"/>
                  <a:pt x="152" y="41"/>
                </a:cubicBezTo>
                <a:cubicBezTo>
                  <a:pt x="152" y="41"/>
                  <a:pt x="151" y="41"/>
                  <a:pt x="151" y="42"/>
                </a:cubicBezTo>
                <a:cubicBezTo>
                  <a:pt x="150" y="42"/>
                  <a:pt x="150" y="42"/>
                  <a:pt x="150" y="43"/>
                </a:cubicBezTo>
                <a:cubicBezTo>
                  <a:pt x="150" y="43"/>
                  <a:pt x="150" y="43"/>
                  <a:pt x="149" y="43"/>
                </a:cubicBezTo>
                <a:cubicBezTo>
                  <a:pt x="149" y="43"/>
                  <a:pt x="149" y="43"/>
                  <a:pt x="149" y="43"/>
                </a:cubicBezTo>
                <a:cubicBezTo>
                  <a:pt x="149" y="43"/>
                  <a:pt x="149" y="43"/>
                  <a:pt x="148" y="43"/>
                </a:cubicBezTo>
                <a:cubicBezTo>
                  <a:pt x="148" y="43"/>
                  <a:pt x="148" y="43"/>
                  <a:pt x="148" y="43"/>
                </a:cubicBezTo>
                <a:cubicBezTo>
                  <a:pt x="148" y="44"/>
                  <a:pt x="148" y="44"/>
                  <a:pt x="147" y="44"/>
                </a:cubicBezTo>
                <a:cubicBezTo>
                  <a:pt x="146" y="43"/>
                  <a:pt x="146" y="43"/>
                  <a:pt x="145" y="43"/>
                </a:cubicBezTo>
                <a:cubicBezTo>
                  <a:pt x="144" y="43"/>
                  <a:pt x="143" y="44"/>
                  <a:pt x="143" y="46"/>
                </a:cubicBezTo>
                <a:cubicBezTo>
                  <a:pt x="143" y="46"/>
                  <a:pt x="143" y="47"/>
                  <a:pt x="143" y="47"/>
                </a:cubicBezTo>
                <a:cubicBezTo>
                  <a:pt x="143" y="48"/>
                  <a:pt x="143" y="48"/>
                  <a:pt x="143" y="49"/>
                </a:cubicBezTo>
                <a:cubicBezTo>
                  <a:pt x="143" y="50"/>
                  <a:pt x="143" y="50"/>
                  <a:pt x="143" y="50"/>
                </a:cubicBezTo>
                <a:cubicBezTo>
                  <a:pt x="143" y="49"/>
                  <a:pt x="142" y="48"/>
                  <a:pt x="142" y="47"/>
                </a:cubicBezTo>
                <a:cubicBezTo>
                  <a:pt x="142" y="45"/>
                  <a:pt x="142" y="43"/>
                  <a:pt x="140" y="41"/>
                </a:cubicBezTo>
                <a:cubicBezTo>
                  <a:pt x="138" y="41"/>
                  <a:pt x="138" y="40"/>
                  <a:pt x="138" y="38"/>
                </a:cubicBezTo>
                <a:cubicBezTo>
                  <a:pt x="137" y="38"/>
                  <a:pt x="137" y="38"/>
                  <a:pt x="136" y="38"/>
                </a:cubicBezTo>
                <a:cubicBezTo>
                  <a:pt x="136" y="38"/>
                  <a:pt x="136" y="38"/>
                  <a:pt x="136" y="38"/>
                </a:cubicBezTo>
                <a:cubicBezTo>
                  <a:pt x="136" y="37"/>
                  <a:pt x="136" y="37"/>
                  <a:pt x="136" y="36"/>
                </a:cubicBezTo>
                <a:cubicBezTo>
                  <a:pt x="137" y="36"/>
                  <a:pt x="137" y="36"/>
                  <a:pt x="137" y="36"/>
                </a:cubicBezTo>
                <a:cubicBezTo>
                  <a:pt x="137" y="34"/>
                  <a:pt x="136" y="32"/>
                  <a:pt x="134" y="31"/>
                </a:cubicBezTo>
                <a:cubicBezTo>
                  <a:pt x="132" y="31"/>
                  <a:pt x="131" y="30"/>
                  <a:pt x="131" y="30"/>
                </a:cubicBezTo>
                <a:cubicBezTo>
                  <a:pt x="131" y="30"/>
                  <a:pt x="131" y="29"/>
                  <a:pt x="131" y="29"/>
                </a:cubicBezTo>
                <a:cubicBezTo>
                  <a:pt x="132" y="29"/>
                  <a:pt x="132" y="30"/>
                  <a:pt x="133" y="30"/>
                </a:cubicBezTo>
                <a:cubicBezTo>
                  <a:pt x="133" y="30"/>
                  <a:pt x="134" y="30"/>
                  <a:pt x="134" y="30"/>
                </a:cubicBezTo>
                <a:cubicBezTo>
                  <a:pt x="135" y="30"/>
                  <a:pt x="136" y="30"/>
                  <a:pt x="136" y="28"/>
                </a:cubicBezTo>
                <a:cubicBezTo>
                  <a:pt x="136" y="27"/>
                  <a:pt x="136" y="26"/>
                  <a:pt x="136" y="25"/>
                </a:cubicBezTo>
                <a:cubicBezTo>
                  <a:pt x="136" y="24"/>
                  <a:pt x="136" y="24"/>
                  <a:pt x="136" y="23"/>
                </a:cubicBezTo>
                <a:cubicBezTo>
                  <a:pt x="135" y="23"/>
                  <a:pt x="135" y="22"/>
                  <a:pt x="135" y="21"/>
                </a:cubicBezTo>
                <a:cubicBezTo>
                  <a:pt x="137" y="22"/>
                  <a:pt x="138" y="22"/>
                  <a:pt x="139" y="22"/>
                </a:cubicBezTo>
                <a:cubicBezTo>
                  <a:pt x="140" y="22"/>
                  <a:pt x="142" y="22"/>
                  <a:pt x="143" y="22"/>
                </a:cubicBezTo>
                <a:cubicBezTo>
                  <a:pt x="144" y="22"/>
                  <a:pt x="144" y="22"/>
                  <a:pt x="144" y="20"/>
                </a:cubicBezTo>
                <a:cubicBezTo>
                  <a:pt x="144" y="19"/>
                  <a:pt x="144" y="18"/>
                  <a:pt x="144" y="18"/>
                </a:cubicBezTo>
                <a:cubicBezTo>
                  <a:pt x="144" y="17"/>
                  <a:pt x="144" y="17"/>
                  <a:pt x="144" y="16"/>
                </a:cubicBezTo>
                <a:cubicBezTo>
                  <a:pt x="144" y="16"/>
                  <a:pt x="144" y="15"/>
                  <a:pt x="144" y="14"/>
                </a:cubicBezTo>
                <a:close/>
                <a:moveTo>
                  <a:pt x="184" y="136"/>
                </a:moveTo>
                <a:cubicBezTo>
                  <a:pt x="185" y="136"/>
                  <a:pt x="186" y="135"/>
                  <a:pt x="186" y="135"/>
                </a:cubicBezTo>
                <a:cubicBezTo>
                  <a:pt x="188" y="135"/>
                  <a:pt x="190" y="136"/>
                  <a:pt x="191" y="137"/>
                </a:cubicBezTo>
                <a:cubicBezTo>
                  <a:pt x="191" y="139"/>
                  <a:pt x="192" y="140"/>
                  <a:pt x="192" y="142"/>
                </a:cubicBezTo>
                <a:cubicBezTo>
                  <a:pt x="192" y="143"/>
                  <a:pt x="191" y="144"/>
                  <a:pt x="190" y="146"/>
                </a:cubicBezTo>
                <a:cubicBezTo>
                  <a:pt x="189" y="147"/>
                  <a:pt x="188" y="147"/>
                  <a:pt x="187" y="147"/>
                </a:cubicBezTo>
                <a:cubicBezTo>
                  <a:pt x="185" y="147"/>
                  <a:pt x="184" y="147"/>
                  <a:pt x="182" y="146"/>
                </a:cubicBezTo>
                <a:cubicBezTo>
                  <a:pt x="181" y="145"/>
                  <a:pt x="181" y="144"/>
                  <a:pt x="181" y="142"/>
                </a:cubicBezTo>
                <a:cubicBezTo>
                  <a:pt x="181" y="139"/>
                  <a:pt x="182" y="137"/>
                  <a:pt x="184" y="136"/>
                </a:cubicBezTo>
                <a:close/>
                <a:moveTo>
                  <a:pt x="14" y="14"/>
                </a:moveTo>
                <a:cubicBezTo>
                  <a:pt x="16" y="14"/>
                  <a:pt x="18" y="15"/>
                  <a:pt x="20" y="17"/>
                </a:cubicBezTo>
                <a:cubicBezTo>
                  <a:pt x="22" y="19"/>
                  <a:pt x="24" y="21"/>
                  <a:pt x="25" y="23"/>
                </a:cubicBezTo>
                <a:cubicBezTo>
                  <a:pt x="25" y="24"/>
                  <a:pt x="24" y="24"/>
                  <a:pt x="24" y="24"/>
                </a:cubicBezTo>
                <a:cubicBezTo>
                  <a:pt x="23" y="24"/>
                  <a:pt x="22" y="24"/>
                  <a:pt x="22" y="24"/>
                </a:cubicBezTo>
                <a:cubicBezTo>
                  <a:pt x="20" y="24"/>
                  <a:pt x="18" y="23"/>
                  <a:pt x="16" y="20"/>
                </a:cubicBezTo>
                <a:cubicBezTo>
                  <a:pt x="12" y="16"/>
                  <a:pt x="12" y="16"/>
                  <a:pt x="12" y="16"/>
                </a:cubicBezTo>
                <a:cubicBezTo>
                  <a:pt x="12" y="14"/>
                  <a:pt x="13" y="14"/>
                  <a:pt x="14" y="14"/>
                </a:cubicBezTo>
                <a:close/>
                <a:moveTo>
                  <a:pt x="187" y="94"/>
                </a:moveTo>
                <a:cubicBezTo>
                  <a:pt x="188" y="93"/>
                  <a:pt x="188" y="93"/>
                  <a:pt x="189" y="93"/>
                </a:cubicBezTo>
                <a:cubicBezTo>
                  <a:pt x="190" y="93"/>
                  <a:pt x="191" y="94"/>
                  <a:pt x="192" y="95"/>
                </a:cubicBezTo>
                <a:cubicBezTo>
                  <a:pt x="193" y="96"/>
                  <a:pt x="193" y="97"/>
                  <a:pt x="193" y="98"/>
                </a:cubicBezTo>
                <a:cubicBezTo>
                  <a:pt x="193" y="100"/>
                  <a:pt x="192" y="102"/>
                  <a:pt x="188" y="102"/>
                </a:cubicBezTo>
                <a:cubicBezTo>
                  <a:pt x="186" y="102"/>
                  <a:pt x="184" y="100"/>
                  <a:pt x="184" y="98"/>
                </a:cubicBezTo>
                <a:cubicBezTo>
                  <a:pt x="184" y="96"/>
                  <a:pt x="185" y="94"/>
                  <a:pt x="187" y="94"/>
                </a:cubicBezTo>
                <a:close/>
                <a:moveTo>
                  <a:pt x="157" y="157"/>
                </a:moveTo>
                <a:cubicBezTo>
                  <a:pt x="158" y="158"/>
                  <a:pt x="160" y="159"/>
                  <a:pt x="161" y="160"/>
                </a:cubicBezTo>
                <a:cubicBezTo>
                  <a:pt x="162" y="162"/>
                  <a:pt x="162" y="164"/>
                  <a:pt x="162" y="166"/>
                </a:cubicBezTo>
                <a:cubicBezTo>
                  <a:pt x="162" y="166"/>
                  <a:pt x="162" y="166"/>
                  <a:pt x="161" y="166"/>
                </a:cubicBezTo>
                <a:cubicBezTo>
                  <a:pt x="161" y="166"/>
                  <a:pt x="160" y="165"/>
                  <a:pt x="159" y="163"/>
                </a:cubicBezTo>
                <a:cubicBezTo>
                  <a:pt x="157" y="161"/>
                  <a:pt x="157" y="159"/>
                  <a:pt x="156" y="158"/>
                </a:cubicBezTo>
                <a:lnTo>
                  <a:pt x="157" y="157"/>
                </a:lnTo>
                <a:close/>
                <a:moveTo>
                  <a:pt x="109" y="140"/>
                </a:moveTo>
                <a:cubicBezTo>
                  <a:pt x="110" y="139"/>
                  <a:pt x="111" y="139"/>
                  <a:pt x="111" y="139"/>
                </a:cubicBezTo>
                <a:cubicBezTo>
                  <a:pt x="112" y="139"/>
                  <a:pt x="113" y="139"/>
                  <a:pt x="114" y="139"/>
                </a:cubicBezTo>
                <a:cubicBezTo>
                  <a:pt x="113" y="139"/>
                  <a:pt x="111" y="140"/>
                  <a:pt x="110" y="142"/>
                </a:cubicBezTo>
                <a:cubicBezTo>
                  <a:pt x="108" y="144"/>
                  <a:pt x="107" y="144"/>
                  <a:pt x="106" y="144"/>
                </a:cubicBezTo>
                <a:cubicBezTo>
                  <a:pt x="106" y="144"/>
                  <a:pt x="105" y="144"/>
                  <a:pt x="105" y="143"/>
                </a:cubicBezTo>
                <a:cubicBezTo>
                  <a:pt x="105" y="142"/>
                  <a:pt x="106" y="141"/>
                  <a:pt x="107" y="140"/>
                </a:cubicBezTo>
                <a:cubicBezTo>
                  <a:pt x="108" y="140"/>
                  <a:pt x="108" y="140"/>
                  <a:pt x="109" y="140"/>
                </a:cubicBezTo>
                <a:close/>
                <a:moveTo>
                  <a:pt x="39" y="0"/>
                </a:moveTo>
                <a:cubicBezTo>
                  <a:pt x="41" y="0"/>
                  <a:pt x="41" y="0"/>
                  <a:pt x="41" y="0"/>
                </a:cubicBezTo>
                <a:cubicBezTo>
                  <a:pt x="42" y="0"/>
                  <a:pt x="42" y="1"/>
                  <a:pt x="42" y="1"/>
                </a:cubicBezTo>
                <a:cubicBezTo>
                  <a:pt x="42" y="3"/>
                  <a:pt x="41" y="4"/>
                  <a:pt x="40" y="4"/>
                </a:cubicBezTo>
                <a:cubicBezTo>
                  <a:pt x="38" y="4"/>
                  <a:pt x="37" y="4"/>
                  <a:pt x="37" y="3"/>
                </a:cubicBezTo>
                <a:cubicBezTo>
                  <a:pt x="37" y="2"/>
                  <a:pt x="38" y="1"/>
                  <a:pt x="39" y="0"/>
                </a:cubicBezTo>
                <a:close/>
                <a:moveTo>
                  <a:pt x="134" y="155"/>
                </a:moveTo>
                <a:cubicBezTo>
                  <a:pt x="136" y="156"/>
                  <a:pt x="137" y="157"/>
                  <a:pt x="137" y="159"/>
                </a:cubicBezTo>
                <a:cubicBezTo>
                  <a:pt x="137" y="160"/>
                  <a:pt x="136" y="161"/>
                  <a:pt x="136" y="161"/>
                </a:cubicBezTo>
                <a:cubicBezTo>
                  <a:pt x="135" y="161"/>
                  <a:pt x="135" y="160"/>
                  <a:pt x="134" y="159"/>
                </a:cubicBezTo>
                <a:cubicBezTo>
                  <a:pt x="133" y="158"/>
                  <a:pt x="133" y="157"/>
                  <a:pt x="133" y="155"/>
                </a:cubicBezTo>
                <a:lnTo>
                  <a:pt x="134" y="155"/>
                </a:lnTo>
                <a:close/>
                <a:moveTo>
                  <a:pt x="88" y="88"/>
                </a:moveTo>
                <a:cubicBezTo>
                  <a:pt x="89" y="88"/>
                  <a:pt x="90" y="88"/>
                  <a:pt x="90" y="89"/>
                </a:cubicBezTo>
                <a:cubicBezTo>
                  <a:pt x="91" y="89"/>
                  <a:pt x="92" y="90"/>
                  <a:pt x="92" y="91"/>
                </a:cubicBezTo>
                <a:cubicBezTo>
                  <a:pt x="92" y="91"/>
                  <a:pt x="91" y="92"/>
                  <a:pt x="90" y="92"/>
                </a:cubicBezTo>
                <a:cubicBezTo>
                  <a:pt x="90" y="92"/>
                  <a:pt x="89" y="91"/>
                  <a:pt x="88" y="91"/>
                </a:cubicBezTo>
                <a:cubicBezTo>
                  <a:pt x="87" y="91"/>
                  <a:pt x="86" y="90"/>
                  <a:pt x="86" y="89"/>
                </a:cubicBezTo>
                <a:cubicBezTo>
                  <a:pt x="86" y="89"/>
                  <a:pt x="87" y="88"/>
                  <a:pt x="88" y="88"/>
                </a:cubicBezTo>
                <a:close/>
                <a:moveTo>
                  <a:pt x="98" y="59"/>
                </a:moveTo>
                <a:cubicBezTo>
                  <a:pt x="98" y="59"/>
                  <a:pt x="98" y="59"/>
                  <a:pt x="98" y="59"/>
                </a:cubicBezTo>
                <a:cubicBezTo>
                  <a:pt x="99" y="59"/>
                  <a:pt x="100" y="59"/>
                  <a:pt x="101" y="60"/>
                </a:cubicBezTo>
                <a:cubicBezTo>
                  <a:pt x="102" y="62"/>
                  <a:pt x="103" y="62"/>
                  <a:pt x="103" y="63"/>
                </a:cubicBezTo>
                <a:cubicBezTo>
                  <a:pt x="103" y="64"/>
                  <a:pt x="102" y="64"/>
                  <a:pt x="102" y="64"/>
                </a:cubicBezTo>
                <a:cubicBezTo>
                  <a:pt x="101" y="64"/>
                  <a:pt x="100" y="63"/>
                  <a:pt x="99" y="62"/>
                </a:cubicBezTo>
                <a:cubicBezTo>
                  <a:pt x="98" y="61"/>
                  <a:pt x="98" y="60"/>
                  <a:pt x="98" y="59"/>
                </a:cubicBezTo>
                <a:close/>
                <a:moveTo>
                  <a:pt x="91" y="74"/>
                </a:moveTo>
                <a:cubicBezTo>
                  <a:pt x="91" y="74"/>
                  <a:pt x="91" y="74"/>
                  <a:pt x="91" y="74"/>
                </a:cubicBezTo>
                <a:cubicBezTo>
                  <a:pt x="91" y="73"/>
                  <a:pt x="91" y="73"/>
                  <a:pt x="92" y="73"/>
                </a:cubicBezTo>
                <a:cubicBezTo>
                  <a:pt x="93" y="73"/>
                  <a:pt x="94" y="74"/>
                  <a:pt x="95" y="75"/>
                </a:cubicBezTo>
                <a:cubicBezTo>
                  <a:pt x="96" y="76"/>
                  <a:pt x="96" y="77"/>
                  <a:pt x="96" y="77"/>
                </a:cubicBezTo>
                <a:cubicBezTo>
                  <a:pt x="96" y="78"/>
                  <a:pt x="96" y="78"/>
                  <a:pt x="95" y="78"/>
                </a:cubicBezTo>
                <a:cubicBezTo>
                  <a:pt x="94" y="78"/>
                  <a:pt x="94" y="77"/>
                  <a:pt x="93" y="77"/>
                </a:cubicBezTo>
                <a:cubicBezTo>
                  <a:pt x="92" y="76"/>
                  <a:pt x="92" y="75"/>
                  <a:pt x="91" y="74"/>
                </a:cubicBezTo>
                <a:close/>
                <a:moveTo>
                  <a:pt x="3" y="43"/>
                </a:moveTo>
                <a:cubicBezTo>
                  <a:pt x="3" y="43"/>
                  <a:pt x="3" y="42"/>
                  <a:pt x="4" y="42"/>
                </a:cubicBezTo>
                <a:cubicBezTo>
                  <a:pt x="4" y="42"/>
                  <a:pt x="4" y="42"/>
                  <a:pt x="4" y="42"/>
                </a:cubicBezTo>
                <a:cubicBezTo>
                  <a:pt x="5" y="42"/>
                  <a:pt x="5" y="42"/>
                  <a:pt x="5" y="42"/>
                </a:cubicBezTo>
                <a:cubicBezTo>
                  <a:pt x="5" y="42"/>
                  <a:pt x="6" y="43"/>
                  <a:pt x="6" y="43"/>
                </a:cubicBezTo>
                <a:cubicBezTo>
                  <a:pt x="6" y="43"/>
                  <a:pt x="5" y="44"/>
                  <a:pt x="4" y="44"/>
                </a:cubicBezTo>
                <a:cubicBezTo>
                  <a:pt x="3" y="45"/>
                  <a:pt x="2" y="45"/>
                  <a:pt x="0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4"/>
                  <a:pt x="0" y="44"/>
                  <a:pt x="1" y="44"/>
                </a:cubicBezTo>
                <a:cubicBezTo>
                  <a:pt x="2" y="43"/>
                  <a:pt x="2" y="43"/>
                  <a:pt x="3" y="43"/>
                </a:cubicBezTo>
                <a:close/>
                <a:moveTo>
                  <a:pt x="168" y="110"/>
                </a:moveTo>
                <a:cubicBezTo>
                  <a:pt x="170" y="109"/>
                  <a:pt x="170" y="110"/>
                  <a:pt x="170" y="112"/>
                </a:cubicBezTo>
                <a:cubicBezTo>
                  <a:pt x="170" y="113"/>
                  <a:pt x="170" y="113"/>
                  <a:pt x="169" y="113"/>
                </a:cubicBezTo>
                <a:cubicBezTo>
                  <a:pt x="169" y="113"/>
                  <a:pt x="168" y="113"/>
                  <a:pt x="167" y="112"/>
                </a:cubicBezTo>
                <a:cubicBezTo>
                  <a:pt x="167" y="112"/>
                  <a:pt x="167" y="111"/>
                  <a:pt x="167" y="111"/>
                </a:cubicBezTo>
                <a:cubicBezTo>
                  <a:pt x="167" y="110"/>
                  <a:pt x="167" y="110"/>
                  <a:pt x="168" y="110"/>
                </a:cubicBezTo>
                <a:close/>
                <a:moveTo>
                  <a:pt x="168" y="64"/>
                </a:moveTo>
                <a:cubicBezTo>
                  <a:pt x="169" y="64"/>
                  <a:pt x="169" y="63"/>
                  <a:pt x="169" y="63"/>
                </a:cubicBezTo>
                <a:cubicBezTo>
                  <a:pt x="169" y="64"/>
                  <a:pt x="170" y="64"/>
                  <a:pt x="170" y="64"/>
                </a:cubicBezTo>
                <a:cubicBezTo>
                  <a:pt x="170" y="64"/>
                  <a:pt x="170" y="63"/>
                  <a:pt x="171" y="62"/>
                </a:cubicBezTo>
                <a:cubicBezTo>
                  <a:pt x="172" y="60"/>
                  <a:pt x="173" y="59"/>
                  <a:pt x="175" y="59"/>
                </a:cubicBezTo>
                <a:cubicBezTo>
                  <a:pt x="172" y="61"/>
                  <a:pt x="170" y="63"/>
                  <a:pt x="169" y="66"/>
                </a:cubicBezTo>
                <a:lnTo>
                  <a:pt x="168" y="64"/>
                </a:lnTo>
                <a:close/>
                <a:moveTo>
                  <a:pt x="101" y="98"/>
                </a:moveTo>
                <a:cubicBezTo>
                  <a:pt x="102" y="98"/>
                  <a:pt x="102" y="98"/>
                  <a:pt x="103" y="99"/>
                </a:cubicBezTo>
                <a:cubicBezTo>
                  <a:pt x="104" y="99"/>
                  <a:pt x="105" y="99"/>
                  <a:pt x="105" y="99"/>
                </a:cubicBezTo>
                <a:cubicBezTo>
                  <a:pt x="105" y="100"/>
                  <a:pt x="104" y="100"/>
                  <a:pt x="104" y="100"/>
                </a:cubicBezTo>
                <a:cubicBezTo>
                  <a:pt x="103" y="100"/>
                  <a:pt x="103" y="101"/>
                  <a:pt x="102" y="101"/>
                </a:cubicBezTo>
                <a:cubicBezTo>
                  <a:pt x="101" y="101"/>
                  <a:pt x="100" y="100"/>
                  <a:pt x="100" y="99"/>
                </a:cubicBezTo>
                <a:cubicBezTo>
                  <a:pt x="100" y="99"/>
                  <a:pt x="101" y="99"/>
                  <a:pt x="101" y="98"/>
                </a:cubicBezTo>
                <a:close/>
                <a:moveTo>
                  <a:pt x="126" y="39"/>
                </a:moveTo>
                <a:cubicBezTo>
                  <a:pt x="126" y="38"/>
                  <a:pt x="125" y="37"/>
                  <a:pt x="125" y="36"/>
                </a:cubicBezTo>
                <a:cubicBezTo>
                  <a:pt x="125" y="35"/>
                  <a:pt x="124" y="33"/>
                  <a:pt x="124" y="30"/>
                </a:cubicBezTo>
                <a:cubicBezTo>
                  <a:pt x="124" y="30"/>
                  <a:pt x="124" y="31"/>
                  <a:pt x="125" y="34"/>
                </a:cubicBezTo>
                <a:cubicBezTo>
                  <a:pt x="126" y="37"/>
                  <a:pt x="126" y="38"/>
                  <a:pt x="126" y="39"/>
                </a:cubicBezTo>
                <a:close/>
                <a:moveTo>
                  <a:pt x="127" y="41"/>
                </a:moveTo>
                <a:cubicBezTo>
                  <a:pt x="127" y="42"/>
                  <a:pt x="127" y="42"/>
                  <a:pt x="127" y="42"/>
                </a:cubicBezTo>
                <a:cubicBezTo>
                  <a:pt x="127" y="41"/>
                  <a:pt x="127" y="41"/>
                  <a:pt x="127" y="41"/>
                </a:cubicBezTo>
                <a:cubicBezTo>
                  <a:pt x="128" y="42"/>
                  <a:pt x="128" y="43"/>
                  <a:pt x="129" y="44"/>
                </a:cubicBezTo>
                <a:cubicBezTo>
                  <a:pt x="130" y="46"/>
                  <a:pt x="130" y="47"/>
                  <a:pt x="130" y="48"/>
                </a:cubicBezTo>
                <a:cubicBezTo>
                  <a:pt x="130" y="47"/>
                  <a:pt x="129" y="46"/>
                  <a:pt x="129" y="45"/>
                </a:cubicBezTo>
                <a:cubicBezTo>
                  <a:pt x="128" y="44"/>
                  <a:pt x="127" y="42"/>
                  <a:pt x="127" y="41"/>
                </a:cubicBezTo>
                <a:close/>
                <a:moveTo>
                  <a:pt x="184" y="104"/>
                </a:moveTo>
                <a:cubicBezTo>
                  <a:pt x="184" y="104"/>
                  <a:pt x="185" y="104"/>
                  <a:pt x="185" y="104"/>
                </a:cubicBezTo>
                <a:cubicBezTo>
                  <a:pt x="186" y="104"/>
                  <a:pt x="186" y="104"/>
                  <a:pt x="187" y="104"/>
                </a:cubicBezTo>
                <a:cubicBezTo>
                  <a:pt x="187" y="104"/>
                  <a:pt x="187" y="104"/>
                  <a:pt x="187" y="105"/>
                </a:cubicBezTo>
                <a:cubicBezTo>
                  <a:pt x="187" y="105"/>
                  <a:pt x="186" y="105"/>
                  <a:pt x="185" y="105"/>
                </a:cubicBezTo>
                <a:cubicBezTo>
                  <a:pt x="184" y="106"/>
                  <a:pt x="183" y="106"/>
                  <a:pt x="182" y="106"/>
                </a:cubicBezTo>
                <a:cubicBezTo>
                  <a:pt x="181" y="106"/>
                  <a:pt x="181" y="106"/>
                  <a:pt x="181" y="105"/>
                </a:cubicBezTo>
                <a:cubicBezTo>
                  <a:pt x="181" y="105"/>
                  <a:pt x="182" y="104"/>
                  <a:pt x="184" y="104"/>
                </a:cubicBezTo>
                <a:close/>
                <a:moveTo>
                  <a:pt x="108" y="105"/>
                </a:moveTo>
                <a:cubicBezTo>
                  <a:pt x="108" y="105"/>
                  <a:pt x="108" y="105"/>
                  <a:pt x="108" y="105"/>
                </a:cubicBezTo>
                <a:cubicBezTo>
                  <a:pt x="108" y="105"/>
                  <a:pt x="109" y="105"/>
                  <a:pt x="109" y="106"/>
                </a:cubicBezTo>
                <a:cubicBezTo>
                  <a:pt x="109" y="107"/>
                  <a:pt x="109" y="108"/>
                  <a:pt x="109" y="108"/>
                </a:cubicBezTo>
                <a:cubicBezTo>
                  <a:pt x="109" y="109"/>
                  <a:pt x="109" y="109"/>
                  <a:pt x="109" y="110"/>
                </a:cubicBezTo>
                <a:cubicBezTo>
                  <a:pt x="108" y="110"/>
                  <a:pt x="108" y="109"/>
                  <a:pt x="108" y="109"/>
                </a:cubicBezTo>
                <a:cubicBezTo>
                  <a:pt x="108" y="108"/>
                  <a:pt x="108" y="108"/>
                  <a:pt x="108" y="107"/>
                </a:cubicBezTo>
                <a:cubicBezTo>
                  <a:pt x="108" y="107"/>
                  <a:pt x="108" y="106"/>
                  <a:pt x="108" y="105"/>
                </a:cubicBezTo>
                <a:close/>
                <a:moveTo>
                  <a:pt x="84" y="58"/>
                </a:moveTo>
                <a:cubicBezTo>
                  <a:pt x="85" y="58"/>
                  <a:pt x="85" y="58"/>
                  <a:pt x="86" y="59"/>
                </a:cubicBezTo>
                <a:cubicBezTo>
                  <a:pt x="87" y="59"/>
                  <a:pt x="88" y="60"/>
                  <a:pt x="88" y="60"/>
                </a:cubicBezTo>
                <a:cubicBezTo>
                  <a:pt x="88" y="60"/>
                  <a:pt x="87" y="60"/>
                  <a:pt x="86" y="60"/>
                </a:cubicBezTo>
                <a:cubicBezTo>
                  <a:pt x="85" y="60"/>
                  <a:pt x="84" y="59"/>
                  <a:pt x="84" y="58"/>
                </a:cubicBezTo>
                <a:close/>
                <a:moveTo>
                  <a:pt x="110" y="61"/>
                </a:moveTo>
                <a:cubicBezTo>
                  <a:pt x="111" y="61"/>
                  <a:pt x="111" y="61"/>
                  <a:pt x="111" y="62"/>
                </a:cubicBezTo>
                <a:cubicBezTo>
                  <a:pt x="111" y="63"/>
                  <a:pt x="111" y="63"/>
                  <a:pt x="111" y="63"/>
                </a:cubicBezTo>
                <a:cubicBezTo>
                  <a:pt x="109" y="63"/>
                  <a:pt x="109" y="62"/>
                  <a:pt x="109" y="62"/>
                </a:cubicBezTo>
                <a:cubicBezTo>
                  <a:pt x="109" y="61"/>
                  <a:pt x="109" y="61"/>
                  <a:pt x="110" y="61"/>
                </a:cubicBezTo>
                <a:close/>
                <a:moveTo>
                  <a:pt x="92" y="118"/>
                </a:moveTo>
                <a:cubicBezTo>
                  <a:pt x="92" y="118"/>
                  <a:pt x="92" y="118"/>
                  <a:pt x="93" y="118"/>
                </a:cubicBezTo>
                <a:cubicBezTo>
                  <a:pt x="93" y="118"/>
                  <a:pt x="93" y="118"/>
                  <a:pt x="93" y="118"/>
                </a:cubicBezTo>
                <a:cubicBezTo>
                  <a:pt x="94" y="118"/>
                  <a:pt x="94" y="118"/>
                  <a:pt x="94" y="118"/>
                </a:cubicBezTo>
                <a:cubicBezTo>
                  <a:pt x="94" y="119"/>
                  <a:pt x="94" y="120"/>
                  <a:pt x="92" y="120"/>
                </a:cubicBezTo>
                <a:cubicBezTo>
                  <a:pt x="92" y="120"/>
                  <a:pt x="91" y="119"/>
                  <a:pt x="91" y="119"/>
                </a:cubicBezTo>
                <a:cubicBezTo>
                  <a:pt x="91" y="119"/>
                  <a:pt x="92" y="118"/>
                  <a:pt x="92" y="118"/>
                </a:cubicBezTo>
                <a:close/>
                <a:moveTo>
                  <a:pt x="60" y="86"/>
                </a:moveTo>
                <a:cubicBezTo>
                  <a:pt x="60" y="84"/>
                  <a:pt x="60" y="84"/>
                  <a:pt x="60" y="84"/>
                </a:cubicBezTo>
                <a:cubicBezTo>
                  <a:pt x="60" y="84"/>
                  <a:pt x="61" y="85"/>
                  <a:pt x="61" y="85"/>
                </a:cubicBezTo>
                <a:cubicBezTo>
                  <a:pt x="62" y="85"/>
                  <a:pt x="62" y="85"/>
                  <a:pt x="62" y="86"/>
                </a:cubicBezTo>
                <a:cubicBezTo>
                  <a:pt x="62" y="86"/>
                  <a:pt x="62" y="86"/>
                  <a:pt x="62" y="86"/>
                </a:cubicBezTo>
                <a:cubicBezTo>
                  <a:pt x="62" y="86"/>
                  <a:pt x="61" y="86"/>
                  <a:pt x="61" y="86"/>
                </a:cubicBezTo>
                <a:cubicBezTo>
                  <a:pt x="60" y="86"/>
                  <a:pt x="60" y="86"/>
                  <a:pt x="60" y="86"/>
                </a:cubicBezTo>
                <a:close/>
                <a:moveTo>
                  <a:pt x="146" y="48"/>
                </a:moveTo>
                <a:cubicBezTo>
                  <a:pt x="145" y="47"/>
                  <a:pt x="145" y="47"/>
                  <a:pt x="145" y="47"/>
                </a:cubicBezTo>
                <a:cubicBezTo>
                  <a:pt x="145" y="47"/>
                  <a:pt x="145" y="46"/>
                  <a:pt x="145" y="46"/>
                </a:cubicBezTo>
                <a:cubicBezTo>
                  <a:pt x="146" y="46"/>
                  <a:pt x="146" y="45"/>
                  <a:pt x="146" y="45"/>
                </a:cubicBezTo>
                <a:cubicBezTo>
                  <a:pt x="146" y="45"/>
                  <a:pt x="146" y="45"/>
                  <a:pt x="146" y="46"/>
                </a:cubicBezTo>
                <a:cubicBezTo>
                  <a:pt x="146" y="46"/>
                  <a:pt x="146" y="47"/>
                  <a:pt x="146" y="47"/>
                </a:cubicBezTo>
                <a:cubicBezTo>
                  <a:pt x="146" y="47"/>
                  <a:pt x="146" y="48"/>
                  <a:pt x="146" y="48"/>
                </a:cubicBezTo>
                <a:cubicBezTo>
                  <a:pt x="146" y="48"/>
                  <a:pt x="146" y="48"/>
                  <a:pt x="146" y="48"/>
                </a:cubicBezTo>
                <a:cubicBezTo>
                  <a:pt x="146" y="49"/>
                  <a:pt x="146" y="49"/>
                  <a:pt x="146" y="49"/>
                </a:cubicBezTo>
                <a:cubicBezTo>
                  <a:pt x="146" y="50"/>
                  <a:pt x="146" y="50"/>
                  <a:pt x="146" y="50"/>
                </a:cubicBezTo>
                <a:cubicBezTo>
                  <a:pt x="146" y="50"/>
                  <a:pt x="146" y="49"/>
                  <a:pt x="146" y="49"/>
                </a:cubicBezTo>
                <a:lnTo>
                  <a:pt x="146" y="48"/>
                </a:lnTo>
                <a:close/>
                <a:moveTo>
                  <a:pt x="28" y="34"/>
                </a:moveTo>
                <a:cubicBezTo>
                  <a:pt x="29" y="34"/>
                  <a:pt x="29" y="34"/>
                  <a:pt x="30" y="34"/>
                </a:cubicBezTo>
                <a:cubicBezTo>
                  <a:pt x="30" y="34"/>
                  <a:pt x="30" y="34"/>
                  <a:pt x="30" y="33"/>
                </a:cubicBezTo>
                <a:cubicBezTo>
                  <a:pt x="30" y="33"/>
                  <a:pt x="30" y="33"/>
                  <a:pt x="29" y="33"/>
                </a:cubicBezTo>
                <a:cubicBezTo>
                  <a:pt x="29" y="33"/>
                  <a:pt x="28" y="33"/>
                  <a:pt x="28" y="34"/>
                </a:cubicBezTo>
                <a:close/>
                <a:moveTo>
                  <a:pt x="130" y="49"/>
                </a:moveTo>
                <a:cubicBezTo>
                  <a:pt x="130" y="49"/>
                  <a:pt x="131" y="50"/>
                  <a:pt x="131" y="50"/>
                </a:cubicBezTo>
                <a:cubicBezTo>
                  <a:pt x="131" y="50"/>
                  <a:pt x="131" y="51"/>
                  <a:pt x="131" y="52"/>
                </a:cubicBezTo>
                <a:cubicBezTo>
                  <a:pt x="130" y="50"/>
                  <a:pt x="130" y="50"/>
                  <a:pt x="130" y="50"/>
                </a:cubicBezTo>
                <a:cubicBezTo>
                  <a:pt x="130" y="50"/>
                  <a:pt x="130" y="49"/>
                  <a:pt x="130" y="49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43548" tIns="21773" rIns="43548" bIns="21773" anchor="t"/>
          <a:lstStyle/>
          <a:p>
            <a:endParaRPr sz="855"/>
          </a:p>
        </p:txBody>
      </p:sp>
      <p:sp>
        <p:nvSpPr>
          <p:cNvPr id="22" name="Freeform 97"/>
          <p:cNvSpPr>
            <a:spLocks noGrp="1"/>
          </p:cNvSpPr>
          <p:nvPr/>
        </p:nvSpPr>
        <p:spPr>
          <a:xfrm>
            <a:off x="5028682" y="231745"/>
            <a:ext cx="2134636" cy="1437515"/>
          </a:xfrm>
          <a:custGeom>
            <a:avLst/>
            <a:gdLst>
              <a:gd name="T0" fmla="*/ 192 w 305"/>
              <a:gd name="T1" fmla="*/ 174 h 205"/>
              <a:gd name="T2" fmla="*/ 179 w 305"/>
              <a:gd name="T3" fmla="*/ 106 h 205"/>
              <a:gd name="T4" fmla="*/ 199 w 305"/>
              <a:gd name="T5" fmla="*/ 170 h 205"/>
              <a:gd name="T6" fmla="*/ 169 w 305"/>
              <a:gd name="T7" fmla="*/ 110 h 205"/>
              <a:gd name="T8" fmla="*/ 164 w 305"/>
              <a:gd name="T9" fmla="*/ 105 h 205"/>
              <a:gd name="T10" fmla="*/ 220 w 305"/>
              <a:gd name="T11" fmla="*/ 111 h 205"/>
              <a:gd name="T12" fmla="*/ 201 w 305"/>
              <a:gd name="T13" fmla="*/ 122 h 205"/>
              <a:gd name="T14" fmla="*/ 199 w 305"/>
              <a:gd name="T15" fmla="*/ 121 h 205"/>
              <a:gd name="T16" fmla="*/ 220 w 305"/>
              <a:gd name="T17" fmla="*/ 111 h 205"/>
              <a:gd name="T18" fmla="*/ 303 w 305"/>
              <a:gd name="T19" fmla="*/ 54 h 205"/>
              <a:gd name="T20" fmla="*/ 286 w 305"/>
              <a:gd name="T21" fmla="*/ 63 h 205"/>
              <a:gd name="T22" fmla="*/ 219 w 305"/>
              <a:gd name="T23" fmla="*/ 91 h 205"/>
              <a:gd name="T24" fmla="*/ 205 w 305"/>
              <a:gd name="T25" fmla="*/ 98 h 205"/>
              <a:gd name="T26" fmla="*/ 204 w 305"/>
              <a:gd name="T27" fmla="*/ 98 h 205"/>
              <a:gd name="T28" fmla="*/ 190 w 305"/>
              <a:gd name="T29" fmla="*/ 107 h 205"/>
              <a:gd name="T30" fmla="*/ 194 w 305"/>
              <a:gd name="T31" fmla="*/ 102 h 205"/>
              <a:gd name="T32" fmla="*/ 244 w 305"/>
              <a:gd name="T33" fmla="*/ 146 h 205"/>
              <a:gd name="T34" fmla="*/ 203 w 305"/>
              <a:gd name="T35" fmla="*/ 175 h 205"/>
              <a:gd name="T36" fmla="*/ 199 w 305"/>
              <a:gd name="T37" fmla="*/ 170 h 205"/>
              <a:gd name="T38" fmla="*/ 195 w 305"/>
              <a:gd name="T39" fmla="*/ 119 h 205"/>
              <a:gd name="T40" fmla="*/ 102 w 305"/>
              <a:gd name="T41" fmla="*/ 79 h 205"/>
              <a:gd name="T42" fmla="*/ 33 w 305"/>
              <a:gd name="T43" fmla="*/ 113 h 205"/>
              <a:gd name="T44" fmla="*/ 33 w 305"/>
              <a:gd name="T45" fmla="*/ 113 h 205"/>
              <a:gd name="T46" fmla="*/ 195 w 305"/>
              <a:gd name="T47" fmla="*/ 115 h 205"/>
              <a:gd name="T48" fmla="*/ 191 w 305"/>
              <a:gd name="T49" fmla="*/ 112 h 205"/>
              <a:gd name="T50" fmla="*/ 183 w 305"/>
              <a:gd name="T51" fmla="*/ 162 h 205"/>
              <a:gd name="T52" fmla="*/ 168 w 305"/>
              <a:gd name="T53" fmla="*/ 154 h 205"/>
              <a:gd name="T54" fmla="*/ 144 w 305"/>
              <a:gd name="T55" fmla="*/ 177 h 205"/>
              <a:gd name="T56" fmla="*/ 121 w 305"/>
              <a:gd name="T57" fmla="*/ 161 h 205"/>
              <a:gd name="T58" fmla="*/ 106 w 305"/>
              <a:gd name="T59" fmla="*/ 199 h 205"/>
              <a:gd name="T60" fmla="*/ 87 w 305"/>
              <a:gd name="T61" fmla="*/ 178 h 205"/>
              <a:gd name="T62" fmla="*/ 86 w 305"/>
              <a:gd name="T63" fmla="*/ 168 h 205"/>
              <a:gd name="T64" fmla="*/ 78 w 305"/>
              <a:gd name="T65" fmla="*/ 173 h 205"/>
              <a:gd name="T66" fmla="*/ 93 w 305"/>
              <a:gd name="T67" fmla="*/ 150 h 205"/>
              <a:gd name="T68" fmla="*/ 95 w 305"/>
              <a:gd name="T69" fmla="*/ 135 h 205"/>
              <a:gd name="T70" fmla="*/ 76 w 305"/>
              <a:gd name="T71" fmla="*/ 128 h 205"/>
              <a:gd name="T72" fmla="*/ 94 w 305"/>
              <a:gd name="T73" fmla="*/ 115 h 205"/>
              <a:gd name="T74" fmla="*/ 88 w 305"/>
              <a:gd name="T75" fmla="*/ 109 h 205"/>
              <a:gd name="T76" fmla="*/ 3 w 305"/>
              <a:gd name="T77" fmla="*/ 48 h 205"/>
              <a:gd name="T78" fmla="*/ 81 w 305"/>
              <a:gd name="T79" fmla="*/ 101 h 205"/>
              <a:gd name="T80" fmla="*/ 88 w 305"/>
              <a:gd name="T81" fmla="*/ 104 h 205"/>
              <a:gd name="T82" fmla="*/ 105 w 305"/>
              <a:gd name="T83" fmla="*/ 102 h 205"/>
              <a:gd name="T84" fmla="*/ 113 w 305"/>
              <a:gd name="T85" fmla="*/ 92 h 205"/>
              <a:gd name="T86" fmla="*/ 120 w 305"/>
              <a:gd name="T87" fmla="*/ 95 h 205"/>
              <a:gd name="T88" fmla="*/ 124 w 305"/>
              <a:gd name="T89" fmla="*/ 85 h 205"/>
              <a:gd name="T90" fmla="*/ 127 w 305"/>
              <a:gd name="T91" fmla="*/ 92 h 205"/>
              <a:gd name="T92" fmla="*/ 139 w 305"/>
              <a:gd name="T93" fmla="*/ 100 h 205"/>
              <a:gd name="T94" fmla="*/ 149 w 305"/>
              <a:gd name="T95" fmla="*/ 86 h 205"/>
              <a:gd name="T96" fmla="*/ 159 w 305"/>
              <a:gd name="T97" fmla="*/ 102 h 205"/>
              <a:gd name="T98" fmla="*/ 233 w 305"/>
              <a:gd name="T99" fmla="*/ 1 h 205"/>
              <a:gd name="T100" fmla="*/ 167 w 305"/>
              <a:gd name="T101" fmla="*/ 95 h 205"/>
              <a:gd name="T102" fmla="*/ 167 w 305"/>
              <a:gd name="T103" fmla="*/ 121 h 205"/>
              <a:gd name="T104" fmla="*/ 177 w 305"/>
              <a:gd name="T105" fmla="*/ 127 h 205"/>
              <a:gd name="T106" fmla="*/ 166 w 305"/>
              <a:gd name="T107" fmla="*/ 142 h 205"/>
              <a:gd name="T108" fmla="*/ 144 w 305"/>
              <a:gd name="T109" fmla="*/ 192 h 205"/>
              <a:gd name="T110" fmla="*/ 153 w 305"/>
              <a:gd name="T111" fmla="*/ 199 h 205"/>
            </a:gdLst>
            <a:ahLst/>
            <a:cxnLst/>
            <a:rect l="0" t="0" r="r" b="b"/>
            <a:pathLst>
              <a:path w="305" h="205">
                <a:moveTo>
                  <a:pt x="193" y="167"/>
                </a:moveTo>
                <a:cubicBezTo>
                  <a:pt x="191" y="167"/>
                  <a:pt x="189" y="166"/>
                  <a:pt x="188" y="165"/>
                </a:cubicBezTo>
                <a:cubicBezTo>
                  <a:pt x="189" y="165"/>
                  <a:pt x="190" y="165"/>
                  <a:pt x="192" y="166"/>
                </a:cubicBezTo>
                <a:lnTo>
                  <a:pt x="193" y="167"/>
                </a:lnTo>
                <a:close/>
                <a:moveTo>
                  <a:pt x="190" y="173"/>
                </a:moveTo>
                <a:cubicBezTo>
                  <a:pt x="190" y="173"/>
                  <a:pt x="190" y="173"/>
                  <a:pt x="190" y="173"/>
                </a:cubicBezTo>
                <a:cubicBezTo>
                  <a:pt x="191" y="173"/>
                  <a:pt x="191" y="173"/>
                  <a:pt x="192" y="174"/>
                </a:cubicBezTo>
                <a:cubicBezTo>
                  <a:pt x="192" y="175"/>
                  <a:pt x="193" y="175"/>
                  <a:pt x="193" y="176"/>
                </a:cubicBezTo>
                <a:cubicBezTo>
                  <a:pt x="192" y="175"/>
                  <a:pt x="191" y="175"/>
                  <a:pt x="190" y="173"/>
                </a:cubicBezTo>
                <a:close/>
                <a:moveTo>
                  <a:pt x="175" y="105"/>
                </a:moveTo>
                <a:cubicBezTo>
                  <a:pt x="175" y="105"/>
                  <a:pt x="176" y="105"/>
                  <a:pt x="177" y="105"/>
                </a:cubicBezTo>
                <a:cubicBezTo>
                  <a:pt x="177" y="105"/>
                  <a:pt x="178" y="105"/>
                  <a:pt x="179" y="105"/>
                </a:cubicBezTo>
                <a:cubicBezTo>
                  <a:pt x="180" y="105"/>
                  <a:pt x="180" y="105"/>
                  <a:pt x="180" y="106"/>
                </a:cubicBezTo>
                <a:cubicBezTo>
                  <a:pt x="180" y="106"/>
                  <a:pt x="180" y="106"/>
                  <a:pt x="179" y="106"/>
                </a:cubicBezTo>
                <a:cubicBezTo>
                  <a:pt x="178" y="107"/>
                  <a:pt x="178" y="107"/>
                  <a:pt x="178" y="107"/>
                </a:cubicBezTo>
                <a:cubicBezTo>
                  <a:pt x="177" y="107"/>
                  <a:pt x="176" y="106"/>
                  <a:pt x="175" y="105"/>
                </a:cubicBezTo>
                <a:close/>
                <a:moveTo>
                  <a:pt x="200" y="168"/>
                </a:moveTo>
                <a:cubicBezTo>
                  <a:pt x="201" y="168"/>
                  <a:pt x="202" y="169"/>
                  <a:pt x="203" y="169"/>
                </a:cubicBezTo>
                <a:cubicBezTo>
                  <a:pt x="204" y="170"/>
                  <a:pt x="204" y="170"/>
                  <a:pt x="204" y="171"/>
                </a:cubicBezTo>
                <a:cubicBezTo>
                  <a:pt x="204" y="172"/>
                  <a:pt x="204" y="172"/>
                  <a:pt x="203" y="172"/>
                </a:cubicBezTo>
                <a:cubicBezTo>
                  <a:pt x="202" y="172"/>
                  <a:pt x="201" y="172"/>
                  <a:pt x="199" y="170"/>
                </a:cubicBezTo>
                <a:cubicBezTo>
                  <a:pt x="197" y="169"/>
                  <a:pt x="195" y="167"/>
                  <a:pt x="193" y="166"/>
                </a:cubicBezTo>
                <a:cubicBezTo>
                  <a:pt x="191" y="164"/>
                  <a:pt x="189" y="162"/>
                  <a:pt x="188" y="161"/>
                </a:cubicBezTo>
                <a:cubicBezTo>
                  <a:pt x="186" y="159"/>
                  <a:pt x="185" y="158"/>
                  <a:pt x="185" y="157"/>
                </a:cubicBezTo>
                <a:cubicBezTo>
                  <a:pt x="188" y="159"/>
                  <a:pt x="191" y="160"/>
                  <a:pt x="193" y="162"/>
                </a:cubicBezTo>
                <a:cubicBezTo>
                  <a:pt x="195" y="164"/>
                  <a:pt x="198" y="166"/>
                  <a:pt x="200" y="168"/>
                </a:cubicBezTo>
                <a:close/>
                <a:moveTo>
                  <a:pt x="166" y="106"/>
                </a:moveTo>
                <a:cubicBezTo>
                  <a:pt x="167" y="108"/>
                  <a:pt x="169" y="109"/>
                  <a:pt x="169" y="110"/>
                </a:cubicBezTo>
                <a:cubicBezTo>
                  <a:pt x="170" y="112"/>
                  <a:pt x="171" y="113"/>
                  <a:pt x="172" y="115"/>
                </a:cubicBezTo>
                <a:cubicBezTo>
                  <a:pt x="172" y="115"/>
                  <a:pt x="171" y="114"/>
                  <a:pt x="170" y="113"/>
                </a:cubicBezTo>
                <a:cubicBezTo>
                  <a:pt x="169" y="111"/>
                  <a:pt x="169" y="111"/>
                  <a:pt x="169" y="111"/>
                </a:cubicBezTo>
                <a:cubicBezTo>
                  <a:pt x="168" y="110"/>
                  <a:pt x="167" y="109"/>
                  <a:pt x="167" y="108"/>
                </a:cubicBezTo>
                <a:cubicBezTo>
                  <a:pt x="166" y="107"/>
                  <a:pt x="165" y="106"/>
                  <a:pt x="164" y="106"/>
                </a:cubicBezTo>
                <a:cubicBezTo>
                  <a:pt x="163" y="106"/>
                  <a:pt x="163" y="106"/>
                  <a:pt x="163" y="106"/>
                </a:cubicBezTo>
                <a:cubicBezTo>
                  <a:pt x="163" y="105"/>
                  <a:pt x="163" y="105"/>
                  <a:pt x="164" y="105"/>
                </a:cubicBezTo>
                <a:cubicBezTo>
                  <a:pt x="165" y="105"/>
                  <a:pt x="165" y="105"/>
                  <a:pt x="166" y="106"/>
                </a:cubicBezTo>
                <a:close/>
                <a:moveTo>
                  <a:pt x="270" y="68"/>
                </a:moveTo>
                <a:cubicBezTo>
                  <a:pt x="281" y="63"/>
                  <a:pt x="281" y="63"/>
                  <a:pt x="281" y="63"/>
                </a:cubicBezTo>
                <a:cubicBezTo>
                  <a:pt x="283" y="62"/>
                  <a:pt x="284" y="62"/>
                  <a:pt x="284" y="62"/>
                </a:cubicBezTo>
                <a:cubicBezTo>
                  <a:pt x="282" y="63"/>
                  <a:pt x="280" y="64"/>
                  <a:pt x="278" y="65"/>
                </a:cubicBezTo>
                <a:lnTo>
                  <a:pt x="270" y="68"/>
                </a:lnTo>
                <a:close/>
                <a:moveTo>
                  <a:pt x="220" y="111"/>
                </a:moveTo>
                <a:cubicBezTo>
                  <a:pt x="221" y="111"/>
                  <a:pt x="221" y="111"/>
                  <a:pt x="222" y="111"/>
                </a:cubicBezTo>
                <a:cubicBezTo>
                  <a:pt x="222" y="111"/>
                  <a:pt x="222" y="111"/>
                  <a:pt x="222" y="112"/>
                </a:cubicBezTo>
                <a:cubicBezTo>
                  <a:pt x="222" y="113"/>
                  <a:pt x="221" y="113"/>
                  <a:pt x="219" y="114"/>
                </a:cubicBezTo>
                <a:cubicBezTo>
                  <a:pt x="217" y="115"/>
                  <a:pt x="214" y="116"/>
                  <a:pt x="212" y="117"/>
                </a:cubicBezTo>
                <a:cubicBezTo>
                  <a:pt x="209" y="118"/>
                  <a:pt x="207" y="118"/>
                  <a:pt x="204" y="119"/>
                </a:cubicBezTo>
                <a:cubicBezTo>
                  <a:pt x="202" y="120"/>
                  <a:pt x="201" y="121"/>
                  <a:pt x="201" y="121"/>
                </a:cubicBezTo>
                <a:cubicBezTo>
                  <a:pt x="201" y="122"/>
                  <a:pt x="201" y="122"/>
                  <a:pt x="201" y="122"/>
                </a:cubicBezTo>
                <a:cubicBezTo>
                  <a:pt x="202" y="123"/>
                  <a:pt x="202" y="123"/>
                  <a:pt x="202" y="123"/>
                </a:cubicBezTo>
                <a:cubicBezTo>
                  <a:pt x="202" y="127"/>
                  <a:pt x="200" y="128"/>
                  <a:pt x="197" y="128"/>
                </a:cubicBezTo>
                <a:cubicBezTo>
                  <a:pt x="194" y="128"/>
                  <a:pt x="193" y="127"/>
                  <a:pt x="193" y="125"/>
                </a:cubicBezTo>
                <a:cubicBezTo>
                  <a:pt x="193" y="124"/>
                  <a:pt x="194" y="123"/>
                  <a:pt x="195" y="122"/>
                </a:cubicBezTo>
                <a:cubicBezTo>
                  <a:pt x="198" y="121"/>
                  <a:pt x="198" y="121"/>
                  <a:pt x="198" y="121"/>
                </a:cubicBezTo>
                <a:cubicBezTo>
                  <a:pt x="198" y="121"/>
                  <a:pt x="198" y="121"/>
                  <a:pt x="199" y="121"/>
                </a:cubicBezTo>
                <a:cubicBezTo>
                  <a:pt x="199" y="121"/>
                  <a:pt x="199" y="121"/>
                  <a:pt x="199" y="121"/>
                </a:cubicBezTo>
                <a:cubicBezTo>
                  <a:pt x="200" y="121"/>
                  <a:pt x="200" y="121"/>
                  <a:pt x="201" y="120"/>
                </a:cubicBezTo>
                <a:cubicBezTo>
                  <a:pt x="202" y="119"/>
                  <a:pt x="203" y="119"/>
                  <a:pt x="203" y="117"/>
                </a:cubicBezTo>
                <a:cubicBezTo>
                  <a:pt x="202" y="117"/>
                  <a:pt x="202" y="117"/>
                  <a:pt x="202" y="117"/>
                </a:cubicBezTo>
                <a:cubicBezTo>
                  <a:pt x="202" y="117"/>
                  <a:pt x="202" y="117"/>
                  <a:pt x="204" y="116"/>
                </a:cubicBezTo>
                <a:cubicBezTo>
                  <a:pt x="208" y="115"/>
                  <a:pt x="208" y="115"/>
                  <a:pt x="208" y="115"/>
                </a:cubicBezTo>
                <a:cubicBezTo>
                  <a:pt x="214" y="113"/>
                  <a:pt x="214" y="113"/>
                  <a:pt x="214" y="113"/>
                </a:cubicBezTo>
                <a:cubicBezTo>
                  <a:pt x="216" y="113"/>
                  <a:pt x="218" y="112"/>
                  <a:pt x="220" y="111"/>
                </a:cubicBezTo>
                <a:close/>
                <a:moveTo>
                  <a:pt x="186" y="123"/>
                </a:moveTo>
                <a:cubicBezTo>
                  <a:pt x="185" y="124"/>
                  <a:pt x="185" y="124"/>
                  <a:pt x="184" y="124"/>
                </a:cubicBezTo>
                <a:cubicBezTo>
                  <a:pt x="182" y="124"/>
                  <a:pt x="182" y="124"/>
                  <a:pt x="182" y="124"/>
                </a:cubicBezTo>
                <a:cubicBezTo>
                  <a:pt x="183" y="122"/>
                  <a:pt x="185" y="121"/>
                  <a:pt x="188" y="121"/>
                </a:cubicBezTo>
                <a:cubicBezTo>
                  <a:pt x="188" y="122"/>
                  <a:pt x="187" y="122"/>
                  <a:pt x="187" y="122"/>
                </a:cubicBezTo>
                <a:cubicBezTo>
                  <a:pt x="187" y="123"/>
                  <a:pt x="186" y="123"/>
                  <a:pt x="186" y="123"/>
                </a:cubicBezTo>
                <a:close/>
                <a:moveTo>
                  <a:pt x="303" y="54"/>
                </a:moveTo>
                <a:cubicBezTo>
                  <a:pt x="304" y="54"/>
                  <a:pt x="304" y="54"/>
                  <a:pt x="304" y="54"/>
                </a:cubicBezTo>
                <a:cubicBezTo>
                  <a:pt x="304" y="54"/>
                  <a:pt x="304" y="54"/>
                  <a:pt x="304" y="54"/>
                </a:cubicBezTo>
                <a:cubicBezTo>
                  <a:pt x="304" y="54"/>
                  <a:pt x="305" y="54"/>
                  <a:pt x="305" y="55"/>
                </a:cubicBezTo>
                <a:cubicBezTo>
                  <a:pt x="305" y="55"/>
                  <a:pt x="304" y="55"/>
                  <a:pt x="302" y="56"/>
                </a:cubicBezTo>
                <a:cubicBezTo>
                  <a:pt x="296" y="58"/>
                  <a:pt x="296" y="58"/>
                  <a:pt x="296" y="58"/>
                </a:cubicBezTo>
                <a:cubicBezTo>
                  <a:pt x="294" y="59"/>
                  <a:pt x="292" y="60"/>
                  <a:pt x="290" y="61"/>
                </a:cubicBezTo>
                <a:cubicBezTo>
                  <a:pt x="287" y="62"/>
                  <a:pt x="286" y="63"/>
                  <a:pt x="286" y="63"/>
                </a:cubicBezTo>
                <a:cubicBezTo>
                  <a:pt x="286" y="63"/>
                  <a:pt x="286" y="63"/>
                  <a:pt x="286" y="63"/>
                </a:cubicBezTo>
                <a:cubicBezTo>
                  <a:pt x="285" y="63"/>
                  <a:pt x="285" y="63"/>
                  <a:pt x="285" y="62"/>
                </a:cubicBezTo>
                <a:cubicBezTo>
                  <a:pt x="285" y="62"/>
                  <a:pt x="284" y="62"/>
                  <a:pt x="284" y="62"/>
                </a:cubicBezTo>
                <a:cubicBezTo>
                  <a:pt x="291" y="59"/>
                  <a:pt x="295" y="57"/>
                  <a:pt x="298" y="56"/>
                </a:cubicBezTo>
                <a:lnTo>
                  <a:pt x="303" y="54"/>
                </a:lnTo>
                <a:close/>
                <a:moveTo>
                  <a:pt x="205" y="98"/>
                </a:moveTo>
                <a:cubicBezTo>
                  <a:pt x="209" y="96"/>
                  <a:pt x="214" y="94"/>
                  <a:pt x="219" y="91"/>
                </a:cubicBezTo>
                <a:cubicBezTo>
                  <a:pt x="225" y="89"/>
                  <a:pt x="230" y="86"/>
                  <a:pt x="236" y="83"/>
                </a:cubicBezTo>
                <a:cubicBezTo>
                  <a:pt x="242" y="81"/>
                  <a:pt x="248" y="78"/>
                  <a:pt x="253" y="75"/>
                </a:cubicBezTo>
                <a:cubicBezTo>
                  <a:pt x="259" y="73"/>
                  <a:pt x="265" y="70"/>
                  <a:pt x="270" y="68"/>
                </a:cubicBezTo>
                <a:cubicBezTo>
                  <a:pt x="266" y="70"/>
                  <a:pt x="261" y="72"/>
                  <a:pt x="255" y="75"/>
                </a:cubicBezTo>
                <a:cubicBezTo>
                  <a:pt x="250" y="77"/>
                  <a:pt x="244" y="80"/>
                  <a:pt x="238" y="82"/>
                </a:cubicBezTo>
                <a:cubicBezTo>
                  <a:pt x="232" y="85"/>
                  <a:pt x="226" y="88"/>
                  <a:pt x="221" y="91"/>
                </a:cubicBezTo>
                <a:cubicBezTo>
                  <a:pt x="215" y="93"/>
                  <a:pt x="210" y="96"/>
                  <a:pt x="205" y="98"/>
                </a:cubicBezTo>
                <a:cubicBezTo>
                  <a:pt x="206" y="98"/>
                  <a:pt x="207" y="97"/>
                  <a:pt x="209" y="97"/>
                </a:cubicBezTo>
                <a:cubicBezTo>
                  <a:pt x="210" y="96"/>
                  <a:pt x="211" y="96"/>
                  <a:pt x="212" y="96"/>
                </a:cubicBezTo>
                <a:cubicBezTo>
                  <a:pt x="213" y="96"/>
                  <a:pt x="213" y="96"/>
                  <a:pt x="214" y="96"/>
                </a:cubicBezTo>
                <a:cubicBezTo>
                  <a:pt x="216" y="96"/>
                  <a:pt x="216" y="96"/>
                  <a:pt x="216" y="97"/>
                </a:cubicBezTo>
                <a:cubicBezTo>
                  <a:pt x="216" y="97"/>
                  <a:pt x="215" y="98"/>
                  <a:pt x="214" y="98"/>
                </a:cubicBezTo>
                <a:cubicBezTo>
                  <a:pt x="213" y="98"/>
                  <a:pt x="212" y="97"/>
                  <a:pt x="210" y="97"/>
                </a:cubicBezTo>
                <a:cubicBezTo>
                  <a:pt x="209" y="98"/>
                  <a:pt x="207" y="98"/>
                  <a:pt x="204" y="98"/>
                </a:cubicBezTo>
                <a:cubicBezTo>
                  <a:pt x="204" y="98"/>
                  <a:pt x="204" y="98"/>
                  <a:pt x="204" y="98"/>
                </a:cubicBezTo>
                <a:cubicBezTo>
                  <a:pt x="203" y="99"/>
                  <a:pt x="201" y="99"/>
                  <a:pt x="200" y="100"/>
                </a:cubicBezTo>
                <a:cubicBezTo>
                  <a:pt x="198" y="100"/>
                  <a:pt x="196" y="101"/>
                  <a:pt x="194" y="102"/>
                </a:cubicBezTo>
                <a:cubicBezTo>
                  <a:pt x="193" y="103"/>
                  <a:pt x="191" y="103"/>
                  <a:pt x="190" y="104"/>
                </a:cubicBezTo>
                <a:cubicBezTo>
                  <a:pt x="189" y="105"/>
                  <a:pt x="188" y="105"/>
                  <a:pt x="188" y="106"/>
                </a:cubicBezTo>
                <a:cubicBezTo>
                  <a:pt x="188" y="107"/>
                  <a:pt x="189" y="107"/>
                  <a:pt x="189" y="107"/>
                </a:cubicBezTo>
                <a:cubicBezTo>
                  <a:pt x="190" y="107"/>
                  <a:pt x="190" y="107"/>
                  <a:pt x="190" y="107"/>
                </a:cubicBezTo>
                <a:cubicBezTo>
                  <a:pt x="190" y="107"/>
                  <a:pt x="191" y="106"/>
                  <a:pt x="191" y="106"/>
                </a:cubicBezTo>
                <a:cubicBezTo>
                  <a:pt x="192" y="107"/>
                  <a:pt x="192" y="107"/>
                  <a:pt x="192" y="107"/>
                </a:cubicBezTo>
                <a:cubicBezTo>
                  <a:pt x="191" y="108"/>
                  <a:pt x="190" y="108"/>
                  <a:pt x="188" y="108"/>
                </a:cubicBezTo>
                <a:cubicBezTo>
                  <a:pt x="187" y="108"/>
                  <a:pt x="186" y="108"/>
                  <a:pt x="185" y="107"/>
                </a:cubicBezTo>
                <a:cubicBezTo>
                  <a:pt x="183" y="106"/>
                  <a:pt x="183" y="106"/>
                  <a:pt x="182" y="105"/>
                </a:cubicBezTo>
                <a:cubicBezTo>
                  <a:pt x="184" y="105"/>
                  <a:pt x="187" y="104"/>
                  <a:pt x="190" y="103"/>
                </a:cubicBezTo>
                <a:cubicBezTo>
                  <a:pt x="192" y="102"/>
                  <a:pt x="194" y="102"/>
                  <a:pt x="194" y="102"/>
                </a:cubicBezTo>
                <a:cubicBezTo>
                  <a:pt x="195" y="102"/>
                  <a:pt x="195" y="102"/>
                  <a:pt x="195" y="102"/>
                </a:cubicBezTo>
                <a:cubicBezTo>
                  <a:pt x="199" y="100"/>
                  <a:pt x="199" y="100"/>
                  <a:pt x="199" y="100"/>
                </a:cubicBezTo>
                <a:cubicBezTo>
                  <a:pt x="202" y="98"/>
                  <a:pt x="203" y="98"/>
                  <a:pt x="205" y="98"/>
                </a:cubicBezTo>
                <a:close/>
                <a:moveTo>
                  <a:pt x="239" y="137"/>
                </a:moveTo>
                <a:cubicBezTo>
                  <a:pt x="241" y="137"/>
                  <a:pt x="243" y="137"/>
                  <a:pt x="244" y="138"/>
                </a:cubicBezTo>
                <a:cubicBezTo>
                  <a:pt x="246" y="138"/>
                  <a:pt x="246" y="140"/>
                  <a:pt x="246" y="142"/>
                </a:cubicBezTo>
                <a:cubicBezTo>
                  <a:pt x="246" y="144"/>
                  <a:pt x="246" y="145"/>
                  <a:pt x="244" y="146"/>
                </a:cubicBezTo>
                <a:cubicBezTo>
                  <a:pt x="243" y="146"/>
                  <a:pt x="242" y="147"/>
                  <a:pt x="242" y="147"/>
                </a:cubicBezTo>
                <a:cubicBezTo>
                  <a:pt x="240" y="147"/>
                  <a:pt x="239" y="146"/>
                  <a:pt x="238" y="146"/>
                </a:cubicBezTo>
                <a:cubicBezTo>
                  <a:pt x="236" y="145"/>
                  <a:pt x="236" y="144"/>
                  <a:pt x="236" y="142"/>
                </a:cubicBezTo>
                <a:cubicBezTo>
                  <a:pt x="236" y="139"/>
                  <a:pt x="237" y="138"/>
                  <a:pt x="239" y="137"/>
                </a:cubicBezTo>
                <a:close/>
                <a:moveTo>
                  <a:pt x="202" y="173"/>
                </a:moveTo>
                <a:cubicBezTo>
                  <a:pt x="202" y="173"/>
                  <a:pt x="202" y="173"/>
                  <a:pt x="202" y="174"/>
                </a:cubicBezTo>
                <a:cubicBezTo>
                  <a:pt x="203" y="174"/>
                  <a:pt x="203" y="174"/>
                  <a:pt x="203" y="175"/>
                </a:cubicBezTo>
                <a:cubicBezTo>
                  <a:pt x="203" y="175"/>
                  <a:pt x="202" y="175"/>
                  <a:pt x="202" y="176"/>
                </a:cubicBezTo>
                <a:cubicBezTo>
                  <a:pt x="196" y="171"/>
                  <a:pt x="196" y="171"/>
                  <a:pt x="196" y="171"/>
                </a:cubicBezTo>
                <a:cubicBezTo>
                  <a:pt x="196" y="171"/>
                  <a:pt x="196" y="171"/>
                  <a:pt x="196" y="170"/>
                </a:cubicBezTo>
                <a:cubicBezTo>
                  <a:pt x="197" y="170"/>
                  <a:pt x="197" y="170"/>
                  <a:pt x="197" y="170"/>
                </a:cubicBezTo>
                <a:cubicBezTo>
                  <a:pt x="197" y="170"/>
                  <a:pt x="197" y="169"/>
                  <a:pt x="196" y="169"/>
                </a:cubicBezTo>
                <a:cubicBezTo>
                  <a:pt x="196" y="169"/>
                  <a:pt x="196" y="168"/>
                  <a:pt x="196" y="168"/>
                </a:cubicBezTo>
                <a:cubicBezTo>
                  <a:pt x="197" y="169"/>
                  <a:pt x="198" y="170"/>
                  <a:pt x="199" y="170"/>
                </a:cubicBezTo>
                <a:cubicBezTo>
                  <a:pt x="200" y="171"/>
                  <a:pt x="201" y="172"/>
                  <a:pt x="202" y="173"/>
                </a:cubicBezTo>
                <a:close/>
                <a:moveTo>
                  <a:pt x="45" y="90"/>
                </a:moveTo>
                <a:cubicBezTo>
                  <a:pt x="45" y="90"/>
                  <a:pt x="45" y="90"/>
                  <a:pt x="45" y="90"/>
                </a:cubicBezTo>
                <a:cubicBezTo>
                  <a:pt x="46" y="90"/>
                  <a:pt x="46" y="90"/>
                  <a:pt x="46" y="91"/>
                </a:cubicBezTo>
                <a:cubicBezTo>
                  <a:pt x="46" y="91"/>
                  <a:pt x="46" y="91"/>
                  <a:pt x="45" y="91"/>
                </a:cubicBezTo>
                <a:cubicBezTo>
                  <a:pt x="45" y="91"/>
                  <a:pt x="45" y="91"/>
                  <a:pt x="45" y="90"/>
                </a:cubicBezTo>
                <a:close/>
                <a:moveTo>
                  <a:pt x="195" y="119"/>
                </a:moveTo>
                <a:cubicBezTo>
                  <a:pt x="195" y="118"/>
                  <a:pt x="196" y="118"/>
                  <a:pt x="197" y="118"/>
                </a:cubicBezTo>
                <a:cubicBezTo>
                  <a:pt x="197" y="118"/>
                  <a:pt x="197" y="118"/>
                  <a:pt x="197" y="118"/>
                </a:cubicBezTo>
                <a:lnTo>
                  <a:pt x="195" y="119"/>
                </a:lnTo>
                <a:close/>
                <a:moveTo>
                  <a:pt x="103" y="78"/>
                </a:moveTo>
                <a:cubicBezTo>
                  <a:pt x="103" y="79"/>
                  <a:pt x="103" y="79"/>
                  <a:pt x="103" y="80"/>
                </a:cubicBezTo>
                <a:cubicBezTo>
                  <a:pt x="104" y="82"/>
                  <a:pt x="104" y="82"/>
                  <a:pt x="104" y="82"/>
                </a:cubicBezTo>
                <a:cubicBezTo>
                  <a:pt x="104" y="81"/>
                  <a:pt x="103" y="80"/>
                  <a:pt x="102" y="79"/>
                </a:cubicBezTo>
                <a:cubicBezTo>
                  <a:pt x="101" y="78"/>
                  <a:pt x="101" y="77"/>
                  <a:pt x="100" y="76"/>
                </a:cubicBezTo>
                <a:cubicBezTo>
                  <a:pt x="101" y="76"/>
                  <a:pt x="101" y="77"/>
                  <a:pt x="102" y="77"/>
                </a:cubicBezTo>
                <a:cubicBezTo>
                  <a:pt x="103" y="78"/>
                  <a:pt x="103" y="78"/>
                  <a:pt x="103" y="78"/>
                </a:cubicBezTo>
                <a:close/>
                <a:moveTo>
                  <a:pt x="46" y="91"/>
                </a:moveTo>
                <a:cubicBezTo>
                  <a:pt x="48" y="91"/>
                  <a:pt x="49" y="92"/>
                  <a:pt x="49" y="92"/>
                </a:cubicBezTo>
                <a:cubicBezTo>
                  <a:pt x="48" y="92"/>
                  <a:pt x="47" y="92"/>
                  <a:pt x="46" y="91"/>
                </a:cubicBezTo>
                <a:close/>
                <a:moveTo>
                  <a:pt x="33" y="113"/>
                </a:moveTo>
                <a:cubicBezTo>
                  <a:pt x="34" y="114"/>
                  <a:pt x="34" y="114"/>
                  <a:pt x="35" y="113"/>
                </a:cubicBezTo>
                <a:cubicBezTo>
                  <a:pt x="35" y="113"/>
                  <a:pt x="36" y="113"/>
                  <a:pt x="36" y="114"/>
                </a:cubicBezTo>
                <a:cubicBezTo>
                  <a:pt x="36" y="114"/>
                  <a:pt x="35" y="114"/>
                  <a:pt x="34" y="114"/>
                </a:cubicBezTo>
                <a:cubicBezTo>
                  <a:pt x="33" y="114"/>
                  <a:pt x="32" y="114"/>
                  <a:pt x="32" y="113"/>
                </a:cubicBezTo>
                <a:cubicBezTo>
                  <a:pt x="32" y="113"/>
                  <a:pt x="32" y="113"/>
                  <a:pt x="32" y="113"/>
                </a:cubicBezTo>
                <a:cubicBezTo>
                  <a:pt x="32" y="113"/>
                  <a:pt x="32" y="113"/>
                  <a:pt x="32" y="113"/>
                </a:cubicBezTo>
                <a:cubicBezTo>
                  <a:pt x="33" y="113"/>
                  <a:pt x="33" y="113"/>
                  <a:pt x="33" y="113"/>
                </a:cubicBezTo>
                <a:close/>
                <a:moveTo>
                  <a:pt x="36" y="114"/>
                </a:moveTo>
                <a:cubicBezTo>
                  <a:pt x="39" y="114"/>
                  <a:pt x="40" y="115"/>
                  <a:pt x="41" y="115"/>
                </a:cubicBezTo>
                <a:cubicBezTo>
                  <a:pt x="39" y="115"/>
                  <a:pt x="39" y="115"/>
                  <a:pt x="39" y="115"/>
                </a:cubicBezTo>
                <a:cubicBezTo>
                  <a:pt x="38" y="115"/>
                  <a:pt x="37" y="115"/>
                  <a:pt x="36" y="114"/>
                </a:cubicBezTo>
                <a:close/>
                <a:moveTo>
                  <a:pt x="196" y="112"/>
                </a:moveTo>
                <a:cubicBezTo>
                  <a:pt x="196" y="113"/>
                  <a:pt x="197" y="113"/>
                  <a:pt x="197" y="114"/>
                </a:cubicBezTo>
                <a:cubicBezTo>
                  <a:pt x="197" y="114"/>
                  <a:pt x="196" y="115"/>
                  <a:pt x="195" y="115"/>
                </a:cubicBezTo>
                <a:cubicBezTo>
                  <a:pt x="193" y="115"/>
                  <a:pt x="192" y="115"/>
                  <a:pt x="190" y="116"/>
                </a:cubicBezTo>
                <a:cubicBezTo>
                  <a:pt x="189" y="116"/>
                  <a:pt x="187" y="116"/>
                  <a:pt x="186" y="116"/>
                </a:cubicBezTo>
                <a:cubicBezTo>
                  <a:pt x="185" y="116"/>
                  <a:pt x="184" y="116"/>
                  <a:pt x="183" y="116"/>
                </a:cubicBezTo>
                <a:cubicBezTo>
                  <a:pt x="182" y="116"/>
                  <a:pt x="182" y="116"/>
                  <a:pt x="182" y="115"/>
                </a:cubicBezTo>
                <a:cubicBezTo>
                  <a:pt x="182" y="115"/>
                  <a:pt x="183" y="115"/>
                  <a:pt x="184" y="114"/>
                </a:cubicBezTo>
                <a:cubicBezTo>
                  <a:pt x="185" y="114"/>
                  <a:pt x="186" y="114"/>
                  <a:pt x="187" y="113"/>
                </a:cubicBezTo>
                <a:cubicBezTo>
                  <a:pt x="189" y="113"/>
                  <a:pt x="190" y="113"/>
                  <a:pt x="191" y="112"/>
                </a:cubicBezTo>
                <a:cubicBezTo>
                  <a:pt x="193" y="112"/>
                  <a:pt x="193" y="112"/>
                  <a:pt x="194" y="112"/>
                </a:cubicBezTo>
                <a:cubicBezTo>
                  <a:pt x="195" y="112"/>
                  <a:pt x="196" y="112"/>
                  <a:pt x="196" y="112"/>
                </a:cubicBezTo>
                <a:close/>
                <a:moveTo>
                  <a:pt x="172" y="152"/>
                </a:moveTo>
                <a:cubicBezTo>
                  <a:pt x="174" y="153"/>
                  <a:pt x="177" y="154"/>
                  <a:pt x="180" y="157"/>
                </a:cubicBezTo>
                <a:cubicBezTo>
                  <a:pt x="183" y="159"/>
                  <a:pt x="185" y="161"/>
                  <a:pt x="185" y="161"/>
                </a:cubicBezTo>
                <a:cubicBezTo>
                  <a:pt x="185" y="162"/>
                  <a:pt x="184" y="162"/>
                  <a:pt x="184" y="162"/>
                </a:cubicBezTo>
                <a:cubicBezTo>
                  <a:pt x="183" y="162"/>
                  <a:pt x="183" y="162"/>
                  <a:pt x="183" y="162"/>
                </a:cubicBezTo>
                <a:cubicBezTo>
                  <a:pt x="182" y="162"/>
                  <a:pt x="181" y="161"/>
                  <a:pt x="179" y="159"/>
                </a:cubicBezTo>
                <a:cubicBezTo>
                  <a:pt x="177" y="157"/>
                  <a:pt x="175" y="156"/>
                  <a:pt x="173" y="154"/>
                </a:cubicBezTo>
                <a:cubicBezTo>
                  <a:pt x="172" y="155"/>
                  <a:pt x="170" y="155"/>
                  <a:pt x="169" y="155"/>
                </a:cubicBezTo>
                <a:cubicBezTo>
                  <a:pt x="168" y="155"/>
                  <a:pt x="168" y="155"/>
                  <a:pt x="168" y="155"/>
                </a:cubicBezTo>
                <a:cubicBezTo>
                  <a:pt x="168" y="155"/>
                  <a:pt x="168" y="155"/>
                  <a:pt x="167" y="155"/>
                </a:cubicBezTo>
                <a:cubicBezTo>
                  <a:pt x="167" y="155"/>
                  <a:pt x="167" y="154"/>
                  <a:pt x="168" y="154"/>
                </a:cubicBezTo>
                <a:cubicBezTo>
                  <a:pt x="168" y="154"/>
                  <a:pt x="168" y="154"/>
                  <a:pt x="168" y="154"/>
                </a:cubicBezTo>
                <a:cubicBezTo>
                  <a:pt x="168" y="153"/>
                  <a:pt x="166" y="153"/>
                  <a:pt x="163" y="152"/>
                </a:cubicBezTo>
                <a:cubicBezTo>
                  <a:pt x="160" y="151"/>
                  <a:pt x="158" y="151"/>
                  <a:pt x="157" y="150"/>
                </a:cubicBezTo>
                <a:cubicBezTo>
                  <a:pt x="155" y="150"/>
                  <a:pt x="154" y="152"/>
                  <a:pt x="153" y="154"/>
                </a:cubicBezTo>
                <a:cubicBezTo>
                  <a:pt x="152" y="157"/>
                  <a:pt x="151" y="160"/>
                  <a:pt x="150" y="162"/>
                </a:cubicBezTo>
                <a:cubicBezTo>
                  <a:pt x="150" y="164"/>
                  <a:pt x="150" y="167"/>
                  <a:pt x="149" y="168"/>
                </a:cubicBezTo>
                <a:cubicBezTo>
                  <a:pt x="148" y="170"/>
                  <a:pt x="147" y="172"/>
                  <a:pt x="146" y="173"/>
                </a:cubicBezTo>
                <a:cubicBezTo>
                  <a:pt x="144" y="177"/>
                  <a:pt x="144" y="177"/>
                  <a:pt x="144" y="177"/>
                </a:cubicBezTo>
                <a:cubicBezTo>
                  <a:pt x="143" y="178"/>
                  <a:pt x="143" y="179"/>
                  <a:pt x="143" y="181"/>
                </a:cubicBezTo>
                <a:cubicBezTo>
                  <a:pt x="143" y="182"/>
                  <a:pt x="143" y="183"/>
                  <a:pt x="142" y="184"/>
                </a:cubicBezTo>
                <a:cubicBezTo>
                  <a:pt x="142" y="184"/>
                  <a:pt x="141" y="185"/>
                  <a:pt x="140" y="185"/>
                </a:cubicBezTo>
                <a:cubicBezTo>
                  <a:pt x="138" y="185"/>
                  <a:pt x="137" y="183"/>
                  <a:pt x="135" y="180"/>
                </a:cubicBezTo>
                <a:cubicBezTo>
                  <a:pt x="134" y="176"/>
                  <a:pt x="133" y="174"/>
                  <a:pt x="132" y="172"/>
                </a:cubicBezTo>
                <a:cubicBezTo>
                  <a:pt x="130" y="170"/>
                  <a:pt x="128" y="169"/>
                  <a:pt x="126" y="167"/>
                </a:cubicBezTo>
                <a:cubicBezTo>
                  <a:pt x="124" y="165"/>
                  <a:pt x="122" y="163"/>
                  <a:pt x="121" y="161"/>
                </a:cubicBezTo>
                <a:cubicBezTo>
                  <a:pt x="120" y="164"/>
                  <a:pt x="119" y="168"/>
                  <a:pt x="117" y="173"/>
                </a:cubicBezTo>
                <a:cubicBezTo>
                  <a:pt x="115" y="177"/>
                  <a:pt x="114" y="182"/>
                  <a:pt x="112" y="187"/>
                </a:cubicBezTo>
                <a:cubicBezTo>
                  <a:pt x="111" y="192"/>
                  <a:pt x="109" y="196"/>
                  <a:pt x="108" y="200"/>
                </a:cubicBezTo>
                <a:cubicBezTo>
                  <a:pt x="107" y="203"/>
                  <a:pt x="106" y="205"/>
                  <a:pt x="106" y="205"/>
                </a:cubicBezTo>
                <a:cubicBezTo>
                  <a:pt x="105" y="205"/>
                  <a:pt x="104" y="204"/>
                  <a:pt x="104" y="203"/>
                </a:cubicBezTo>
                <a:cubicBezTo>
                  <a:pt x="104" y="204"/>
                  <a:pt x="104" y="204"/>
                  <a:pt x="104" y="204"/>
                </a:cubicBezTo>
                <a:cubicBezTo>
                  <a:pt x="105" y="204"/>
                  <a:pt x="105" y="202"/>
                  <a:pt x="106" y="199"/>
                </a:cubicBezTo>
                <a:cubicBezTo>
                  <a:pt x="107" y="197"/>
                  <a:pt x="109" y="193"/>
                  <a:pt x="110" y="189"/>
                </a:cubicBezTo>
                <a:cubicBezTo>
                  <a:pt x="111" y="185"/>
                  <a:pt x="113" y="180"/>
                  <a:pt x="114" y="175"/>
                </a:cubicBezTo>
                <a:cubicBezTo>
                  <a:pt x="119" y="160"/>
                  <a:pt x="119" y="160"/>
                  <a:pt x="119" y="160"/>
                </a:cubicBezTo>
                <a:cubicBezTo>
                  <a:pt x="117" y="159"/>
                  <a:pt x="115" y="158"/>
                  <a:pt x="113" y="158"/>
                </a:cubicBezTo>
                <a:cubicBezTo>
                  <a:pt x="109" y="159"/>
                  <a:pt x="105" y="161"/>
                  <a:pt x="102" y="163"/>
                </a:cubicBezTo>
                <a:cubicBezTo>
                  <a:pt x="98" y="165"/>
                  <a:pt x="96" y="168"/>
                  <a:pt x="93" y="170"/>
                </a:cubicBezTo>
                <a:cubicBezTo>
                  <a:pt x="91" y="173"/>
                  <a:pt x="89" y="175"/>
                  <a:pt x="87" y="178"/>
                </a:cubicBezTo>
                <a:cubicBezTo>
                  <a:pt x="85" y="180"/>
                  <a:pt x="83" y="182"/>
                  <a:pt x="81" y="183"/>
                </a:cubicBezTo>
                <a:cubicBezTo>
                  <a:pt x="80" y="183"/>
                  <a:pt x="80" y="183"/>
                  <a:pt x="80" y="183"/>
                </a:cubicBezTo>
                <a:cubicBezTo>
                  <a:pt x="80" y="182"/>
                  <a:pt x="81" y="181"/>
                  <a:pt x="83" y="179"/>
                </a:cubicBezTo>
                <a:cubicBezTo>
                  <a:pt x="84" y="178"/>
                  <a:pt x="86" y="176"/>
                  <a:pt x="87" y="176"/>
                </a:cubicBezTo>
                <a:cubicBezTo>
                  <a:pt x="86" y="174"/>
                  <a:pt x="86" y="174"/>
                  <a:pt x="85" y="174"/>
                </a:cubicBezTo>
                <a:cubicBezTo>
                  <a:pt x="84" y="174"/>
                  <a:pt x="83" y="173"/>
                  <a:pt x="83" y="170"/>
                </a:cubicBezTo>
                <a:cubicBezTo>
                  <a:pt x="83" y="170"/>
                  <a:pt x="84" y="169"/>
                  <a:pt x="86" y="168"/>
                </a:cubicBezTo>
                <a:cubicBezTo>
                  <a:pt x="87" y="168"/>
                  <a:pt x="89" y="167"/>
                  <a:pt x="91" y="166"/>
                </a:cubicBezTo>
                <a:cubicBezTo>
                  <a:pt x="93" y="165"/>
                  <a:pt x="94" y="164"/>
                  <a:pt x="96" y="163"/>
                </a:cubicBezTo>
                <a:cubicBezTo>
                  <a:pt x="98" y="162"/>
                  <a:pt x="98" y="161"/>
                  <a:pt x="98" y="161"/>
                </a:cubicBezTo>
                <a:cubicBezTo>
                  <a:pt x="98" y="158"/>
                  <a:pt x="97" y="157"/>
                  <a:pt x="94" y="157"/>
                </a:cubicBezTo>
                <a:cubicBezTo>
                  <a:pt x="94" y="157"/>
                  <a:pt x="94" y="157"/>
                  <a:pt x="93" y="158"/>
                </a:cubicBezTo>
                <a:cubicBezTo>
                  <a:pt x="90" y="161"/>
                  <a:pt x="87" y="164"/>
                  <a:pt x="84" y="167"/>
                </a:cubicBezTo>
                <a:cubicBezTo>
                  <a:pt x="82" y="169"/>
                  <a:pt x="80" y="171"/>
                  <a:pt x="78" y="173"/>
                </a:cubicBezTo>
                <a:cubicBezTo>
                  <a:pt x="76" y="174"/>
                  <a:pt x="74" y="175"/>
                  <a:pt x="74" y="175"/>
                </a:cubicBezTo>
                <a:cubicBezTo>
                  <a:pt x="73" y="175"/>
                  <a:pt x="73" y="175"/>
                  <a:pt x="73" y="174"/>
                </a:cubicBezTo>
                <a:cubicBezTo>
                  <a:pt x="73" y="174"/>
                  <a:pt x="73" y="173"/>
                  <a:pt x="73" y="173"/>
                </a:cubicBezTo>
                <a:cubicBezTo>
                  <a:pt x="73" y="172"/>
                  <a:pt x="73" y="172"/>
                  <a:pt x="73" y="172"/>
                </a:cubicBezTo>
                <a:cubicBezTo>
                  <a:pt x="76" y="172"/>
                  <a:pt x="78" y="170"/>
                  <a:pt x="80" y="167"/>
                </a:cubicBezTo>
                <a:cubicBezTo>
                  <a:pt x="83" y="165"/>
                  <a:pt x="85" y="162"/>
                  <a:pt x="87" y="159"/>
                </a:cubicBezTo>
                <a:cubicBezTo>
                  <a:pt x="90" y="156"/>
                  <a:pt x="91" y="153"/>
                  <a:pt x="93" y="150"/>
                </a:cubicBezTo>
                <a:cubicBezTo>
                  <a:pt x="95" y="148"/>
                  <a:pt x="96" y="147"/>
                  <a:pt x="96" y="147"/>
                </a:cubicBezTo>
                <a:cubicBezTo>
                  <a:pt x="97" y="147"/>
                  <a:pt x="97" y="147"/>
                  <a:pt x="97" y="147"/>
                </a:cubicBezTo>
                <a:cubicBezTo>
                  <a:pt x="97" y="148"/>
                  <a:pt x="97" y="148"/>
                  <a:pt x="97" y="148"/>
                </a:cubicBezTo>
                <a:cubicBezTo>
                  <a:pt x="97" y="148"/>
                  <a:pt x="97" y="148"/>
                  <a:pt x="97" y="147"/>
                </a:cubicBezTo>
                <a:cubicBezTo>
                  <a:pt x="97" y="147"/>
                  <a:pt x="98" y="147"/>
                  <a:pt x="98" y="147"/>
                </a:cubicBezTo>
                <a:cubicBezTo>
                  <a:pt x="99" y="142"/>
                  <a:pt x="99" y="142"/>
                  <a:pt x="99" y="142"/>
                </a:cubicBezTo>
                <a:cubicBezTo>
                  <a:pt x="99" y="139"/>
                  <a:pt x="98" y="137"/>
                  <a:pt x="95" y="135"/>
                </a:cubicBezTo>
                <a:cubicBezTo>
                  <a:pt x="95" y="135"/>
                  <a:pt x="94" y="135"/>
                  <a:pt x="93" y="135"/>
                </a:cubicBezTo>
                <a:cubicBezTo>
                  <a:pt x="91" y="135"/>
                  <a:pt x="89" y="134"/>
                  <a:pt x="87" y="132"/>
                </a:cubicBezTo>
                <a:cubicBezTo>
                  <a:pt x="86" y="130"/>
                  <a:pt x="84" y="130"/>
                  <a:pt x="81" y="130"/>
                </a:cubicBezTo>
                <a:cubicBezTo>
                  <a:pt x="80" y="130"/>
                  <a:pt x="79" y="130"/>
                  <a:pt x="79" y="130"/>
                </a:cubicBezTo>
                <a:cubicBezTo>
                  <a:pt x="78" y="130"/>
                  <a:pt x="77" y="130"/>
                  <a:pt x="77" y="130"/>
                </a:cubicBezTo>
                <a:cubicBezTo>
                  <a:pt x="76" y="130"/>
                  <a:pt x="75" y="130"/>
                  <a:pt x="75" y="129"/>
                </a:cubicBezTo>
                <a:cubicBezTo>
                  <a:pt x="75" y="128"/>
                  <a:pt x="75" y="128"/>
                  <a:pt x="76" y="128"/>
                </a:cubicBezTo>
                <a:cubicBezTo>
                  <a:pt x="77" y="127"/>
                  <a:pt x="77" y="127"/>
                  <a:pt x="78" y="127"/>
                </a:cubicBezTo>
                <a:cubicBezTo>
                  <a:pt x="81" y="127"/>
                  <a:pt x="83" y="127"/>
                  <a:pt x="86" y="128"/>
                </a:cubicBezTo>
                <a:cubicBezTo>
                  <a:pt x="88" y="128"/>
                  <a:pt x="90" y="128"/>
                  <a:pt x="93" y="128"/>
                </a:cubicBezTo>
                <a:cubicBezTo>
                  <a:pt x="93" y="126"/>
                  <a:pt x="93" y="124"/>
                  <a:pt x="92" y="122"/>
                </a:cubicBezTo>
                <a:cubicBezTo>
                  <a:pt x="91" y="120"/>
                  <a:pt x="91" y="118"/>
                  <a:pt x="91" y="116"/>
                </a:cubicBezTo>
                <a:cubicBezTo>
                  <a:pt x="91" y="115"/>
                  <a:pt x="91" y="114"/>
                  <a:pt x="92" y="114"/>
                </a:cubicBezTo>
                <a:cubicBezTo>
                  <a:pt x="93" y="114"/>
                  <a:pt x="93" y="114"/>
                  <a:pt x="94" y="115"/>
                </a:cubicBezTo>
                <a:cubicBezTo>
                  <a:pt x="94" y="115"/>
                  <a:pt x="94" y="116"/>
                  <a:pt x="95" y="116"/>
                </a:cubicBezTo>
                <a:cubicBezTo>
                  <a:pt x="95" y="115"/>
                  <a:pt x="95" y="115"/>
                  <a:pt x="95" y="115"/>
                </a:cubicBezTo>
                <a:cubicBezTo>
                  <a:pt x="96" y="115"/>
                  <a:pt x="96" y="115"/>
                  <a:pt x="96" y="115"/>
                </a:cubicBezTo>
                <a:cubicBezTo>
                  <a:pt x="96" y="114"/>
                  <a:pt x="95" y="114"/>
                  <a:pt x="94" y="114"/>
                </a:cubicBezTo>
                <a:cubicBezTo>
                  <a:pt x="93" y="113"/>
                  <a:pt x="92" y="113"/>
                  <a:pt x="91" y="113"/>
                </a:cubicBezTo>
                <a:cubicBezTo>
                  <a:pt x="91" y="114"/>
                  <a:pt x="91" y="114"/>
                  <a:pt x="91" y="114"/>
                </a:cubicBezTo>
                <a:cubicBezTo>
                  <a:pt x="88" y="109"/>
                  <a:pt x="88" y="109"/>
                  <a:pt x="88" y="109"/>
                </a:cubicBezTo>
                <a:cubicBezTo>
                  <a:pt x="87" y="108"/>
                  <a:pt x="84" y="106"/>
                  <a:pt x="81" y="104"/>
                </a:cubicBezTo>
                <a:cubicBezTo>
                  <a:pt x="78" y="102"/>
                  <a:pt x="74" y="99"/>
                  <a:pt x="70" y="96"/>
                </a:cubicBezTo>
                <a:cubicBezTo>
                  <a:pt x="65" y="93"/>
                  <a:pt x="60" y="90"/>
                  <a:pt x="55" y="86"/>
                </a:cubicBezTo>
                <a:cubicBezTo>
                  <a:pt x="40" y="75"/>
                  <a:pt x="40" y="75"/>
                  <a:pt x="40" y="75"/>
                </a:cubicBezTo>
                <a:cubicBezTo>
                  <a:pt x="28" y="67"/>
                  <a:pt x="14" y="58"/>
                  <a:pt x="0" y="48"/>
                </a:cubicBezTo>
                <a:cubicBezTo>
                  <a:pt x="0" y="47"/>
                  <a:pt x="0" y="47"/>
                  <a:pt x="1" y="47"/>
                </a:cubicBezTo>
                <a:cubicBezTo>
                  <a:pt x="2" y="47"/>
                  <a:pt x="2" y="47"/>
                  <a:pt x="3" y="48"/>
                </a:cubicBezTo>
                <a:cubicBezTo>
                  <a:pt x="3" y="49"/>
                  <a:pt x="4" y="50"/>
                  <a:pt x="7" y="52"/>
                </a:cubicBezTo>
                <a:cubicBezTo>
                  <a:pt x="9" y="53"/>
                  <a:pt x="12" y="55"/>
                  <a:pt x="18" y="59"/>
                </a:cubicBezTo>
                <a:cubicBezTo>
                  <a:pt x="23" y="62"/>
                  <a:pt x="29" y="67"/>
                  <a:pt x="36" y="72"/>
                </a:cubicBezTo>
                <a:cubicBezTo>
                  <a:pt x="43" y="77"/>
                  <a:pt x="51" y="82"/>
                  <a:pt x="58" y="87"/>
                </a:cubicBezTo>
                <a:cubicBezTo>
                  <a:pt x="78" y="100"/>
                  <a:pt x="78" y="100"/>
                  <a:pt x="78" y="100"/>
                </a:cubicBezTo>
                <a:cubicBezTo>
                  <a:pt x="78" y="100"/>
                  <a:pt x="78" y="100"/>
                  <a:pt x="79" y="100"/>
                </a:cubicBezTo>
                <a:cubicBezTo>
                  <a:pt x="80" y="100"/>
                  <a:pt x="81" y="100"/>
                  <a:pt x="81" y="101"/>
                </a:cubicBezTo>
                <a:cubicBezTo>
                  <a:pt x="82" y="101"/>
                  <a:pt x="82" y="101"/>
                  <a:pt x="83" y="102"/>
                </a:cubicBezTo>
                <a:cubicBezTo>
                  <a:pt x="83" y="101"/>
                  <a:pt x="84" y="101"/>
                  <a:pt x="84" y="101"/>
                </a:cubicBezTo>
                <a:cubicBezTo>
                  <a:pt x="85" y="101"/>
                  <a:pt x="85" y="101"/>
                  <a:pt x="86" y="102"/>
                </a:cubicBezTo>
                <a:cubicBezTo>
                  <a:pt x="87" y="103"/>
                  <a:pt x="87" y="103"/>
                  <a:pt x="87" y="103"/>
                </a:cubicBezTo>
                <a:cubicBezTo>
                  <a:pt x="85" y="103"/>
                  <a:pt x="85" y="103"/>
                  <a:pt x="85" y="103"/>
                </a:cubicBezTo>
                <a:cubicBezTo>
                  <a:pt x="84" y="103"/>
                  <a:pt x="84" y="103"/>
                  <a:pt x="84" y="103"/>
                </a:cubicBezTo>
                <a:cubicBezTo>
                  <a:pt x="84" y="103"/>
                  <a:pt x="86" y="104"/>
                  <a:pt x="88" y="104"/>
                </a:cubicBezTo>
                <a:cubicBezTo>
                  <a:pt x="91" y="105"/>
                  <a:pt x="93" y="105"/>
                  <a:pt x="96" y="105"/>
                </a:cubicBezTo>
                <a:cubicBezTo>
                  <a:pt x="98" y="105"/>
                  <a:pt x="100" y="104"/>
                  <a:pt x="101" y="103"/>
                </a:cubicBezTo>
                <a:cubicBezTo>
                  <a:pt x="100" y="102"/>
                  <a:pt x="98" y="101"/>
                  <a:pt x="97" y="100"/>
                </a:cubicBezTo>
                <a:cubicBezTo>
                  <a:pt x="95" y="99"/>
                  <a:pt x="94" y="98"/>
                  <a:pt x="94" y="97"/>
                </a:cubicBezTo>
                <a:cubicBezTo>
                  <a:pt x="94" y="97"/>
                  <a:pt x="94" y="96"/>
                  <a:pt x="94" y="96"/>
                </a:cubicBezTo>
                <a:cubicBezTo>
                  <a:pt x="97" y="96"/>
                  <a:pt x="98" y="97"/>
                  <a:pt x="99" y="99"/>
                </a:cubicBezTo>
                <a:cubicBezTo>
                  <a:pt x="101" y="101"/>
                  <a:pt x="103" y="102"/>
                  <a:pt x="105" y="102"/>
                </a:cubicBezTo>
                <a:cubicBezTo>
                  <a:pt x="105" y="102"/>
                  <a:pt x="106" y="101"/>
                  <a:pt x="108" y="99"/>
                </a:cubicBezTo>
                <a:cubicBezTo>
                  <a:pt x="110" y="97"/>
                  <a:pt x="111" y="95"/>
                  <a:pt x="111" y="94"/>
                </a:cubicBezTo>
                <a:cubicBezTo>
                  <a:pt x="111" y="91"/>
                  <a:pt x="110" y="89"/>
                  <a:pt x="108" y="88"/>
                </a:cubicBezTo>
                <a:cubicBezTo>
                  <a:pt x="106" y="87"/>
                  <a:pt x="106" y="85"/>
                  <a:pt x="106" y="83"/>
                </a:cubicBezTo>
                <a:cubicBezTo>
                  <a:pt x="107" y="85"/>
                  <a:pt x="108" y="86"/>
                  <a:pt x="109" y="88"/>
                </a:cubicBezTo>
                <a:cubicBezTo>
                  <a:pt x="110" y="90"/>
                  <a:pt x="111" y="91"/>
                  <a:pt x="113" y="93"/>
                </a:cubicBezTo>
                <a:cubicBezTo>
                  <a:pt x="113" y="92"/>
                  <a:pt x="113" y="92"/>
                  <a:pt x="113" y="92"/>
                </a:cubicBezTo>
                <a:cubicBezTo>
                  <a:pt x="113" y="91"/>
                  <a:pt x="113" y="91"/>
                  <a:pt x="114" y="91"/>
                </a:cubicBezTo>
                <a:cubicBezTo>
                  <a:pt x="114" y="91"/>
                  <a:pt x="115" y="92"/>
                  <a:pt x="116" y="93"/>
                </a:cubicBezTo>
                <a:cubicBezTo>
                  <a:pt x="115" y="93"/>
                  <a:pt x="115" y="93"/>
                  <a:pt x="114" y="93"/>
                </a:cubicBezTo>
                <a:cubicBezTo>
                  <a:pt x="114" y="93"/>
                  <a:pt x="113" y="93"/>
                  <a:pt x="113" y="93"/>
                </a:cubicBezTo>
                <a:cubicBezTo>
                  <a:pt x="113" y="94"/>
                  <a:pt x="114" y="95"/>
                  <a:pt x="115" y="96"/>
                </a:cubicBezTo>
                <a:cubicBezTo>
                  <a:pt x="116" y="96"/>
                  <a:pt x="117" y="97"/>
                  <a:pt x="118" y="97"/>
                </a:cubicBezTo>
                <a:cubicBezTo>
                  <a:pt x="118" y="97"/>
                  <a:pt x="119" y="96"/>
                  <a:pt x="120" y="95"/>
                </a:cubicBezTo>
                <a:cubicBezTo>
                  <a:pt x="122" y="94"/>
                  <a:pt x="123" y="94"/>
                  <a:pt x="124" y="94"/>
                </a:cubicBezTo>
                <a:cubicBezTo>
                  <a:pt x="124" y="94"/>
                  <a:pt x="125" y="94"/>
                  <a:pt x="125" y="95"/>
                </a:cubicBezTo>
                <a:cubicBezTo>
                  <a:pt x="125" y="95"/>
                  <a:pt x="125" y="95"/>
                  <a:pt x="125" y="95"/>
                </a:cubicBezTo>
                <a:cubicBezTo>
                  <a:pt x="124" y="95"/>
                  <a:pt x="124" y="95"/>
                  <a:pt x="124" y="96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5" y="96"/>
                  <a:pt x="126" y="95"/>
                  <a:pt x="126" y="94"/>
                </a:cubicBezTo>
                <a:cubicBezTo>
                  <a:pt x="125" y="91"/>
                  <a:pt x="125" y="88"/>
                  <a:pt x="124" y="85"/>
                </a:cubicBezTo>
                <a:cubicBezTo>
                  <a:pt x="123" y="82"/>
                  <a:pt x="122" y="79"/>
                  <a:pt x="121" y="76"/>
                </a:cubicBezTo>
                <a:cubicBezTo>
                  <a:pt x="120" y="73"/>
                  <a:pt x="119" y="71"/>
                  <a:pt x="118" y="68"/>
                </a:cubicBezTo>
                <a:cubicBezTo>
                  <a:pt x="117" y="66"/>
                  <a:pt x="117" y="64"/>
                  <a:pt x="117" y="62"/>
                </a:cubicBezTo>
                <a:cubicBezTo>
                  <a:pt x="117" y="61"/>
                  <a:pt x="117" y="61"/>
                  <a:pt x="118" y="61"/>
                </a:cubicBezTo>
                <a:cubicBezTo>
                  <a:pt x="122" y="74"/>
                  <a:pt x="122" y="74"/>
                  <a:pt x="122" y="74"/>
                </a:cubicBezTo>
                <a:cubicBezTo>
                  <a:pt x="123" y="78"/>
                  <a:pt x="124" y="81"/>
                  <a:pt x="125" y="85"/>
                </a:cubicBezTo>
                <a:cubicBezTo>
                  <a:pt x="126" y="88"/>
                  <a:pt x="127" y="91"/>
                  <a:pt x="127" y="92"/>
                </a:cubicBezTo>
                <a:cubicBezTo>
                  <a:pt x="131" y="97"/>
                  <a:pt x="131" y="97"/>
                  <a:pt x="131" y="97"/>
                </a:cubicBezTo>
                <a:cubicBezTo>
                  <a:pt x="131" y="97"/>
                  <a:pt x="131" y="97"/>
                  <a:pt x="131" y="97"/>
                </a:cubicBezTo>
                <a:cubicBezTo>
                  <a:pt x="130" y="97"/>
                  <a:pt x="130" y="97"/>
                  <a:pt x="129" y="97"/>
                </a:cubicBezTo>
                <a:cubicBezTo>
                  <a:pt x="129" y="96"/>
                  <a:pt x="128" y="96"/>
                  <a:pt x="128" y="96"/>
                </a:cubicBezTo>
                <a:cubicBezTo>
                  <a:pt x="127" y="96"/>
                  <a:pt x="127" y="96"/>
                  <a:pt x="127" y="96"/>
                </a:cubicBezTo>
                <a:cubicBezTo>
                  <a:pt x="127" y="97"/>
                  <a:pt x="129" y="97"/>
                  <a:pt x="131" y="98"/>
                </a:cubicBezTo>
                <a:cubicBezTo>
                  <a:pt x="134" y="99"/>
                  <a:pt x="136" y="100"/>
                  <a:pt x="139" y="100"/>
                </a:cubicBezTo>
                <a:cubicBezTo>
                  <a:pt x="141" y="100"/>
                  <a:pt x="143" y="99"/>
                  <a:pt x="144" y="97"/>
                </a:cubicBezTo>
                <a:cubicBezTo>
                  <a:pt x="145" y="95"/>
                  <a:pt x="146" y="92"/>
                  <a:pt x="147" y="90"/>
                </a:cubicBezTo>
                <a:cubicBezTo>
                  <a:pt x="149" y="82"/>
                  <a:pt x="149" y="82"/>
                  <a:pt x="149" y="82"/>
                </a:cubicBezTo>
                <a:cubicBezTo>
                  <a:pt x="149" y="80"/>
                  <a:pt x="150" y="79"/>
                  <a:pt x="151" y="79"/>
                </a:cubicBezTo>
                <a:cubicBezTo>
                  <a:pt x="152" y="79"/>
                  <a:pt x="152" y="80"/>
                  <a:pt x="152" y="80"/>
                </a:cubicBezTo>
                <a:cubicBezTo>
                  <a:pt x="152" y="82"/>
                  <a:pt x="151" y="83"/>
                  <a:pt x="151" y="83"/>
                </a:cubicBezTo>
                <a:cubicBezTo>
                  <a:pt x="150" y="84"/>
                  <a:pt x="149" y="85"/>
                  <a:pt x="149" y="86"/>
                </a:cubicBezTo>
                <a:cubicBezTo>
                  <a:pt x="149" y="86"/>
                  <a:pt x="149" y="87"/>
                  <a:pt x="150" y="87"/>
                </a:cubicBezTo>
                <a:cubicBezTo>
                  <a:pt x="150" y="87"/>
                  <a:pt x="150" y="88"/>
                  <a:pt x="150" y="88"/>
                </a:cubicBezTo>
                <a:cubicBezTo>
                  <a:pt x="150" y="88"/>
                  <a:pt x="149" y="90"/>
                  <a:pt x="148" y="92"/>
                </a:cubicBezTo>
                <a:cubicBezTo>
                  <a:pt x="147" y="94"/>
                  <a:pt x="147" y="96"/>
                  <a:pt x="147" y="97"/>
                </a:cubicBezTo>
                <a:cubicBezTo>
                  <a:pt x="147" y="99"/>
                  <a:pt x="148" y="101"/>
                  <a:pt x="149" y="102"/>
                </a:cubicBezTo>
                <a:cubicBezTo>
                  <a:pt x="151" y="103"/>
                  <a:pt x="153" y="103"/>
                  <a:pt x="154" y="104"/>
                </a:cubicBezTo>
                <a:cubicBezTo>
                  <a:pt x="159" y="102"/>
                  <a:pt x="159" y="102"/>
                  <a:pt x="159" y="102"/>
                </a:cubicBezTo>
                <a:cubicBezTo>
                  <a:pt x="160" y="100"/>
                  <a:pt x="162" y="96"/>
                  <a:pt x="166" y="91"/>
                </a:cubicBezTo>
                <a:cubicBezTo>
                  <a:pt x="170" y="85"/>
                  <a:pt x="175" y="79"/>
                  <a:pt x="180" y="71"/>
                </a:cubicBezTo>
                <a:cubicBezTo>
                  <a:pt x="186" y="63"/>
                  <a:pt x="192" y="55"/>
                  <a:pt x="198" y="47"/>
                </a:cubicBezTo>
                <a:cubicBezTo>
                  <a:pt x="204" y="39"/>
                  <a:pt x="209" y="31"/>
                  <a:pt x="214" y="24"/>
                </a:cubicBezTo>
                <a:cubicBezTo>
                  <a:pt x="219" y="17"/>
                  <a:pt x="224" y="12"/>
                  <a:pt x="227" y="7"/>
                </a:cubicBezTo>
                <a:cubicBezTo>
                  <a:pt x="230" y="2"/>
                  <a:pt x="231" y="0"/>
                  <a:pt x="231" y="0"/>
                </a:cubicBezTo>
                <a:cubicBezTo>
                  <a:pt x="232" y="0"/>
                  <a:pt x="233" y="1"/>
                  <a:pt x="233" y="1"/>
                </a:cubicBezTo>
                <a:cubicBezTo>
                  <a:pt x="232" y="4"/>
                  <a:pt x="232" y="6"/>
                  <a:pt x="231" y="7"/>
                </a:cubicBezTo>
                <a:cubicBezTo>
                  <a:pt x="230" y="7"/>
                  <a:pt x="229" y="9"/>
                  <a:pt x="227" y="11"/>
                </a:cubicBezTo>
                <a:cubicBezTo>
                  <a:pt x="226" y="13"/>
                  <a:pt x="224" y="16"/>
                  <a:pt x="221" y="20"/>
                </a:cubicBezTo>
                <a:cubicBezTo>
                  <a:pt x="218" y="25"/>
                  <a:pt x="214" y="30"/>
                  <a:pt x="209" y="36"/>
                </a:cubicBezTo>
                <a:cubicBezTo>
                  <a:pt x="205" y="43"/>
                  <a:pt x="200" y="49"/>
                  <a:pt x="195" y="57"/>
                </a:cubicBezTo>
                <a:cubicBezTo>
                  <a:pt x="180" y="77"/>
                  <a:pt x="180" y="77"/>
                  <a:pt x="180" y="77"/>
                </a:cubicBezTo>
                <a:cubicBezTo>
                  <a:pt x="175" y="84"/>
                  <a:pt x="171" y="90"/>
                  <a:pt x="167" y="95"/>
                </a:cubicBezTo>
                <a:cubicBezTo>
                  <a:pt x="164" y="100"/>
                  <a:pt x="161" y="104"/>
                  <a:pt x="160" y="106"/>
                </a:cubicBezTo>
                <a:cubicBezTo>
                  <a:pt x="160" y="107"/>
                  <a:pt x="161" y="108"/>
                  <a:pt x="161" y="108"/>
                </a:cubicBezTo>
                <a:cubicBezTo>
                  <a:pt x="162" y="109"/>
                  <a:pt x="163" y="109"/>
                  <a:pt x="163" y="110"/>
                </a:cubicBezTo>
                <a:cubicBezTo>
                  <a:pt x="166" y="111"/>
                  <a:pt x="166" y="111"/>
                  <a:pt x="166" y="111"/>
                </a:cubicBezTo>
                <a:cubicBezTo>
                  <a:pt x="166" y="112"/>
                  <a:pt x="165" y="112"/>
                  <a:pt x="165" y="112"/>
                </a:cubicBezTo>
                <a:cubicBezTo>
                  <a:pt x="165" y="113"/>
                  <a:pt x="164" y="113"/>
                  <a:pt x="164" y="113"/>
                </a:cubicBezTo>
                <a:cubicBezTo>
                  <a:pt x="165" y="115"/>
                  <a:pt x="166" y="118"/>
                  <a:pt x="167" y="121"/>
                </a:cubicBezTo>
                <a:cubicBezTo>
                  <a:pt x="167" y="125"/>
                  <a:pt x="168" y="127"/>
                  <a:pt x="168" y="128"/>
                </a:cubicBezTo>
                <a:cubicBezTo>
                  <a:pt x="168" y="130"/>
                  <a:pt x="167" y="131"/>
                  <a:pt x="167" y="132"/>
                </a:cubicBezTo>
                <a:cubicBezTo>
                  <a:pt x="166" y="134"/>
                  <a:pt x="166" y="134"/>
                  <a:pt x="166" y="135"/>
                </a:cubicBezTo>
                <a:cubicBezTo>
                  <a:pt x="166" y="135"/>
                  <a:pt x="166" y="135"/>
                  <a:pt x="166" y="135"/>
                </a:cubicBezTo>
                <a:cubicBezTo>
                  <a:pt x="166" y="135"/>
                  <a:pt x="167" y="135"/>
                  <a:pt x="169" y="134"/>
                </a:cubicBezTo>
                <a:cubicBezTo>
                  <a:pt x="170" y="133"/>
                  <a:pt x="171" y="132"/>
                  <a:pt x="173" y="131"/>
                </a:cubicBezTo>
                <a:cubicBezTo>
                  <a:pt x="177" y="127"/>
                  <a:pt x="177" y="127"/>
                  <a:pt x="177" y="127"/>
                </a:cubicBezTo>
                <a:cubicBezTo>
                  <a:pt x="179" y="126"/>
                  <a:pt x="180" y="125"/>
                  <a:pt x="180" y="125"/>
                </a:cubicBezTo>
                <a:cubicBezTo>
                  <a:pt x="180" y="125"/>
                  <a:pt x="179" y="126"/>
                  <a:pt x="178" y="126"/>
                </a:cubicBezTo>
                <a:cubicBezTo>
                  <a:pt x="177" y="127"/>
                  <a:pt x="177" y="128"/>
                  <a:pt x="177" y="129"/>
                </a:cubicBezTo>
                <a:cubicBezTo>
                  <a:pt x="177" y="130"/>
                  <a:pt x="177" y="130"/>
                  <a:pt x="177" y="130"/>
                </a:cubicBezTo>
                <a:cubicBezTo>
                  <a:pt x="175" y="131"/>
                  <a:pt x="173" y="132"/>
                  <a:pt x="170" y="134"/>
                </a:cubicBezTo>
                <a:cubicBezTo>
                  <a:pt x="167" y="136"/>
                  <a:pt x="165" y="138"/>
                  <a:pt x="165" y="141"/>
                </a:cubicBezTo>
                <a:cubicBezTo>
                  <a:pt x="165" y="141"/>
                  <a:pt x="165" y="141"/>
                  <a:pt x="166" y="142"/>
                </a:cubicBezTo>
                <a:cubicBezTo>
                  <a:pt x="164" y="142"/>
                  <a:pt x="163" y="142"/>
                  <a:pt x="163" y="143"/>
                </a:cubicBezTo>
                <a:cubicBezTo>
                  <a:pt x="163" y="143"/>
                  <a:pt x="164" y="145"/>
                  <a:pt x="166" y="146"/>
                </a:cubicBezTo>
                <a:cubicBezTo>
                  <a:pt x="169" y="148"/>
                  <a:pt x="170" y="150"/>
                  <a:pt x="172" y="152"/>
                </a:cubicBezTo>
                <a:close/>
                <a:moveTo>
                  <a:pt x="144" y="187"/>
                </a:moveTo>
                <a:cubicBezTo>
                  <a:pt x="144" y="186"/>
                  <a:pt x="144" y="186"/>
                  <a:pt x="145" y="186"/>
                </a:cubicBezTo>
                <a:cubicBezTo>
                  <a:pt x="147" y="186"/>
                  <a:pt x="147" y="187"/>
                  <a:pt x="147" y="189"/>
                </a:cubicBezTo>
                <a:cubicBezTo>
                  <a:pt x="147" y="191"/>
                  <a:pt x="146" y="192"/>
                  <a:pt x="144" y="192"/>
                </a:cubicBezTo>
                <a:cubicBezTo>
                  <a:pt x="143" y="192"/>
                  <a:pt x="142" y="191"/>
                  <a:pt x="142" y="189"/>
                </a:cubicBezTo>
                <a:cubicBezTo>
                  <a:pt x="142" y="189"/>
                  <a:pt x="143" y="188"/>
                  <a:pt x="144" y="187"/>
                </a:cubicBezTo>
                <a:close/>
                <a:moveTo>
                  <a:pt x="153" y="199"/>
                </a:moveTo>
                <a:cubicBezTo>
                  <a:pt x="153" y="198"/>
                  <a:pt x="154" y="198"/>
                  <a:pt x="155" y="198"/>
                </a:cubicBezTo>
                <a:cubicBezTo>
                  <a:pt x="155" y="201"/>
                  <a:pt x="155" y="201"/>
                  <a:pt x="155" y="201"/>
                </a:cubicBezTo>
                <a:cubicBezTo>
                  <a:pt x="154" y="201"/>
                  <a:pt x="154" y="201"/>
                  <a:pt x="154" y="201"/>
                </a:cubicBezTo>
                <a:cubicBezTo>
                  <a:pt x="154" y="201"/>
                  <a:pt x="153" y="200"/>
                  <a:pt x="153" y="199"/>
                </a:cubicBezTo>
                <a:close/>
                <a:moveTo>
                  <a:pt x="52" y="116"/>
                </a:moveTo>
                <a:cubicBezTo>
                  <a:pt x="52" y="116"/>
                  <a:pt x="53" y="117"/>
                  <a:pt x="53" y="117"/>
                </a:cubicBezTo>
                <a:cubicBezTo>
                  <a:pt x="52" y="117"/>
                  <a:pt x="52" y="117"/>
                  <a:pt x="52" y="117"/>
                </a:cubicBezTo>
                <a:cubicBezTo>
                  <a:pt x="51" y="117"/>
                  <a:pt x="50" y="117"/>
                  <a:pt x="49" y="117"/>
                </a:cubicBezTo>
                <a:cubicBezTo>
                  <a:pt x="48" y="117"/>
                  <a:pt x="47" y="116"/>
                  <a:pt x="46" y="116"/>
                </a:cubicBezTo>
                <a:cubicBezTo>
                  <a:pt x="48" y="116"/>
                  <a:pt x="50" y="116"/>
                  <a:pt x="52" y="11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43548" tIns="21773" rIns="43548" bIns="21773" anchor="t"/>
          <a:lstStyle/>
          <a:p>
            <a:endParaRPr sz="855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69608" y="351306"/>
            <a:ext cx="11452785" cy="6155388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Freeform 56"/>
          <p:cNvSpPr>
            <a:spLocks noGrp="1"/>
          </p:cNvSpPr>
          <p:nvPr/>
        </p:nvSpPr>
        <p:spPr>
          <a:xfrm>
            <a:off x="1431248" y="1214599"/>
            <a:ext cx="1132058" cy="1200329"/>
          </a:xfrm>
          <a:custGeom>
            <a:avLst/>
            <a:gdLst>
              <a:gd name="T0" fmla="*/ 129 w 137"/>
              <a:gd name="T1" fmla="*/ 89 h 145"/>
              <a:gd name="T2" fmla="*/ 129 w 137"/>
              <a:gd name="T3" fmla="*/ 94 h 145"/>
              <a:gd name="T4" fmla="*/ 132 w 137"/>
              <a:gd name="T5" fmla="*/ 100 h 145"/>
              <a:gd name="T6" fmla="*/ 128 w 137"/>
              <a:gd name="T7" fmla="*/ 102 h 145"/>
              <a:gd name="T8" fmla="*/ 130 w 137"/>
              <a:gd name="T9" fmla="*/ 107 h 145"/>
              <a:gd name="T10" fmla="*/ 130 w 137"/>
              <a:gd name="T11" fmla="*/ 109 h 145"/>
              <a:gd name="T12" fmla="*/ 127 w 137"/>
              <a:gd name="T13" fmla="*/ 120 h 145"/>
              <a:gd name="T14" fmla="*/ 120 w 137"/>
              <a:gd name="T15" fmla="*/ 120 h 145"/>
              <a:gd name="T16" fmla="*/ 121 w 137"/>
              <a:gd name="T17" fmla="*/ 124 h 145"/>
              <a:gd name="T18" fmla="*/ 119 w 137"/>
              <a:gd name="T19" fmla="*/ 127 h 145"/>
              <a:gd name="T20" fmla="*/ 114 w 137"/>
              <a:gd name="T21" fmla="*/ 126 h 145"/>
              <a:gd name="T22" fmla="*/ 114 w 137"/>
              <a:gd name="T23" fmla="*/ 131 h 145"/>
              <a:gd name="T24" fmla="*/ 110 w 137"/>
              <a:gd name="T25" fmla="*/ 129 h 145"/>
              <a:gd name="T26" fmla="*/ 99 w 137"/>
              <a:gd name="T27" fmla="*/ 130 h 145"/>
              <a:gd name="T28" fmla="*/ 97 w 137"/>
              <a:gd name="T29" fmla="*/ 138 h 145"/>
              <a:gd name="T30" fmla="*/ 89 w 137"/>
              <a:gd name="T31" fmla="*/ 132 h 145"/>
              <a:gd name="T32" fmla="*/ 88 w 137"/>
              <a:gd name="T33" fmla="*/ 130 h 145"/>
              <a:gd name="T34" fmla="*/ 80 w 137"/>
              <a:gd name="T35" fmla="*/ 124 h 145"/>
              <a:gd name="T36" fmla="*/ 72 w 137"/>
              <a:gd name="T37" fmla="*/ 113 h 145"/>
              <a:gd name="T38" fmla="*/ 66 w 137"/>
              <a:gd name="T39" fmla="*/ 104 h 145"/>
              <a:gd name="T40" fmla="*/ 64 w 137"/>
              <a:gd name="T41" fmla="*/ 93 h 145"/>
              <a:gd name="T42" fmla="*/ 70 w 137"/>
              <a:gd name="T43" fmla="*/ 93 h 145"/>
              <a:gd name="T44" fmla="*/ 67 w 137"/>
              <a:gd name="T45" fmla="*/ 87 h 145"/>
              <a:gd name="T46" fmla="*/ 72 w 137"/>
              <a:gd name="T47" fmla="*/ 79 h 145"/>
              <a:gd name="T48" fmla="*/ 75 w 137"/>
              <a:gd name="T49" fmla="*/ 74 h 145"/>
              <a:gd name="T50" fmla="*/ 83 w 137"/>
              <a:gd name="T51" fmla="*/ 74 h 145"/>
              <a:gd name="T52" fmla="*/ 86 w 137"/>
              <a:gd name="T53" fmla="*/ 72 h 145"/>
              <a:gd name="T54" fmla="*/ 88 w 137"/>
              <a:gd name="T55" fmla="*/ 66 h 145"/>
              <a:gd name="T56" fmla="*/ 97 w 137"/>
              <a:gd name="T57" fmla="*/ 66 h 145"/>
              <a:gd name="T58" fmla="*/ 102 w 137"/>
              <a:gd name="T59" fmla="*/ 65 h 145"/>
              <a:gd name="T60" fmla="*/ 106 w 137"/>
              <a:gd name="T61" fmla="*/ 65 h 145"/>
              <a:gd name="T62" fmla="*/ 108 w 137"/>
              <a:gd name="T63" fmla="*/ 68 h 145"/>
              <a:gd name="T64" fmla="*/ 117 w 137"/>
              <a:gd name="T65" fmla="*/ 73 h 145"/>
              <a:gd name="T66" fmla="*/ 123 w 137"/>
              <a:gd name="T67" fmla="*/ 77 h 145"/>
              <a:gd name="T68" fmla="*/ 129 w 137"/>
              <a:gd name="T69" fmla="*/ 79 h 145"/>
              <a:gd name="T70" fmla="*/ 89 w 137"/>
              <a:gd name="T71" fmla="*/ 145 h 145"/>
              <a:gd name="T72" fmla="*/ 90 w 137"/>
              <a:gd name="T73" fmla="*/ 142 h 145"/>
              <a:gd name="T74" fmla="*/ 136 w 137"/>
              <a:gd name="T75" fmla="*/ 32 h 145"/>
              <a:gd name="T76" fmla="*/ 137 w 137"/>
              <a:gd name="T77" fmla="*/ 28 h 145"/>
              <a:gd name="T78" fmla="*/ 131 w 137"/>
              <a:gd name="T79" fmla="*/ 6 h 145"/>
              <a:gd name="T80" fmla="*/ 56 w 137"/>
              <a:gd name="T81" fmla="*/ 127 h 145"/>
              <a:gd name="T82" fmla="*/ 64 w 137"/>
              <a:gd name="T83" fmla="*/ 122 h 145"/>
              <a:gd name="T84" fmla="*/ 47 w 137"/>
              <a:gd name="T85" fmla="*/ 63 h 145"/>
              <a:gd name="T86" fmla="*/ 42 w 137"/>
              <a:gd name="T87" fmla="*/ 75 h 145"/>
              <a:gd name="T88" fmla="*/ 35 w 137"/>
              <a:gd name="T89" fmla="*/ 81 h 145"/>
              <a:gd name="T90" fmla="*/ 22 w 137"/>
              <a:gd name="T91" fmla="*/ 84 h 145"/>
              <a:gd name="T92" fmla="*/ 15 w 137"/>
              <a:gd name="T93" fmla="*/ 82 h 145"/>
              <a:gd name="T94" fmla="*/ 10 w 137"/>
              <a:gd name="T95" fmla="*/ 78 h 145"/>
              <a:gd name="T96" fmla="*/ 2 w 137"/>
              <a:gd name="T97" fmla="*/ 68 h 145"/>
              <a:gd name="T98" fmla="*/ 1 w 137"/>
              <a:gd name="T99" fmla="*/ 61 h 145"/>
              <a:gd name="T100" fmla="*/ 3 w 137"/>
              <a:gd name="T101" fmla="*/ 52 h 145"/>
              <a:gd name="T102" fmla="*/ 6 w 137"/>
              <a:gd name="T103" fmla="*/ 42 h 145"/>
              <a:gd name="T104" fmla="*/ 14 w 137"/>
              <a:gd name="T105" fmla="*/ 40 h 145"/>
              <a:gd name="T106" fmla="*/ 16 w 137"/>
              <a:gd name="T107" fmla="*/ 38 h 145"/>
              <a:gd name="T108" fmla="*/ 21 w 137"/>
              <a:gd name="T109" fmla="*/ 32 h 145"/>
              <a:gd name="T110" fmla="*/ 31 w 137"/>
              <a:gd name="T111" fmla="*/ 36 h 145"/>
              <a:gd name="T112" fmla="*/ 40 w 137"/>
              <a:gd name="T113" fmla="*/ 45 h 145"/>
              <a:gd name="T114" fmla="*/ 44 w 137"/>
              <a:gd name="T115" fmla="*/ 47 h 145"/>
              <a:gd name="T116" fmla="*/ 46 w 137"/>
              <a:gd name="T117" fmla="*/ 53 h 145"/>
            </a:gdLst>
            <a:ahLst/>
            <a:cxnLst/>
            <a:rect l="0" t="0" r="r" b="b"/>
            <a:pathLst>
              <a:path w="137" h="145">
                <a:moveTo>
                  <a:pt x="132" y="79"/>
                </a:moveTo>
                <a:cubicBezTo>
                  <a:pt x="131" y="80"/>
                  <a:pt x="130" y="81"/>
                  <a:pt x="130" y="83"/>
                </a:cubicBezTo>
                <a:cubicBezTo>
                  <a:pt x="129" y="85"/>
                  <a:pt x="129" y="86"/>
                  <a:pt x="129" y="87"/>
                </a:cubicBezTo>
                <a:cubicBezTo>
                  <a:pt x="129" y="88"/>
                  <a:pt x="129" y="89"/>
                  <a:pt x="129" y="89"/>
                </a:cubicBezTo>
                <a:cubicBezTo>
                  <a:pt x="129" y="90"/>
                  <a:pt x="129" y="90"/>
                  <a:pt x="129" y="91"/>
                </a:cubicBezTo>
                <a:cubicBezTo>
                  <a:pt x="129" y="91"/>
                  <a:pt x="129" y="92"/>
                  <a:pt x="129" y="92"/>
                </a:cubicBezTo>
                <a:cubicBezTo>
                  <a:pt x="129" y="92"/>
                  <a:pt x="129" y="93"/>
                  <a:pt x="129" y="93"/>
                </a:cubicBezTo>
                <a:cubicBezTo>
                  <a:pt x="129" y="93"/>
                  <a:pt x="129" y="94"/>
                  <a:pt x="129" y="94"/>
                </a:cubicBezTo>
                <a:cubicBezTo>
                  <a:pt x="129" y="94"/>
                  <a:pt x="129" y="94"/>
                  <a:pt x="129" y="94"/>
                </a:cubicBezTo>
                <a:cubicBezTo>
                  <a:pt x="128" y="94"/>
                  <a:pt x="128" y="94"/>
                  <a:pt x="128" y="95"/>
                </a:cubicBezTo>
                <a:cubicBezTo>
                  <a:pt x="128" y="97"/>
                  <a:pt x="129" y="98"/>
                  <a:pt x="130" y="99"/>
                </a:cubicBezTo>
                <a:cubicBezTo>
                  <a:pt x="132" y="100"/>
                  <a:pt x="132" y="100"/>
                  <a:pt x="132" y="100"/>
                </a:cubicBezTo>
                <a:cubicBezTo>
                  <a:pt x="132" y="100"/>
                  <a:pt x="132" y="101"/>
                  <a:pt x="132" y="101"/>
                </a:cubicBezTo>
                <a:cubicBezTo>
                  <a:pt x="131" y="101"/>
                  <a:pt x="131" y="100"/>
                  <a:pt x="130" y="100"/>
                </a:cubicBezTo>
                <a:cubicBezTo>
                  <a:pt x="130" y="100"/>
                  <a:pt x="129" y="100"/>
                  <a:pt x="129" y="100"/>
                </a:cubicBezTo>
                <a:cubicBezTo>
                  <a:pt x="129" y="101"/>
                  <a:pt x="129" y="101"/>
                  <a:pt x="128" y="102"/>
                </a:cubicBezTo>
                <a:cubicBezTo>
                  <a:pt x="130" y="102"/>
                  <a:pt x="130" y="102"/>
                  <a:pt x="130" y="102"/>
                </a:cubicBezTo>
                <a:cubicBezTo>
                  <a:pt x="130" y="103"/>
                  <a:pt x="129" y="103"/>
                  <a:pt x="128" y="104"/>
                </a:cubicBezTo>
                <a:cubicBezTo>
                  <a:pt x="129" y="105"/>
                  <a:pt x="129" y="105"/>
                  <a:pt x="129" y="106"/>
                </a:cubicBezTo>
                <a:cubicBezTo>
                  <a:pt x="129" y="106"/>
                  <a:pt x="129" y="107"/>
                  <a:pt x="130" y="107"/>
                </a:cubicBezTo>
                <a:cubicBezTo>
                  <a:pt x="130" y="108"/>
                  <a:pt x="129" y="108"/>
                  <a:pt x="129" y="108"/>
                </a:cubicBezTo>
                <a:cubicBezTo>
                  <a:pt x="129" y="108"/>
                  <a:pt x="129" y="108"/>
                  <a:pt x="129" y="108"/>
                </a:cubicBezTo>
                <a:cubicBezTo>
                  <a:pt x="129" y="108"/>
                  <a:pt x="129" y="108"/>
                  <a:pt x="129" y="108"/>
                </a:cubicBezTo>
                <a:cubicBezTo>
                  <a:pt x="130" y="109"/>
                  <a:pt x="130" y="109"/>
                  <a:pt x="130" y="109"/>
                </a:cubicBezTo>
                <a:cubicBezTo>
                  <a:pt x="130" y="110"/>
                  <a:pt x="129" y="111"/>
                  <a:pt x="129" y="112"/>
                </a:cubicBezTo>
                <a:cubicBezTo>
                  <a:pt x="128" y="113"/>
                  <a:pt x="127" y="114"/>
                  <a:pt x="127" y="114"/>
                </a:cubicBezTo>
                <a:cubicBezTo>
                  <a:pt x="128" y="115"/>
                  <a:pt x="129" y="116"/>
                  <a:pt x="129" y="117"/>
                </a:cubicBezTo>
                <a:cubicBezTo>
                  <a:pt x="129" y="118"/>
                  <a:pt x="128" y="119"/>
                  <a:pt x="127" y="120"/>
                </a:cubicBezTo>
                <a:cubicBezTo>
                  <a:pt x="126" y="121"/>
                  <a:pt x="125" y="121"/>
                  <a:pt x="124" y="121"/>
                </a:cubicBezTo>
                <a:cubicBezTo>
                  <a:pt x="123" y="121"/>
                  <a:pt x="123" y="121"/>
                  <a:pt x="123" y="120"/>
                </a:cubicBezTo>
                <a:cubicBezTo>
                  <a:pt x="122" y="120"/>
                  <a:pt x="122" y="119"/>
                  <a:pt x="122" y="119"/>
                </a:cubicBezTo>
                <a:cubicBezTo>
                  <a:pt x="121" y="119"/>
                  <a:pt x="121" y="119"/>
                  <a:pt x="120" y="120"/>
                </a:cubicBezTo>
                <a:cubicBezTo>
                  <a:pt x="120" y="120"/>
                  <a:pt x="120" y="121"/>
                  <a:pt x="120" y="121"/>
                </a:cubicBezTo>
                <a:cubicBezTo>
                  <a:pt x="120" y="121"/>
                  <a:pt x="120" y="122"/>
                  <a:pt x="120" y="122"/>
                </a:cubicBezTo>
                <a:cubicBezTo>
                  <a:pt x="122" y="124"/>
                  <a:pt x="122" y="124"/>
                  <a:pt x="122" y="124"/>
                </a:cubicBezTo>
                <a:cubicBezTo>
                  <a:pt x="122" y="124"/>
                  <a:pt x="121" y="124"/>
                  <a:pt x="121" y="124"/>
                </a:cubicBezTo>
                <a:cubicBezTo>
                  <a:pt x="121" y="123"/>
                  <a:pt x="120" y="123"/>
                  <a:pt x="120" y="123"/>
                </a:cubicBezTo>
                <a:cubicBezTo>
                  <a:pt x="119" y="123"/>
                  <a:pt x="118" y="123"/>
                  <a:pt x="118" y="124"/>
                </a:cubicBezTo>
                <a:cubicBezTo>
                  <a:pt x="118" y="124"/>
                  <a:pt x="119" y="125"/>
                  <a:pt x="119" y="125"/>
                </a:cubicBezTo>
                <a:cubicBezTo>
                  <a:pt x="119" y="126"/>
                  <a:pt x="119" y="126"/>
                  <a:pt x="119" y="127"/>
                </a:cubicBezTo>
                <a:cubicBezTo>
                  <a:pt x="119" y="127"/>
                  <a:pt x="119" y="128"/>
                  <a:pt x="118" y="128"/>
                </a:cubicBezTo>
                <a:cubicBezTo>
                  <a:pt x="118" y="128"/>
                  <a:pt x="117" y="127"/>
                  <a:pt x="117" y="127"/>
                </a:cubicBezTo>
                <a:cubicBezTo>
                  <a:pt x="116" y="126"/>
                  <a:pt x="116" y="125"/>
                  <a:pt x="115" y="125"/>
                </a:cubicBezTo>
                <a:cubicBezTo>
                  <a:pt x="115" y="125"/>
                  <a:pt x="115" y="126"/>
                  <a:pt x="114" y="126"/>
                </a:cubicBezTo>
                <a:cubicBezTo>
                  <a:pt x="114" y="126"/>
                  <a:pt x="113" y="127"/>
                  <a:pt x="113" y="127"/>
                </a:cubicBezTo>
                <a:cubicBezTo>
                  <a:pt x="112" y="128"/>
                  <a:pt x="111" y="129"/>
                  <a:pt x="110" y="129"/>
                </a:cubicBezTo>
                <a:cubicBezTo>
                  <a:pt x="110" y="130"/>
                  <a:pt x="111" y="131"/>
                  <a:pt x="112" y="132"/>
                </a:cubicBezTo>
                <a:cubicBezTo>
                  <a:pt x="112" y="131"/>
                  <a:pt x="113" y="131"/>
                  <a:pt x="114" y="131"/>
                </a:cubicBezTo>
                <a:cubicBezTo>
                  <a:pt x="116" y="131"/>
                  <a:pt x="117" y="132"/>
                  <a:pt x="117" y="133"/>
                </a:cubicBezTo>
                <a:cubicBezTo>
                  <a:pt x="117" y="135"/>
                  <a:pt x="116" y="135"/>
                  <a:pt x="115" y="135"/>
                </a:cubicBezTo>
                <a:cubicBezTo>
                  <a:pt x="112" y="135"/>
                  <a:pt x="111" y="135"/>
                  <a:pt x="110" y="133"/>
                </a:cubicBezTo>
                <a:cubicBezTo>
                  <a:pt x="110" y="132"/>
                  <a:pt x="110" y="130"/>
                  <a:pt x="110" y="129"/>
                </a:cubicBezTo>
                <a:cubicBezTo>
                  <a:pt x="108" y="129"/>
                  <a:pt x="108" y="129"/>
                  <a:pt x="108" y="129"/>
                </a:cubicBezTo>
                <a:cubicBezTo>
                  <a:pt x="108" y="133"/>
                  <a:pt x="108" y="133"/>
                  <a:pt x="108" y="133"/>
                </a:cubicBezTo>
                <a:cubicBezTo>
                  <a:pt x="106" y="130"/>
                  <a:pt x="104" y="129"/>
                  <a:pt x="102" y="129"/>
                </a:cubicBezTo>
                <a:cubicBezTo>
                  <a:pt x="101" y="129"/>
                  <a:pt x="100" y="129"/>
                  <a:pt x="99" y="130"/>
                </a:cubicBezTo>
                <a:cubicBezTo>
                  <a:pt x="99" y="132"/>
                  <a:pt x="98" y="133"/>
                  <a:pt x="98" y="135"/>
                </a:cubicBezTo>
                <a:cubicBezTo>
                  <a:pt x="98" y="136"/>
                  <a:pt x="98" y="138"/>
                  <a:pt x="97" y="139"/>
                </a:cubicBezTo>
                <a:cubicBezTo>
                  <a:pt x="97" y="140"/>
                  <a:pt x="97" y="141"/>
                  <a:pt x="96" y="141"/>
                </a:cubicBezTo>
                <a:cubicBezTo>
                  <a:pt x="96" y="140"/>
                  <a:pt x="96" y="139"/>
                  <a:pt x="97" y="138"/>
                </a:cubicBezTo>
                <a:cubicBezTo>
                  <a:pt x="97" y="137"/>
                  <a:pt x="97" y="136"/>
                  <a:pt x="97" y="134"/>
                </a:cubicBezTo>
                <a:cubicBezTo>
                  <a:pt x="97" y="132"/>
                  <a:pt x="96" y="130"/>
                  <a:pt x="95" y="130"/>
                </a:cubicBezTo>
                <a:cubicBezTo>
                  <a:pt x="93" y="129"/>
                  <a:pt x="92" y="128"/>
                  <a:pt x="90" y="127"/>
                </a:cubicBezTo>
                <a:cubicBezTo>
                  <a:pt x="90" y="129"/>
                  <a:pt x="89" y="131"/>
                  <a:pt x="89" y="132"/>
                </a:cubicBezTo>
                <a:cubicBezTo>
                  <a:pt x="88" y="133"/>
                  <a:pt x="87" y="135"/>
                  <a:pt x="86" y="136"/>
                </a:cubicBezTo>
                <a:cubicBezTo>
                  <a:pt x="86" y="136"/>
                  <a:pt x="85" y="136"/>
                  <a:pt x="85" y="135"/>
                </a:cubicBezTo>
                <a:cubicBezTo>
                  <a:pt x="85" y="135"/>
                  <a:pt x="86" y="134"/>
                  <a:pt x="87" y="133"/>
                </a:cubicBezTo>
                <a:cubicBezTo>
                  <a:pt x="88" y="132"/>
                  <a:pt x="88" y="131"/>
                  <a:pt x="88" y="130"/>
                </a:cubicBezTo>
                <a:cubicBezTo>
                  <a:pt x="88" y="127"/>
                  <a:pt x="87" y="126"/>
                  <a:pt x="85" y="125"/>
                </a:cubicBezTo>
                <a:cubicBezTo>
                  <a:pt x="85" y="125"/>
                  <a:pt x="85" y="126"/>
                  <a:pt x="84" y="126"/>
                </a:cubicBezTo>
                <a:cubicBezTo>
                  <a:pt x="84" y="126"/>
                  <a:pt x="84" y="126"/>
                  <a:pt x="83" y="126"/>
                </a:cubicBezTo>
                <a:cubicBezTo>
                  <a:pt x="82" y="126"/>
                  <a:pt x="81" y="126"/>
                  <a:pt x="80" y="124"/>
                </a:cubicBezTo>
                <a:cubicBezTo>
                  <a:pt x="79" y="123"/>
                  <a:pt x="78" y="122"/>
                  <a:pt x="78" y="121"/>
                </a:cubicBezTo>
                <a:cubicBezTo>
                  <a:pt x="75" y="121"/>
                  <a:pt x="75" y="121"/>
                  <a:pt x="75" y="121"/>
                </a:cubicBezTo>
                <a:cubicBezTo>
                  <a:pt x="76" y="118"/>
                  <a:pt x="76" y="118"/>
                  <a:pt x="76" y="118"/>
                </a:cubicBezTo>
                <a:cubicBezTo>
                  <a:pt x="75" y="117"/>
                  <a:pt x="73" y="116"/>
                  <a:pt x="72" y="113"/>
                </a:cubicBezTo>
                <a:cubicBezTo>
                  <a:pt x="70" y="111"/>
                  <a:pt x="69" y="109"/>
                  <a:pt x="69" y="107"/>
                </a:cubicBezTo>
                <a:cubicBezTo>
                  <a:pt x="69" y="107"/>
                  <a:pt x="69" y="106"/>
                  <a:pt x="69" y="106"/>
                </a:cubicBezTo>
                <a:cubicBezTo>
                  <a:pt x="69" y="106"/>
                  <a:pt x="69" y="105"/>
                  <a:pt x="69" y="105"/>
                </a:cubicBezTo>
                <a:cubicBezTo>
                  <a:pt x="69" y="105"/>
                  <a:pt x="68" y="105"/>
                  <a:pt x="66" y="104"/>
                </a:cubicBezTo>
                <a:cubicBezTo>
                  <a:pt x="65" y="104"/>
                  <a:pt x="63" y="104"/>
                  <a:pt x="63" y="104"/>
                </a:cubicBezTo>
                <a:cubicBezTo>
                  <a:pt x="63" y="103"/>
                  <a:pt x="64" y="103"/>
                  <a:pt x="65" y="103"/>
                </a:cubicBezTo>
                <a:cubicBezTo>
                  <a:pt x="66" y="102"/>
                  <a:pt x="68" y="100"/>
                  <a:pt x="69" y="96"/>
                </a:cubicBezTo>
                <a:cubicBezTo>
                  <a:pt x="67" y="95"/>
                  <a:pt x="66" y="94"/>
                  <a:pt x="64" y="93"/>
                </a:cubicBezTo>
                <a:cubicBezTo>
                  <a:pt x="62" y="92"/>
                  <a:pt x="60" y="92"/>
                  <a:pt x="59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61" y="91"/>
                  <a:pt x="62" y="91"/>
                  <a:pt x="64" y="92"/>
                </a:cubicBezTo>
                <a:cubicBezTo>
                  <a:pt x="66" y="93"/>
                  <a:pt x="68" y="93"/>
                  <a:pt x="70" y="93"/>
                </a:cubicBezTo>
                <a:cubicBezTo>
                  <a:pt x="70" y="93"/>
                  <a:pt x="70" y="92"/>
                  <a:pt x="70" y="92"/>
                </a:cubicBezTo>
                <a:cubicBezTo>
                  <a:pt x="70" y="92"/>
                  <a:pt x="71" y="91"/>
                  <a:pt x="71" y="91"/>
                </a:cubicBezTo>
                <a:cubicBezTo>
                  <a:pt x="71" y="89"/>
                  <a:pt x="70" y="88"/>
                  <a:pt x="67" y="88"/>
                </a:cubicBezTo>
                <a:cubicBezTo>
                  <a:pt x="67" y="87"/>
                  <a:pt x="67" y="87"/>
                  <a:pt x="67" y="87"/>
                </a:cubicBezTo>
                <a:cubicBezTo>
                  <a:pt x="68" y="87"/>
                  <a:pt x="69" y="87"/>
                  <a:pt x="70" y="87"/>
                </a:cubicBezTo>
                <a:cubicBezTo>
                  <a:pt x="70" y="87"/>
                  <a:pt x="71" y="87"/>
                  <a:pt x="72" y="87"/>
                </a:cubicBezTo>
                <a:cubicBezTo>
                  <a:pt x="73" y="87"/>
                  <a:pt x="73" y="86"/>
                  <a:pt x="73" y="85"/>
                </a:cubicBezTo>
                <a:cubicBezTo>
                  <a:pt x="72" y="79"/>
                  <a:pt x="72" y="79"/>
                  <a:pt x="72" y="79"/>
                </a:cubicBezTo>
                <a:cubicBezTo>
                  <a:pt x="74" y="79"/>
                  <a:pt x="75" y="79"/>
                  <a:pt x="76" y="79"/>
                </a:cubicBezTo>
                <a:cubicBezTo>
                  <a:pt x="76" y="79"/>
                  <a:pt x="77" y="78"/>
                  <a:pt x="77" y="77"/>
                </a:cubicBezTo>
                <a:cubicBezTo>
                  <a:pt x="77" y="76"/>
                  <a:pt x="76" y="75"/>
                  <a:pt x="75" y="74"/>
                </a:cubicBezTo>
                <a:cubicBezTo>
                  <a:pt x="75" y="74"/>
                  <a:pt x="75" y="74"/>
                  <a:pt x="75" y="74"/>
                </a:cubicBezTo>
                <a:cubicBezTo>
                  <a:pt x="76" y="74"/>
                  <a:pt x="77" y="74"/>
                  <a:pt x="77" y="75"/>
                </a:cubicBezTo>
                <a:cubicBezTo>
                  <a:pt x="78" y="77"/>
                  <a:pt x="79" y="77"/>
                  <a:pt x="80" y="77"/>
                </a:cubicBezTo>
                <a:cubicBezTo>
                  <a:pt x="81" y="77"/>
                  <a:pt x="82" y="77"/>
                  <a:pt x="82" y="76"/>
                </a:cubicBezTo>
                <a:cubicBezTo>
                  <a:pt x="83" y="75"/>
                  <a:pt x="83" y="74"/>
                  <a:pt x="83" y="74"/>
                </a:cubicBezTo>
                <a:cubicBezTo>
                  <a:pt x="83" y="72"/>
                  <a:pt x="83" y="71"/>
                  <a:pt x="82" y="70"/>
                </a:cubicBezTo>
                <a:cubicBezTo>
                  <a:pt x="81" y="69"/>
                  <a:pt x="81" y="68"/>
                  <a:pt x="81" y="68"/>
                </a:cubicBezTo>
                <a:cubicBezTo>
                  <a:pt x="82" y="68"/>
                  <a:pt x="83" y="68"/>
                  <a:pt x="83" y="70"/>
                </a:cubicBezTo>
                <a:cubicBezTo>
                  <a:pt x="84" y="71"/>
                  <a:pt x="85" y="72"/>
                  <a:pt x="86" y="72"/>
                </a:cubicBezTo>
                <a:cubicBezTo>
                  <a:pt x="87" y="72"/>
                  <a:pt x="87" y="71"/>
                  <a:pt x="87" y="70"/>
                </a:cubicBezTo>
                <a:cubicBezTo>
                  <a:pt x="87" y="69"/>
                  <a:pt x="87" y="68"/>
                  <a:pt x="86" y="67"/>
                </a:cubicBezTo>
                <a:cubicBezTo>
                  <a:pt x="85" y="63"/>
                  <a:pt x="85" y="63"/>
                  <a:pt x="85" y="63"/>
                </a:cubicBezTo>
                <a:cubicBezTo>
                  <a:pt x="86" y="63"/>
                  <a:pt x="87" y="64"/>
                  <a:pt x="88" y="66"/>
                </a:cubicBezTo>
                <a:cubicBezTo>
                  <a:pt x="88" y="67"/>
                  <a:pt x="89" y="69"/>
                  <a:pt x="89" y="70"/>
                </a:cubicBezTo>
                <a:cubicBezTo>
                  <a:pt x="95" y="70"/>
                  <a:pt x="95" y="70"/>
                  <a:pt x="95" y="70"/>
                </a:cubicBezTo>
                <a:cubicBezTo>
                  <a:pt x="95" y="70"/>
                  <a:pt x="95" y="69"/>
                  <a:pt x="95" y="68"/>
                </a:cubicBezTo>
                <a:cubicBezTo>
                  <a:pt x="95" y="66"/>
                  <a:pt x="95" y="66"/>
                  <a:pt x="97" y="66"/>
                </a:cubicBezTo>
                <a:cubicBezTo>
                  <a:pt x="97" y="66"/>
                  <a:pt x="97" y="66"/>
                  <a:pt x="97" y="67"/>
                </a:cubicBezTo>
                <a:cubicBezTo>
                  <a:pt x="97" y="68"/>
                  <a:pt x="97" y="68"/>
                  <a:pt x="98" y="68"/>
                </a:cubicBezTo>
                <a:cubicBezTo>
                  <a:pt x="99" y="68"/>
                  <a:pt x="100" y="68"/>
                  <a:pt x="100" y="67"/>
                </a:cubicBezTo>
                <a:cubicBezTo>
                  <a:pt x="101" y="66"/>
                  <a:pt x="101" y="65"/>
                  <a:pt x="102" y="65"/>
                </a:cubicBezTo>
                <a:cubicBezTo>
                  <a:pt x="102" y="65"/>
                  <a:pt x="102" y="66"/>
                  <a:pt x="102" y="67"/>
                </a:cubicBezTo>
                <a:cubicBezTo>
                  <a:pt x="102" y="68"/>
                  <a:pt x="103" y="69"/>
                  <a:pt x="103" y="69"/>
                </a:cubicBezTo>
                <a:cubicBezTo>
                  <a:pt x="104" y="69"/>
                  <a:pt x="105" y="69"/>
                  <a:pt x="105" y="68"/>
                </a:cubicBezTo>
                <a:cubicBezTo>
                  <a:pt x="106" y="67"/>
                  <a:pt x="106" y="66"/>
                  <a:pt x="106" y="65"/>
                </a:cubicBezTo>
                <a:cubicBezTo>
                  <a:pt x="106" y="64"/>
                  <a:pt x="107" y="63"/>
                  <a:pt x="107" y="62"/>
                </a:cubicBezTo>
                <a:cubicBezTo>
                  <a:pt x="107" y="61"/>
                  <a:pt x="108" y="61"/>
                  <a:pt x="109" y="61"/>
                </a:cubicBezTo>
                <a:cubicBezTo>
                  <a:pt x="108" y="62"/>
                  <a:pt x="108" y="63"/>
                  <a:pt x="108" y="64"/>
                </a:cubicBezTo>
                <a:cubicBezTo>
                  <a:pt x="108" y="66"/>
                  <a:pt x="108" y="67"/>
                  <a:pt x="108" y="68"/>
                </a:cubicBezTo>
                <a:cubicBezTo>
                  <a:pt x="108" y="69"/>
                  <a:pt x="108" y="70"/>
                  <a:pt x="109" y="70"/>
                </a:cubicBezTo>
                <a:cubicBezTo>
                  <a:pt x="110" y="70"/>
                  <a:pt x="110" y="70"/>
                  <a:pt x="111" y="70"/>
                </a:cubicBezTo>
                <a:cubicBezTo>
                  <a:pt x="112" y="70"/>
                  <a:pt x="113" y="70"/>
                  <a:pt x="115" y="69"/>
                </a:cubicBezTo>
                <a:cubicBezTo>
                  <a:pt x="116" y="70"/>
                  <a:pt x="116" y="71"/>
                  <a:pt x="117" y="73"/>
                </a:cubicBezTo>
                <a:cubicBezTo>
                  <a:pt x="117" y="75"/>
                  <a:pt x="118" y="76"/>
                  <a:pt x="119" y="76"/>
                </a:cubicBezTo>
                <a:cubicBezTo>
                  <a:pt x="120" y="76"/>
                  <a:pt x="120" y="76"/>
                  <a:pt x="121" y="76"/>
                </a:cubicBezTo>
                <a:cubicBezTo>
                  <a:pt x="122" y="75"/>
                  <a:pt x="123" y="75"/>
                  <a:pt x="123" y="75"/>
                </a:cubicBezTo>
                <a:cubicBezTo>
                  <a:pt x="123" y="76"/>
                  <a:pt x="123" y="76"/>
                  <a:pt x="123" y="77"/>
                </a:cubicBezTo>
                <a:cubicBezTo>
                  <a:pt x="123" y="78"/>
                  <a:pt x="123" y="78"/>
                  <a:pt x="123" y="79"/>
                </a:cubicBezTo>
                <a:cubicBezTo>
                  <a:pt x="123" y="79"/>
                  <a:pt x="124" y="79"/>
                  <a:pt x="125" y="79"/>
                </a:cubicBezTo>
                <a:cubicBezTo>
                  <a:pt x="126" y="79"/>
                  <a:pt x="126" y="79"/>
                  <a:pt x="127" y="79"/>
                </a:cubicBezTo>
                <a:cubicBezTo>
                  <a:pt x="128" y="79"/>
                  <a:pt x="128" y="79"/>
                  <a:pt x="129" y="79"/>
                </a:cubicBezTo>
                <a:cubicBezTo>
                  <a:pt x="130" y="78"/>
                  <a:pt x="131" y="78"/>
                  <a:pt x="132" y="78"/>
                </a:cubicBezTo>
                <a:cubicBezTo>
                  <a:pt x="132" y="78"/>
                  <a:pt x="132" y="79"/>
                  <a:pt x="132" y="79"/>
                </a:cubicBezTo>
                <a:close/>
                <a:moveTo>
                  <a:pt x="90" y="142"/>
                </a:moveTo>
                <a:cubicBezTo>
                  <a:pt x="90" y="143"/>
                  <a:pt x="90" y="144"/>
                  <a:pt x="89" y="145"/>
                </a:cubicBezTo>
                <a:cubicBezTo>
                  <a:pt x="88" y="145"/>
                  <a:pt x="88" y="145"/>
                  <a:pt x="87" y="145"/>
                </a:cubicBezTo>
                <a:cubicBezTo>
                  <a:pt x="87" y="145"/>
                  <a:pt x="87" y="145"/>
                  <a:pt x="87" y="145"/>
                </a:cubicBezTo>
                <a:cubicBezTo>
                  <a:pt x="88" y="143"/>
                  <a:pt x="89" y="142"/>
                  <a:pt x="89" y="142"/>
                </a:cubicBezTo>
                <a:lnTo>
                  <a:pt x="90" y="142"/>
                </a:lnTo>
                <a:close/>
                <a:moveTo>
                  <a:pt x="137" y="28"/>
                </a:moveTo>
                <a:cubicBezTo>
                  <a:pt x="137" y="29"/>
                  <a:pt x="137" y="30"/>
                  <a:pt x="137" y="31"/>
                </a:cubicBezTo>
                <a:cubicBezTo>
                  <a:pt x="137" y="32"/>
                  <a:pt x="137" y="32"/>
                  <a:pt x="137" y="33"/>
                </a:cubicBezTo>
                <a:cubicBezTo>
                  <a:pt x="136" y="33"/>
                  <a:pt x="136" y="33"/>
                  <a:pt x="136" y="32"/>
                </a:cubicBezTo>
                <a:cubicBezTo>
                  <a:pt x="136" y="31"/>
                  <a:pt x="135" y="31"/>
                  <a:pt x="135" y="31"/>
                </a:cubicBezTo>
                <a:cubicBezTo>
                  <a:pt x="135" y="30"/>
                  <a:pt x="136" y="30"/>
                  <a:pt x="136" y="29"/>
                </a:cubicBezTo>
                <a:cubicBezTo>
                  <a:pt x="136" y="28"/>
                  <a:pt x="136" y="28"/>
                  <a:pt x="136" y="27"/>
                </a:cubicBezTo>
                <a:cubicBezTo>
                  <a:pt x="136" y="27"/>
                  <a:pt x="137" y="27"/>
                  <a:pt x="137" y="28"/>
                </a:cubicBezTo>
                <a:close/>
                <a:moveTo>
                  <a:pt x="131" y="6"/>
                </a:moveTo>
                <a:cubicBezTo>
                  <a:pt x="130" y="5"/>
                  <a:pt x="130" y="3"/>
                  <a:pt x="130" y="0"/>
                </a:cubicBezTo>
                <a:cubicBezTo>
                  <a:pt x="130" y="0"/>
                  <a:pt x="131" y="1"/>
                  <a:pt x="131" y="3"/>
                </a:cubicBezTo>
                <a:cubicBezTo>
                  <a:pt x="131" y="5"/>
                  <a:pt x="131" y="6"/>
                  <a:pt x="131" y="6"/>
                </a:cubicBezTo>
                <a:cubicBezTo>
                  <a:pt x="131" y="6"/>
                  <a:pt x="131" y="6"/>
                  <a:pt x="131" y="6"/>
                </a:cubicBezTo>
                <a:close/>
                <a:moveTo>
                  <a:pt x="64" y="122"/>
                </a:moveTo>
                <a:cubicBezTo>
                  <a:pt x="64" y="123"/>
                  <a:pt x="63" y="124"/>
                  <a:pt x="61" y="125"/>
                </a:cubicBezTo>
                <a:cubicBezTo>
                  <a:pt x="59" y="126"/>
                  <a:pt x="57" y="127"/>
                  <a:pt x="56" y="127"/>
                </a:cubicBezTo>
                <a:cubicBezTo>
                  <a:pt x="56" y="127"/>
                  <a:pt x="56" y="127"/>
                  <a:pt x="56" y="127"/>
                </a:cubicBezTo>
                <a:cubicBezTo>
                  <a:pt x="56" y="127"/>
                  <a:pt x="57" y="126"/>
                  <a:pt x="59" y="125"/>
                </a:cubicBezTo>
                <a:cubicBezTo>
                  <a:pt x="61" y="125"/>
                  <a:pt x="62" y="124"/>
                  <a:pt x="64" y="123"/>
                </a:cubicBezTo>
                <a:lnTo>
                  <a:pt x="64" y="122"/>
                </a:lnTo>
                <a:close/>
                <a:moveTo>
                  <a:pt x="44" y="55"/>
                </a:moveTo>
                <a:cubicBezTo>
                  <a:pt x="44" y="56"/>
                  <a:pt x="45" y="56"/>
                  <a:pt x="46" y="57"/>
                </a:cubicBezTo>
                <a:cubicBezTo>
                  <a:pt x="46" y="57"/>
                  <a:pt x="47" y="58"/>
                  <a:pt x="47" y="58"/>
                </a:cubicBezTo>
                <a:cubicBezTo>
                  <a:pt x="47" y="63"/>
                  <a:pt x="47" y="63"/>
                  <a:pt x="47" y="63"/>
                </a:cubicBezTo>
                <a:cubicBezTo>
                  <a:pt x="45" y="64"/>
                  <a:pt x="45" y="65"/>
                  <a:pt x="44" y="66"/>
                </a:cubicBezTo>
                <a:cubicBezTo>
                  <a:pt x="44" y="68"/>
                  <a:pt x="44" y="69"/>
                  <a:pt x="43" y="70"/>
                </a:cubicBezTo>
                <a:cubicBezTo>
                  <a:pt x="43" y="74"/>
                  <a:pt x="43" y="74"/>
                  <a:pt x="43" y="74"/>
                </a:cubicBezTo>
                <a:cubicBezTo>
                  <a:pt x="43" y="75"/>
                  <a:pt x="42" y="75"/>
                  <a:pt x="42" y="75"/>
                </a:cubicBezTo>
                <a:cubicBezTo>
                  <a:pt x="41" y="75"/>
                  <a:pt x="41" y="75"/>
                  <a:pt x="41" y="75"/>
                </a:cubicBezTo>
                <a:cubicBezTo>
                  <a:pt x="41" y="75"/>
                  <a:pt x="40" y="75"/>
                  <a:pt x="40" y="75"/>
                </a:cubicBezTo>
                <a:cubicBezTo>
                  <a:pt x="39" y="75"/>
                  <a:pt x="38" y="76"/>
                  <a:pt x="37" y="77"/>
                </a:cubicBezTo>
                <a:cubicBezTo>
                  <a:pt x="35" y="78"/>
                  <a:pt x="35" y="80"/>
                  <a:pt x="35" y="81"/>
                </a:cubicBezTo>
                <a:cubicBezTo>
                  <a:pt x="34" y="81"/>
                  <a:pt x="33" y="81"/>
                  <a:pt x="33" y="81"/>
                </a:cubicBezTo>
                <a:cubicBezTo>
                  <a:pt x="32" y="80"/>
                  <a:pt x="31" y="80"/>
                  <a:pt x="31" y="80"/>
                </a:cubicBezTo>
                <a:cubicBezTo>
                  <a:pt x="30" y="80"/>
                  <a:pt x="29" y="81"/>
                  <a:pt x="27" y="82"/>
                </a:cubicBezTo>
                <a:cubicBezTo>
                  <a:pt x="24" y="83"/>
                  <a:pt x="23" y="84"/>
                  <a:pt x="22" y="84"/>
                </a:cubicBezTo>
                <a:cubicBezTo>
                  <a:pt x="22" y="84"/>
                  <a:pt x="21" y="83"/>
                  <a:pt x="20" y="82"/>
                </a:cubicBezTo>
                <a:cubicBezTo>
                  <a:pt x="20" y="81"/>
                  <a:pt x="19" y="81"/>
                  <a:pt x="17" y="81"/>
                </a:cubicBezTo>
                <a:cubicBezTo>
                  <a:pt x="17" y="81"/>
                  <a:pt x="17" y="81"/>
                  <a:pt x="16" y="81"/>
                </a:cubicBezTo>
                <a:cubicBezTo>
                  <a:pt x="16" y="82"/>
                  <a:pt x="16" y="82"/>
                  <a:pt x="15" y="82"/>
                </a:cubicBezTo>
                <a:cubicBezTo>
                  <a:pt x="14" y="82"/>
                  <a:pt x="14" y="82"/>
                  <a:pt x="13" y="81"/>
                </a:cubicBezTo>
                <a:cubicBezTo>
                  <a:pt x="13" y="80"/>
                  <a:pt x="13" y="80"/>
                  <a:pt x="13" y="80"/>
                </a:cubicBezTo>
                <a:cubicBezTo>
                  <a:pt x="13" y="79"/>
                  <a:pt x="13" y="79"/>
                  <a:pt x="12" y="78"/>
                </a:cubicBezTo>
                <a:cubicBezTo>
                  <a:pt x="12" y="78"/>
                  <a:pt x="11" y="78"/>
                  <a:pt x="10" y="78"/>
                </a:cubicBezTo>
                <a:cubicBezTo>
                  <a:pt x="8" y="77"/>
                  <a:pt x="7" y="76"/>
                  <a:pt x="6" y="75"/>
                </a:cubicBezTo>
                <a:cubicBezTo>
                  <a:pt x="5" y="74"/>
                  <a:pt x="4" y="73"/>
                  <a:pt x="3" y="73"/>
                </a:cubicBezTo>
                <a:cubicBezTo>
                  <a:pt x="2" y="72"/>
                  <a:pt x="1" y="71"/>
                  <a:pt x="1" y="71"/>
                </a:cubicBezTo>
                <a:cubicBezTo>
                  <a:pt x="1" y="69"/>
                  <a:pt x="2" y="68"/>
                  <a:pt x="2" y="68"/>
                </a:cubicBezTo>
                <a:cubicBezTo>
                  <a:pt x="3" y="67"/>
                  <a:pt x="3" y="66"/>
                  <a:pt x="3" y="64"/>
                </a:cubicBezTo>
                <a:cubicBezTo>
                  <a:pt x="3" y="64"/>
                  <a:pt x="3" y="64"/>
                  <a:pt x="2" y="63"/>
                </a:cubicBezTo>
                <a:cubicBezTo>
                  <a:pt x="1" y="63"/>
                  <a:pt x="1" y="63"/>
                  <a:pt x="1" y="63"/>
                </a:cubicBezTo>
                <a:cubicBezTo>
                  <a:pt x="1" y="62"/>
                  <a:pt x="1" y="62"/>
                  <a:pt x="1" y="61"/>
                </a:cubicBezTo>
                <a:cubicBezTo>
                  <a:pt x="1" y="61"/>
                  <a:pt x="1" y="60"/>
                  <a:pt x="1" y="59"/>
                </a:cubicBezTo>
                <a:cubicBezTo>
                  <a:pt x="1" y="58"/>
                  <a:pt x="1" y="57"/>
                  <a:pt x="1" y="57"/>
                </a:cubicBezTo>
                <a:cubicBezTo>
                  <a:pt x="0" y="56"/>
                  <a:pt x="0" y="55"/>
                  <a:pt x="0" y="54"/>
                </a:cubicBezTo>
                <a:cubicBezTo>
                  <a:pt x="0" y="53"/>
                  <a:pt x="1" y="53"/>
                  <a:pt x="3" y="52"/>
                </a:cubicBezTo>
                <a:cubicBezTo>
                  <a:pt x="4" y="52"/>
                  <a:pt x="5" y="50"/>
                  <a:pt x="5" y="48"/>
                </a:cubicBezTo>
                <a:cubicBezTo>
                  <a:pt x="4" y="48"/>
                  <a:pt x="4" y="47"/>
                  <a:pt x="4" y="46"/>
                </a:cubicBezTo>
                <a:cubicBezTo>
                  <a:pt x="4" y="44"/>
                  <a:pt x="4" y="43"/>
                  <a:pt x="4" y="43"/>
                </a:cubicBezTo>
                <a:cubicBezTo>
                  <a:pt x="5" y="42"/>
                  <a:pt x="5" y="42"/>
                  <a:pt x="6" y="42"/>
                </a:cubicBezTo>
                <a:cubicBezTo>
                  <a:pt x="6" y="42"/>
                  <a:pt x="7" y="41"/>
                  <a:pt x="8" y="41"/>
                </a:cubicBezTo>
                <a:cubicBezTo>
                  <a:pt x="9" y="41"/>
                  <a:pt x="9" y="40"/>
                  <a:pt x="10" y="40"/>
                </a:cubicBezTo>
                <a:cubicBezTo>
                  <a:pt x="11" y="41"/>
                  <a:pt x="12" y="41"/>
                  <a:pt x="13" y="41"/>
                </a:cubicBezTo>
                <a:cubicBezTo>
                  <a:pt x="14" y="41"/>
                  <a:pt x="14" y="41"/>
                  <a:pt x="14" y="40"/>
                </a:cubicBezTo>
                <a:cubicBezTo>
                  <a:pt x="14" y="39"/>
                  <a:pt x="14" y="38"/>
                  <a:pt x="13" y="37"/>
                </a:cubicBezTo>
                <a:cubicBezTo>
                  <a:pt x="13" y="36"/>
                  <a:pt x="14" y="36"/>
                  <a:pt x="14" y="36"/>
                </a:cubicBezTo>
                <a:cubicBezTo>
                  <a:pt x="14" y="36"/>
                  <a:pt x="15" y="36"/>
                  <a:pt x="15" y="37"/>
                </a:cubicBezTo>
                <a:cubicBezTo>
                  <a:pt x="15" y="38"/>
                  <a:pt x="15" y="38"/>
                  <a:pt x="16" y="38"/>
                </a:cubicBezTo>
                <a:cubicBezTo>
                  <a:pt x="17" y="38"/>
                  <a:pt x="18" y="38"/>
                  <a:pt x="19" y="38"/>
                </a:cubicBezTo>
                <a:cubicBezTo>
                  <a:pt x="21" y="37"/>
                  <a:pt x="22" y="36"/>
                  <a:pt x="22" y="35"/>
                </a:cubicBezTo>
                <a:cubicBezTo>
                  <a:pt x="22" y="35"/>
                  <a:pt x="22" y="34"/>
                  <a:pt x="22" y="34"/>
                </a:cubicBezTo>
                <a:cubicBezTo>
                  <a:pt x="21" y="33"/>
                  <a:pt x="21" y="33"/>
                  <a:pt x="21" y="32"/>
                </a:cubicBezTo>
                <a:cubicBezTo>
                  <a:pt x="21" y="32"/>
                  <a:pt x="21" y="32"/>
                  <a:pt x="22" y="32"/>
                </a:cubicBezTo>
                <a:cubicBezTo>
                  <a:pt x="23" y="32"/>
                  <a:pt x="24" y="33"/>
                  <a:pt x="24" y="34"/>
                </a:cubicBezTo>
                <a:cubicBezTo>
                  <a:pt x="24" y="36"/>
                  <a:pt x="25" y="37"/>
                  <a:pt x="27" y="37"/>
                </a:cubicBezTo>
                <a:cubicBezTo>
                  <a:pt x="29" y="37"/>
                  <a:pt x="30" y="37"/>
                  <a:pt x="31" y="36"/>
                </a:cubicBezTo>
                <a:cubicBezTo>
                  <a:pt x="31" y="38"/>
                  <a:pt x="33" y="39"/>
                  <a:pt x="36" y="39"/>
                </a:cubicBezTo>
                <a:cubicBezTo>
                  <a:pt x="38" y="39"/>
                  <a:pt x="38" y="39"/>
                  <a:pt x="39" y="39"/>
                </a:cubicBezTo>
                <a:cubicBezTo>
                  <a:pt x="39" y="40"/>
                  <a:pt x="39" y="40"/>
                  <a:pt x="39" y="41"/>
                </a:cubicBezTo>
                <a:cubicBezTo>
                  <a:pt x="39" y="43"/>
                  <a:pt x="39" y="44"/>
                  <a:pt x="40" y="45"/>
                </a:cubicBezTo>
                <a:cubicBezTo>
                  <a:pt x="40" y="46"/>
                  <a:pt x="41" y="46"/>
                  <a:pt x="41" y="46"/>
                </a:cubicBezTo>
                <a:cubicBezTo>
                  <a:pt x="42" y="46"/>
                  <a:pt x="42" y="46"/>
                  <a:pt x="42" y="46"/>
                </a:cubicBezTo>
                <a:cubicBezTo>
                  <a:pt x="42" y="46"/>
                  <a:pt x="43" y="46"/>
                  <a:pt x="43" y="46"/>
                </a:cubicBezTo>
                <a:cubicBezTo>
                  <a:pt x="43" y="46"/>
                  <a:pt x="44" y="46"/>
                  <a:pt x="44" y="47"/>
                </a:cubicBezTo>
                <a:cubicBezTo>
                  <a:pt x="44" y="47"/>
                  <a:pt x="43" y="48"/>
                  <a:pt x="43" y="48"/>
                </a:cubicBezTo>
                <a:cubicBezTo>
                  <a:pt x="43" y="48"/>
                  <a:pt x="42" y="48"/>
                  <a:pt x="42" y="49"/>
                </a:cubicBezTo>
                <a:cubicBezTo>
                  <a:pt x="42" y="50"/>
                  <a:pt x="43" y="51"/>
                  <a:pt x="44" y="52"/>
                </a:cubicBezTo>
                <a:cubicBezTo>
                  <a:pt x="46" y="52"/>
                  <a:pt x="46" y="53"/>
                  <a:pt x="46" y="53"/>
                </a:cubicBezTo>
                <a:cubicBezTo>
                  <a:pt x="46" y="54"/>
                  <a:pt x="46" y="54"/>
                  <a:pt x="45" y="54"/>
                </a:cubicBezTo>
                <a:cubicBezTo>
                  <a:pt x="45" y="54"/>
                  <a:pt x="45" y="54"/>
                  <a:pt x="44" y="5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43548" tIns="21773" rIns="43548" bIns="21773" anchor="t"/>
          <a:lstStyle/>
          <a:p>
            <a:endParaRPr sz="855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/>
      <p:sp>
        <p:nvSpPr>
          <p:cNvPr id="7" name="Freeform 97"/>
          <p:cNvSpPr>
            <a:spLocks noGrp="1"/>
          </p:cNvSpPr>
          <p:nvPr/>
        </p:nvSpPr>
        <p:spPr>
          <a:xfrm>
            <a:off x="9880422" y="2911311"/>
            <a:ext cx="2134636" cy="1437515"/>
          </a:xfrm>
          <a:custGeom>
            <a:avLst/>
            <a:gdLst>
              <a:gd name="T0" fmla="*/ 192 w 305"/>
              <a:gd name="T1" fmla="*/ 174 h 205"/>
              <a:gd name="T2" fmla="*/ 179 w 305"/>
              <a:gd name="T3" fmla="*/ 106 h 205"/>
              <a:gd name="T4" fmla="*/ 199 w 305"/>
              <a:gd name="T5" fmla="*/ 170 h 205"/>
              <a:gd name="T6" fmla="*/ 169 w 305"/>
              <a:gd name="T7" fmla="*/ 110 h 205"/>
              <a:gd name="T8" fmla="*/ 164 w 305"/>
              <a:gd name="T9" fmla="*/ 105 h 205"/>
              <a:gd name="T10" fmla="*/ 220 w 305"/>
              <a:gd name="T11" fmla="*/ 111 h 205"/>
              <a:gd name="T12" fmla="*/ 201 w 305"/>
              <a:gd name="T13" fmla="*/ 122 h 205"/>
              <a:gd name="T14" fmla="*/ 199 w 305"/>
              <a:gd name="T15" fmla="*/ 121 h 205"/>
              <a:gd name="T16" fmla="*/ 220 w 305"/>
              <a:gd name="T17" fmla="*/ 111 h 205"/>
              <a:gd name="T18" fmla="*/ 303 w 305"/>
              <a:gd name="T19" fmla="*/ 54 h 205"/>
              <a:gd name="T20" fmla="*/ 286 w 305"/>
              <a:gd name="T21" fmla="*/ 63 h 205"/>
              <a:gd name="T22" fmla="*/ 219 w 305"/>
              <a:gd name="T23" fmla="*/ 91 h 205"/>
              <a:gd name="T24" fmla="*/ 205 w 305"/>
              <a:gd name="T25" fmla="*/ 98 h 205"/>
              <a:gd name="T26" fmla="*/ 204 w 305"/>
              <a:gd name="T27" fmla="*/ 98 h 205"/>
              <a:gd name="T28" fmla="*/ 190 w 305"/>
              <a:gd name="T29" fmla="*/ 107 h 205"/>
              <a:gd name="T30" fmla="*/ 194 w 305"/>
              <a:gd name="T31" fmla="*/ 102 h 205"/>
              <a:gd name="T32" fmla="*/ 244 w 305"/>
              <a:gd name="T33" fmla="*/ 146 h 205"/>
              <a:gd name="T34" fmla="*/ 203 w 305"/>
              <a:gd name="T35" fmla="*/ 175 h 205"/>
              <a:gd name="T36" fmla="*/ 199 w 305"/>
              <a:gd name="T37" fmla="*/ 170 h 205"/>
              <a:gd name="T38" fmla="*/ 195 w 305"/>
              <a:gd name="T39" fmla="*/ 119 h 205"/>
              <a:gd name="T40" fmla="*/ 102 w 305"/>
              <a:gd name="T41" fmla="*/ 79 h 205"/>
              <a:gd name="T42" fmla="*/ 33 w 305"/>
              <a:gd name="T43" fmla="*/ 113 h 205"/>
              <a:gd name="T44" fmla="*/ 33 w 305"/>
              <a:gd name="T45" fmla="*/ 113 h 205"/>
              <a:gd name="T46" fmla="*/ 195 w 305"/>
              <a:gd name="T47" fmla="*/ 115 h 205"/>
              <a:gd name="T48" fmla="*/ 191 w 305"/>
              <a:gd name="T49" fmla="*/ 112 h 205"/>
              <a:gd name="T50" fmla="*/ 183 w 305"/>
              <a:gd name="T51" fmla="*/ 162 h 205"/>
              <a:gd name="T52" fmla="*/ 168 w 305"/>
              <a:gd name="T53" fmla="*/ 154 h 205"/>
              <a:gd name="T54" fmla="*/ 144 w 305"/>
              <a:gd name="T55" fmla="*/ 177 h 205"/>
              <a:gd name="T56" fmla="*/ 121 w 305"/>
              <a:gd name="T57" fmla="*/ 161 h 205"/>
              <a:gd name="T58" fmla="*/ 106 w 305"/>
              <a:gd name="T59" fmla="*/ 199 h 205"/>
              <a:gd name="T60" fmla="*/ 87 w 305"/>
              <a:gd name="T61" fmla="*/ 178 h 205"/>
              <a:gd name="T62" fmla="*/ 86 w 305"/>
              <a:gd name="T63" fmla="*/ 168 h 205"/>
              <a:gd name="T64" fmla="*/ 78 w 305"/>
              <a:gd name="T65" fmla="*/ 173 h 205"/>
              <a:gd name="T66" fmla="*/ 93 w 305"/>
              <a:gd name="T67" fmla="*/ 150 h 205"/>
              <a:gd name="T68" fmla="*/ 95 w 305"/>
              <a:gd name="T69" fmla="*/ 135 h 205"/>
              <a:gd name="T70" fmla="*/ 76 w 305"/>
              <a:gd name="T71" fmla="*/ 128 h 205"/>
              <a:gd name="T72" fmla="*/ 94 w 305"/>
              <a:gd name="T73" fmla="*/ 115 h 205"/>
              <a:gd name="T74" fmla="*/ 88 w 305"/>
              <a:gd name="T75" fmla="*/ 109 h 205"/>
              <a:gd name="T76" fmla="*/ 3 w 305"/>
              <a:gd name="T77" fmla="*/ 48 h 205"/>
              <a:gd name="T78" fmla="*/ 81 w 305"/>
              <a:gd name="T79" fmla="*/ 101 h 205"/>
              <a:gd name="T80" fmla="*/ 88 w 305"/>
              <a:gd name="T81" fmla="*/ 104 h 205"/>
              <a:gd name="T82" fmla="*/ 105 w 305"/>
              <a:gd name="T83" fmla="*/ 102 h 205"/>
              <a:gd name="T84" fmla="*/ 113 w 305"/>
              <a:gd name="T85" fmla="*/ 92 h 205"/>
              <a:gd name="T86" fmla="*/ 120 w 305"/>
              <a:gd name="T87" fmla="*/ 95 h 205"/>
              <a:gd name="T88" fmla="*/ 124 w 305"/>
              <a:gd name="T89" fmla="*/ 85 h 205"/>
              <a:gd name="T90" fmla="*/ 127 w 305"/>
              <a:gd name="T91" fmla="*/ 92 h 205"/>
              <a:gd name="T92" fmla="*/ 139 w 305"/>
              <a:gd name="T93" fmla="*/ 100 h 205"/>
              <a:gd name="T94" fmla="*/ 149 w 305"/>
              <a:gd name="T95" fmla="*/ 86 h 205"/>
              <a:gd name="T96" fmla="*/ 159 w 305"/>
              <a:gd name="T97" fmla="*/ 102 h 205"/>
              <a:gd name="T98" fmla="*/ 233 w 305"/>
              <a:gd name="T99" fmla="*/ 1 h 205"/>
              <a:gd name="T100" fmla="*/ 167 w 305"/>
              <a:gd name="T101" fmla="*/ 95 h 205"/>
              <a:gd name="T102" fmla="*/ 167 w 305"/>
              <a:gd name="T103" fmla="*/ 121 h 205"/>
              <a:gd name="T104" fmla="*/ 177 w 305"/>
              <a:gd name="T105" fmla="*/ 127 h 205"/>
              <a:gd name="T106" fmla="*/ 166 w 305"/>
              <a:gd name="T107" fmla="*/ 142 h 205"/>
              <a:gd name="T108" fmla="*/ 144 w 305"/>
              <a:gd name="T109" fmla="*/ 192 h 205"/>
              <a:gd name="T110" fmla="*/ 153 w 305"/>
              <a:gd name="T111" fmla="*/ 199 h 205"/>
            </a:gdLst>
            <a:ahLst/>
            <a:cxnLst/>
            <a:rect l="0" t="0" r="r" b="b"/>
            <a:pathLst>
              <a:path w="305" h="205">
                <a:moveTo>
                  <a:pt x="193" y="167"/>
                </a:moveTo>
                <a:cubicBezTo>
                  <a:pt x="191" y="167"/>
                  <a:pt x="189" y="166"/>
                  <a:pt x="188" y="165"/>
                </a:cubicBezTo>
                <a:cubicBezTo>
                  <a:pt x="189" y="165"/>
                  <a:pt x="190" y="165"/>
                  <a:pt x="192" y="166"/>
                </a:cubicBezTo>
                <a:lnTo>
                  <a:pt x="193" y="167"/>
                </a:lnTo>
                <a:close/>
                <a:moveTo>
                  <a:pt x="190" y="173"/>
                </a:moveTo>
                <a:cubicBezTo>
                  <a:pt x="190" y="173"/>
                  <a:pt x="190" y="173"/>
                  <a:pt x="190" y="173"/>
                </a:cubicBezTo>
                <a:cubicBezTo>
                  <a:pt x="191" y="173"/>
                  <a:pt x="191" y="173"/>
                  <a:pt x="192" y="174"/>
                </a:cubicBezTo>
                <a:cubicBezTo>
                  <a:pt x="192" y="175"/>
                  <a:pt x="193" y="175"/>
                  <a:pt x="193" y="176"/>
                </a:cubicBezTo>
                <a:cubicBezTo>
                  <a:pt x="192" y="175"/>
                  <a:pt x="191" y="175"/>
                  <a:pt x="190" y="173"/>
                </a:cubicBezTo>
                <a:close/>
                <a:moveTo>
                  <a:pt x="175" y="105"/>
                </a:moveTo>
                <a:cubicBezTo>
                  <a:pt x="175" y="105"/>
                  <a:pt x="176" y="105"/>
                  <a:pt x="177" y="105"/>
                </a:cubicBezTo>
                <a:cubicBezTo>
                  <a:pt x="177" y="105"/>
                  <a:pt x="178" y="105"/>
                  <a:pt x="179" y="105"/>
                </a:cubicBezTo>
                <a:cubicBezTo>
                  <a:pt x="180" y="105"/>
                  <a:pt x="180" y="105"/>
                  <a:pt x="180" y="106"/>
                </a:cubicBezTo>
                <a:cubicBezTo>
                  <a:pt x="180" y="106"/>
                  <a:pt x="180" y="106"/>
                  <a:pt x="179" y="106"/>
                </a:cubicBezTo>
                <a:cubicBezTo>
                  <a:pt x="178" y="107"/>
                  <a:pt x="178" y="107"/>
                  <a:pt x="178" y="107"/>
                </a:cubicBezTo>
                <a:cubicBezTo>
                  <a:pt x="177" y="107"/>
                  <a:pt x="176" y="106"/>
                  <a:pt x="175" y="105"/>
                </a:cubicBezTo>
                <a:close/>
                <a:moveTo>
                  <a:pt x="200" y="168"/>
                </a:moveTo>
                <a:cubicBezTo>
                  <a:pt x="201" y="168"/>
                  <a:pt x="202" y="169"/>
                  <a:pt x="203" y="169"/>
                </a:cubicBezTo>
                <a:cubicBezTo>
                  <a:pt x="204" y="170"/>
                  <a:pt x="204" y="170"/>
                  <a:pt x="204" y="171"/>
                </a:cubicBezTo>
                <a:cubicBezTo>
                  <a:pt x="204" y="172"/>
                  <a:pt x="204" y="172"/>
                  <a:pt x="203" y="172"/>
                </a:cubicBezTo>
                <a:cubicBezTo>
                  <a:pt x="202" y="172"/>
                  <a:pt x="201" y="172"/>
                  <a:pt x="199" y="170"/>
                </a:cubicBezTo>
                <a:cubicBezTo>
                  <a:pt x="197" y="169"/>
                  <a:pt x="195" y="167"/>
                  <a:pt x="193" y="166"/>
                </a:cubicBezTo>
                <a:cubicBezTo>
                  <a:pt x="191" y="164"/>
                  <a:pt x="189" y="162"/>
                  <a:pt x="188" y="161"/>
                </a:cubicBezTo>
                <a:cubicBezTo>
                  <a:pt x="186" y="159"/>
                  <a:pt x="185" y="158"/>
                  <a:pt x="185" y="157"/>
                </a:cubicBezTo>
                <a:cubicBezTo>
                  <a:pt x="188" y="159"/>
                  <a:pt x="191" y="160"/>
                  <a:pt x="193" y="162"/>
                </a:cubicBezTo>
                <a:cubicBezTo>
                  <a:pt x="195" y="164"/>
                  <a:pt x="198" y="166"/>
                  <a:pt x="200" y="168"/>
                </a:cubicBezTo>
                <a:close/>
                <a:moveTo>
                  <a:pt x="166" y="106"/>
                </a:moveTo>
                <a:cubicBezTo>
                  <a:pt x="167" y="108"/>
                  <a:pt x="169" y="109"/>
                  <a:pt x="169" y="110"/>
                </a:cubicBezTo>
                <a:cubicBezTo>
                  <a:pt x="170" y="112"/>
                  <a:pt x="171" y="113"/>
                  <a:pt x="172" y="115"/>
                </a:cubicBezTo>
                <a:cubicBezTo>
                  <a:pt x="172" y="115"/>
                  <a:pt x="171" y="114"/>
                  <a:pt x="170" y="113"/>
                </a:cubicBezTo>
                <a:cubicBezTo>
                  <a:pt x="169" y="111"/>
                  <a:pt x="169" y="111"/>
                  <a:pt x="169" y="111"/>
                </a:cubicBezTo>
                <a:cubicBezTo>
                  <a:pt x="168" y="110"/>
                  <a:pt x="167" y="109"/>
                  <a:pt x="167" y="108"/>
                </a:cubicBezTo>
                <a:cubicBezTo>
                  <a:pt x="166" y="107"/>
                  <a:pt x="165" y="106"/>
                  <a:pt x="164" y="106"/>
                </a:cubicBezTo>
                <a:cubicBezTo>
                  <a:pt x="163" y="106"/>
                  <a:pt x="163" y="106"/>
                  <a:pt x="163" y="106"/>
                </a:cubicBezTo>
                <a:cubicBezTo>
                  <a:pt x="163" y="105"/>
                  <a:pt x="163" y="105"/>
                  <a:pt x="164" y="105"/>
                </a:cubicBezTo>
                <a:cubicBezTo>
                  <a:pt x="165" y="105"/>
                  <a:pt x="165" y="105"/>
                  <a:pt x="166" y="106"/>
                </a:cubicBezTo>
                <a:close/>
                <a:moveTo>
                  <a:pt x="270" y="68"/>
                </a:moveTo>
                <a:cubicBezTo>
                  <a:pt x="281" y="63"/>
                  <a:pt x="281" y="63"/>
                  <a:pt x="281" y="63"/>
                </a:cubicBezTo>
                <a:cubicBezTo>
                  <a:pt x="283" y="62"/>
                  <a:pt x="284" y="62"/>
                  <a:pt x="284" y="62"/>
                </a:cubicBezTo>
                <a:cubicBezTo>
                  <a:pt x="282" y="63"/>
                  <a:pt x="280" y="64"/>
                  <a:pt x="278" y="65"/>
                </a:cubicBezTo>
                <a:lnTo>
                  <a:pt x="270" y="68"/>
                </a:lnTo>
                <a:close/>
                <a:moveTo>
                  <a:pt x="220" y="111"/>
                </a:moveTo>
                <a:cubicBezTo>
                  <a:pt x="221" y="111"/>
                  <a:pt x="221" y="111"/>
                  <a:pt x="222" y="111"/>
                </a:cubicBezTo>
                <a:cubicBezTo>
                  <a:pt x="222" y="111"/>
                  <a:pt x="222" y="111"/>
                  <a:pt x="222" y="112"/>
                </a:cubicBezTo>
                <a:cubicBezTo>
                  <a:pt x="222" y="113"/>
                  <a:pt x="221" y="113"/>
                  <a:pt x="219" y="114"/>
                </a:cubicBezTo>
                <a:cubicBezTo>
                  <a:pt x="217" y="115"/>
                  <a:pt x="214" y="116"/>
                  <a:pt x="212" y="117"/>
                </a:cubicBezTo>
                <a:cubicBezTo>
                  <a:pt x="209" y="118"/>
                  <a:pt x="207" y="118"/>
                  <a:pt x="204" y="119"/>
                </a:cubicBezTo>
                <a:cubicBezTo>
                  <a:pt x="202" y="120"/>
                  <a:pt x="201" y="121"/>
                  <a:pt x="201" y="121"/>
                </a:cubicBezTo>
                <a:cubicBezTo>
                  <a:pt x="201" y="122"/>
                  <a:pt x="201" y="122"/>
                  <a:pt x="201" y="122"/>
                </a:cubicBezTo>
                <a:cubicBezTo>
                  <a:pt x="202" y="123"/>
                  <a:pt x="202" y="123"/>
                  <a:pt x="202" y="123"/>
                </a:cubicBezTo>
                <a:cubicBezTo>
                  <a:pt x="202" y="127"/>
                  <a:pt x="200" y="128"/>
                  <a:pt x="197" y="128"/>
                </a:cubicBezTo>
                <a:cubicBezTo>
                  <a:pt x="194" y="128"/>
                  <a:pt x="193" y="127"/>
                  <a:pt x="193" y="125"/>
                </a:cubicBezTo>
                <a:cubicBezTo>
                  <a:pt x="193" y="124"/>
                  <a:pt x="194" y="123"/>
                  <a:pt x="195" y="122"/>
                </a:cubicBezTo>
                <a:cubicBezTo>
                  <a:pt x="198" y="121"/>
                  <a:pt x="198" y="121"/>
                  <a:pt x="198" y="121"/>
                </a:cubicBezTo>
                <a:cubicBezTo>
                  <a:pt x="198" y="121"/>
                  <a:pt x="198" y="121"/>
                  <a:pt x="199" y="121"/>
                </a:cubicBezTo>
                <a:cubicBezTo>
                  <a:pt x="199" y="121"/>
                  <a:pt x="199" y="121"/>
                  <a:pt x="199" y="121"/>
                </a:cubicBezTo>
                <a:cubicBezTo>
                  <a:pt x="200" y="121"/>
                  <a:pt x="200" y="121"/>
                  <a:pt x="201" y="120"/>
                </a:cubicBezTo>
                <a:cubicBezTo>
                  <a:pt x="202" y="119"/>
                  <a:pt x="203" y="119"/>
                  <a:pt x="203" y="117"/>
                </a:cubicBezTo>
                <a:cubicBezTo>
                  <a:pt x="202" y="117"/>
                  <a:pt x="202" y="117"/>
                  <a:pt x="202" y="117"/>
                </a:cubicBezTo>
                <a:cubicBezTo>
                  <a:pt x="202" y="117"/>
                  <a:pt x="202" y="117"/>
                  <a:pt x="204" y="116"/>
                </a:cubicBezTo>
                <a:cubicBezTo>
                  <a:pt x="208" y="115"/>
                  <a:pt x="208" y="115"/>
                  <a:pt x="208" y="115"/>
                </a:cubicBezTo>
                <a:cubicBezTo>
                  <a:pt x="214" y="113"/>
                  <a:pt x="214" y="113"/>
                  <a:pt x="214" y="113"/>
                </a:cubicBezTo>
                <a:cubicBezTo>
                  <a:pt x="216" y="113"/>
                  <a:pt x="218" y="112"/>
                  <a:pt x="220" y="111"/>
                </a:cubicBezTo>
                <a:close/>
                <a:moveTo>
                  <a:pt x="186" y="123"/>
                </a:moveTo>
                <a:cubicBezTo>
                  <a:pt x="185" y="124"/>
                  <a:pt x="185" y="124"/>
                  <a:pt x="184" y="124"/>
                </a:cubicBezTo>
                <a:cubicBezTo>
                  <a:pt x="182" y="124"/>
                  <a:pt x="182" y="124"/>
                  <a:pt x="182" y="124"/>
                </a:cubicBezTo>
                <a:cubicBezTo>
                  <a:pt x="183" y="122"/>
                  <a:pt x="185" y="121"/>
                  <a:pt x="188" y="121"/>
                </a:cubicBezTo>
                <a:cubicBezTo>
                  <a:pt x="188" y="122"/>
                  <a:pt x="187" y="122"/>
                  <a:pt x="187" y="122"/>
                </a:cubicBezTo>
                <a:cubicBezTo>
                  <a:pt x="187" y="123"/>
                  <a:pt x="186" y="123"/>
                  <a:pt x="186" y="123"/>
                </a:cubicBezTo>
                <a:close/>
                <a:moveTo>
                  <a:pt x="303" y="54"/>
                </a:moveTo>
                <a:cubicBezTo>
                  <a:pt x="304" y="54"/>
                  <a:pt x="304" y="54"/>
                  <a:pt x="304" y="54"/>
                </a:cubicBezTo>
                <a:cubicBezTo>
                  <a:pt x="304" y="54"/>
                  <a:pt x="304" y="54"/>
                  <a:pt x="304" y="54"/>
                </a:cubicBezTo>
                <a:cubicBezTo>
                  <a:pt x="304" y="54"/>
                  <a:pt x="305" y="54"/>
                  <a:pt x="305" y="55"/>
                </a:cubicBezTo>
                <a:cubicBezTo>
                  <a:pt x="305" y="55"/>
                  <a:pt x="304" y="55"/>
                  <a:pt x="302" y="56"/>
                </a:cubicBezTo>
                <a:cubicBezTo>
                  <a:pt x="296" y="58"/>
                  <a:pt x="296" y="58"/>
                  <a:pt x="296" y="58"/>
                </a:cubicBezTo>
                <a:cubicBezTo>
                  <a:pt x="294" y="59"/>
                  <a:pt x="292" y="60"/>
                  <a:pt x="290" y="61"/>
                </a:cubicBezTo>
                <a:cubicBezTo>
                  <a:pt x="287" y="62"/>
                  <a:pt x="286" y="63"/>
                  <a:pt x="286" y="63"/>
                </a:cubicBezTo>
                <a:cubicBezTo>
                  <a:pt x="286" y="63"/>
                  <a:pt x="286" y="63"/>
                  <a:pt x="286" y="63"/>
                </a:cubicBezTo>
                <a:cubicBezTo>
                  <a:pt x="285" y="63"/>
                  <a:pt x="285" y="63"/>
                  <a:pt x="285" y="62"/>
                </a:cubicBezTo>
                <a:cubicBezTo>
                  <a:pt x="285" y="62"/>
                  <a:pt x="284" y="62"/>
                  <a:pt x="284" y="62"/>
                </a:cubicBezTo>
                <a:cubicBezTo>
                  <a:pt x="291" y="59"/>
                  <a:pt x="295" y="57"/>
                  <a:pt x="298" y="56"/>
                </a:cubicBezTo>
                <a:lnTo>
                  <a:pt x="303" y="54"/>
                </a:lnTo>
                <a:close/>
                <a:moveTo>
                  <a:pt x="205" y="98"/>
                </a:moveTo>
                <a:cubicBezTo>
                  <a:pt x="209" y="96"/>
                  <a:pt x="214" y="94"/>
                  <a:pt x="219" y="91"/>
                </a:cubicBezTo>
                <a:cubicBezTo>
                  <a:pt x="225" y="89"/>
                  <a:pt x="230" y="86"/>
                  <a:pt x="236" y="83"/>
                </a:cubicBezTo>
                <a:cubicBezTo>
                  <a:pt x="242" y="81"/>
                  <a:pt x="248" y="78"/>
                  <a:pt x="253" y="75"/>
                </a:cubicBezTo>
                <a:cubicBezTo>
                  <a:pt x="259" y="73"/>
                  <a:pt x="265" y="70"/>
                  <a:pt x="270" y="68"/>
                </a:cubicBezTo>
                <a:cubicBezTo>
                  <a:pt x="266" y="70"/>
                  <a:pt x="261" y="72"/>
                  <a:pt x="255" y="75"/>
                </a:cubicBezTo>
                <a:cubicBezTo>
                  <a:pt x="250" y="77"/>
                  <a:pt x="244" y="80"/>
                  <a:pt x="238" y="82"/>
                </a:cubicBezTo>
                <a:cubicBezTo>
                  <a:pt x="232" y="85"/>
                  <a:pt x="226" y="88"/>
                  <a:pt x="221" y="91"/>
                </a:cubicBezTo>
                <a:cubicBezTo>
                  <a:pt x="215" y="93"/>
                  <a:pt x="210" y="96"/>
                  <a:pt x="205" y="98"/>
                </a:cubicBezTo>
                <a:cubicBezTo>
                  <a:pt x="206" y="98"/>
                  <a:pt x="207" y="97"/>
                  <a:pt x="209" y="97"/>
                </a:cubicBezTo>
                <a:cubicBezTo>
                  <a:pt x="210" y="96"/>
                  <a:pt x="211" y="96"/>
                  <a:pt x="212" y="96"/>
                </a:cubicBezTo>
                <a:cubicBezTo>
                  <a:pt x="213" y="96"/>
                  <a:pt x="213" y="96"/>
                  <a:pt x="214" y="96"/>
                </a:cubicBezTo>
                <a:cubicBezTo>
                  <a:pt x="216" y="96"/>
                  <a:pt x="216" y="96"/>
                  <a:pt x="216" y="97"/>
                </a:cubicBezTo>
                <a:cubicBezTo>
                  <a:pt x="216" y="97"/>
                  <a:pt x="215" y="98"/>
                  <a:pt x="214" y="98"/>
                </a:cubicBezTo>
                <a:cubicBezTo>
                  <a:pt x="213" y="98"/>
                  <a:pt x="212" y="97"/>
                  <a:pt x="210" y="97"/>
                </a:cubicBezTo>
                <a:cubicBezTo>
                  <a:pt x="209" y="98"/>
                  <a:pt x="207" y="98"/>
                  <a:pt x="204" y="98"/>
                </a:cubicBezTo>
                <a:cubicBezTo>
                  <a:pt x="204" y="98"/>
                  <a:pt x="204" y="98"/>
                  <a:pt x="204" y="98"/>
                </a:cubicBezTo>
                <a:cubicBezTo>
                  <a:pt x="203" y="99"/>
                  <a:pt x="201" y="99"/>
                  <a:pt x="200" y="100"/>
                </a:cubicBezTo>
                <a:cubicBezTo>
                  <a:pt x="198" y="100"/>
                  <a:pt x="196" y="101"/>
                  <a:pt x="194" y="102"/>
                </a:cubicBezTo>
                <a:cubicBezTo>
                  <a:pt x="193" y="103"/>
                  <a:pt x="191" y="103"/>
                  <a:pt x="190" y="104"/>
                </a:cubicBezTo>
                <a:cubicBezTo>
                  <a:pt x="189" y="105"/>
                  <a:pt x="188" y="105"/>
                  <a:pt x="188" y="106"/>
                </a:cubicBezTo>
                <a:cubicBezTo>
                  <a:pt x="188" y="107"/>
                  <a:pt x="189" y="107"/>
                  <a:pt x="189" y="107"/>
                </a:cubicBezTo>
                <a:cubicBezTo>
                  <a:pt x="190" y="107"/>
                  <a:pt x="190" y="107"/>
                  <a:pt x="190" y="107"/>
                </a:cubicBezTo>
                <a:cubicBezTo>
                  <a:pt x="190" y="107"/>
                  <a:pt x="191" y="106"/>
                  <a:pt x="191" y="106"/>
                </a:cubicBezTo>
                <a:cubicBezTo>
                  <a:pt x="192" y="107"/>
                  <a:pt x="192" y="107"/>
                  <a:pt x="192" y="107"/>
                </a:cubicBezTo>
                <a:cubicBezTo>
                  <a:pt x="191" y="108"/>
                  <a:pt x="190" y="108"/>
                  <a:pt x="188" y="108"/>
                </a:cubicBezTo>
                <a:cubicBezTo>
                  <a:pt x="187" y="108"/>
                  <a:pt x="186" y="108"/>
                  <a:pt x="185" y="107"/>
                </a:cubicBezTo>
                <a:cubicBezTo>
                  <a:pt x="183" y="106"/>
                  <a:pt x="183" y="106"/>
                  <a:pt x="182" y="105"/>
                </a:cubicBezTo>
                <a:cubicBezTo>
                  <a:pt x="184" y="105"/>
                  <a:pt x="187" y="104"/>
                  <a:pt x="190" y="103"/>
                </a:cubicBezTo>
                <a:cubicBezTo>
                  <a:pt x="192" y="102"/>
                  <a:pt x="194" y="102"/>
                  <a:pt x="194" y="102"/>
                </a:cubicBezTo>
                <a:cubicBezTo>
                  <a:pt x="195" y="102"/>
                  <a:pt x="195" y="102"/>
                  <a:pt x="195" y="102"/>
                </a:cubicBezTo>
                <a:cubicBezTo>
                  <a:pt x="199" y="100"/>
                  <a:pt x="199" y="100"/>
                  <a:pt x="199" y="100"/>
                </a:cubicBezTo>
                <a:cubicBezTo>
                  <a:pt x="202" y="98"/>
                  <a:pt x="203" y="98"/>
                  <a:pt x="205" y="98"/>
                </a:cubicBezTo>
                <a:close/>
                <a:moveTo>
                  <a:pt x="239" y="137"/>
                </a:moveTo>
                <a:cubicBezTo>
                  <a:pt x="241" y="137"/>
                  <a:pt x="243" y="137"/>
                  <a:pt x="244" y="138"/>
                </a:cubicBezTo>
                <a:cubicBezTo>
                  <a:pt x="246" y="138"/>
                  <a:pt x="246" y="140"/>
                  <a:pt x="246" y="142"/>
                </a:cubicBezTo>
                <a:cubicBezTo>
                  <a:pt x="246" y="144"/>
                  <a:pt x="246" y="145"/>
                  <a:pt x="244" y="146"/>
                </a:cubicBezTo>
                <a:cubicBezTo>
                  <a:pt x="243" y="146"/>
                  <a:pt x="242" y="147"/>
                  <a:pt x="242" y="147"/>
                </a:cubicBezTo>
                <a:cubicBezTo>
                  <a:pt x="240" y="147"/>
                  <a:pt x="239" y="146"/>
                  <a:pt x="238" y="146"/>
                </a:cubicBezTo>
                <a:cubicBezTo>
                  <a:pt x="236" y="145"/>
                  <a:pt x="236" y="144"/>
                  <a:pt x="236" y="142"/>
                </a:cubicBezTo>
                <a:cubicBezTo>
                  <a:pt x="236" y="139"/>
                  <a:pt x="237" y="138"/>
                  <a:pt x="239" y="137"/>
                </a:cubicBezTo>
                <a:close/>
                <a:moveTo>
                  <a:pt x="202" y="173"/>
                </a:moveTo>
                <a:cubicBezTo>
                  <a:pt x="202" y="173"/>
                  <a:pt x="202" y="173"/>
                  <a:pt x="202" y="174"/>
                </a:cubicBezTo>
                <a:cubicBezTo>
                  <a:pt x="203" y="174"/>
                  <a:pt x="203" y="174"/>
                  <a:pt x="203" y="175"/>
                </a:cubicBezTo>
                <a:cubicBezTo>
                  <a:pt x="203" y="175"/>
                  <a:pt x="202" y="175"/>
                  <a:pt x="202" y="176"/>
                </a:cubicBezTo>
                <a:cubicBezTo>
                  <a:pt x="196" y="171"/>
                  <a:pt x="196" y="171"/>
                  <a:pt x="196" y="171"/>
                </a:cubicBezTo>
                <a:cubicBezTo>
                  <a:pt x="196" y="171"/>
                  <a:pt x="196" y="171"/>
                  <a:pt x="196" y="170"/>
                </a:cubicBezTo>
                <a:cubicBezTo>
                  <a:pt x="197" y="170"/>
                  <a:pt x="197" y="170"/>
                  <a:pt x="197" y="170"/>
                </a:cubicBezTo>
                <a:cubicBezTo>
                  <a:pt x="197" y="170"/>
                  <a:pt x="197" y="169"/>
                  <a:pt x="196" y="169"/>
                </a:cubicBezTo>
                <a:cubicBezTo>
                  <a:pt x="196" y="169"/>
                  <a:pt x="196" y="168"/>
                  <a:pt x="196" y="168"/>
                </a:cubicBezTo>
                <a:cubicBezTo>
                  <a:pt x="197" y="169"/>
                  <a:pt x="198" y="170"/>
                  <a:pt x="199" y="170"/>
                </a:cubicBezTo>
                <a:cubicBezTo>
                  <a:pt x="200" y="171"/>
                  <a:pt x="201" y="172"/>
                  <a:pt x="202" y="173"/>
                </a:cubicBezTo>
                <a:close/>
                <a:moveTo>
                  <a:pt x="45" y="90"/>
                </a:moveTo>
                <a:cubicBezTo>
                  <a:pt x="45" y="90"/>
                  <a:pt x="45" y="90"/>
                  <a:pt x="45" y="90"/>
                </a:cubicBezTo>
                <a:cubicBezTo>
                  <a:pt x="46" y="90"/>
                  <a:pt x="46" y="90"/>
                  <a:pt x="46" y="91"/>
                </a:cubicBezTo>
                <a:cubicBezTo>
                  <a:pt x="46" y="91"/>
                  <a:pt x="46" y="91"/>
                  <a:pt x="45" y="91"/>
                </a:cubicBezTo>
                <a:cubicBezTo>
                  <a:pt x="45" y="91"/>
                  <a:pt x="45" y="91"/>
                  <a:pt x="45" y="90"/>
                </a:cubicBezTo>
                <a:close/>
                <a:moveTo>
                  <a:pt x="195" y="119"/>
                </a:moveTo>
                <a:cubicBezTo>
                  <a:pt x="195" y="118"/>
                  <a:pt x="196" y="118"/>
                  <a:pt x="197" y="118"/>
                </a:cubicBezTo>
                <a:cubicBezTo>
                  <a:pt x="197" y="118"/>
                  <a:pt x="197" y="118"/>
                  <a:pt x="197" y="118"/>
                </a:cubicBezTo>
                <a:lnTo>
                  <a:pt x="195" y="119"/>
                </a:lnTo>
                <a:close/>
                <a:moveTo>
                  <a:pt x="103" y="78"/>
                </a:moveTo>
                <a:cubicBezTo>
                  <a:pt x="103" y="79"/>
                  <a:pt x="103" y="79"/>
                  <a:pt x="103" y="80"/>
                </a:cubicBezTo>
                <a:cubicBezTo>
                  <a:pt x="104" y="82"/>
                  <a:pt x="104" y="82"/>
                  <a:pt x="104" y="82"/>
                </a:cubicBezTo>
                <a:cubicBezTo>
                  <a:pt x="104" y="81"/>
                  <a:pt x="103" y="80"/>
                  <a:pt x="102" y="79"/>
                </a:cubicBezTo>
                <a:cubicBezTo>
                  <a:pt x="101" y="78"/>
                  <a:pt x="101" y="77"/>
                  <a:pt x="100" y="76"/>
                </a:cubicBezTo>
                <a:cubicBezTo>
                  <a:pt x="101" y="76"/>
                  <a:pt x="101" y="77"/>
                  <a:pt x="102" y="77"/>
                </a:cubicBezTo>
                <a:cubicBezTo>
                  <a:pt x="103" y="78"/>
                  <a:pt x="103" y="78"/>
                  <a:pt x="103" y="78"/>
                </a:cubicBezTo>
                <a:close/>
                <a:moveTo>
                  <a:pt x="46" y="91"/>
                </a:moveTo>
                <a:cubicBezTo>
                  <a:pt x="48" y="91"/>
                  <a:pt x="49" y="92"/>
                  <a:pt x="49" y="92"/>
                </a:cubicBezTo>
                <a:cubicBezTo>
                  <a:pt x="48" y="92"/>
                  <a:pt x="47" y="92"/>
                  <a:pt x="46" y="91"/>
                </a:cubicBezTo>
                <a:close/>
                <a:moveTo>
                  <a:pt x="33" y="113"/>
                </a:moveTo>
                <a:cubicBezTo>
                  <a:pt x="34" y="114"/>
                  <a:pt x="34" y="114"/>
                  <a:pt x="35" y="113"/>
                </a:cubicBezTo>
                <a:cubicBezTo>
                  <a:pt x="35" y="113"/>
                  <a:pt x="36" y="113"/>
                  <a:pt x="36" y="114"/>
                </a:cubicBezTo>
                <a:cubicBezTo>
                  <a:pt x="36" y="114"/>
                  <a:pt x="35" y="114"/>
                  <a:pt x="34" y="114"/>
                </a:cubicBezTo>
                <a:cubicBezTo>
                  <a:pt x="33" y="114"/>
                  <a:pt x="32" y="114"/>
                  <a:pt x="32" y="113"/>
                </a:cubicBezTo>
                <a:cubicBezTo>
                  <a:pt x="32" y="113"/>
                  <a:pt x="32" y="113"/>
                  <a:pt x="32" y="113"/>
                </a:cubicBezTo>
                <a:cubicBezTo>
                  <a:pt x="32" y="113"/>
                  <a:pt x="32" y="113"/>
                  <a:pt x="32" y="113"/>
                </a:cubicBezTo>
                <a:cubicBezTo>
                  <a:pt x="33" y="113"/>
                  <a:pt x="33" y="113"/>
                  <a:pt x="33" y="113"/>
                </a:cubicBezTo>
                <a:close/>
                <a:moveTo>
                  <a:pt x="36" y="114"/>
                </a:moveTo>
                <a:cubicBezTo>
                  <a:pt x="39" y="114"/>
                  <a:pt x="40" y="115"/>
                  <a:pt x="41" y="115"/>
                </a:cubicBezTo>
                <a:cubicBezTo>
                  <a:pt x="39" y="115"/>
                  <a:pt x="39" y="115"/>
                  <a:pt x="39" y="115"/>
                </a:cubicBezTo>
                <a:cubicBezTo>
                  <a:pt x="38" y="115"/>
                  <a:pt x="37" y="115"/>
                  <a:pt x="36" y="114"/>
                </a:cubicBezTo>
                <a:close/>
                <a:moveTo>
                  <a:pt x="196" y="112"/>
                </a:moveTo>
                <a:cubicBezTo>
                  <a:pt x="196" y="113"/>
                  <a:pt x="197" y="113"/>
                  <a:pt x="197" y="114"/>
                </a:cubicBezTo>
                <a:cubicBezTo>
                  <a:pt x="197" y="114"/>
                  <a:pt x="196" y="115"/>
                  <a:pt x="195" y="115"/>
                </a:cubicBezTo>
                <a:cubicBezTo>
                  <a:pt x="193" y="115"/>
                  <a:pt x="192" y="115"/>
                  <a:pt x="190" y="116"/>
                </a:cubicBezTo>
                <a:cubicBezTo>
                  <a:pt x="189" y="116"/>
                  <a:pt x="187" y="116"/>
                  <a:pt x="186" y="116"/>
                </a:cubicBezTo>
                <a:cubicBezTo>
                  <a:pt x="185" y="116"/>
                  <a:pt x="184" y="116"/>
                  <a:pt x="183" y="116"/>
                </a:cubicBezTo>
                <a:cubicBezTo>
                  <a:pt x="182" y="116"/>
                  <a:pt x="182" y="116"/>
                  <a:pt x="182" y="115"/>
                </a:cubicBezTo>
                <a:cubicBezTo>
                  <a:pt x="182" y="115"/>
                  <a:pt x="183" y="115"/>
                  <a:pt x="184" y="114"/>
                </a:cubicBezTo>
                <a:cubicBezTo>
                  <a:pt x="185" y="114"/>
                  <a:pt x="186" y="114"/>
                  <a:pt x="187" y="113"/>
                </a:cubicBezTo>
                <a:cubicBezTo>
                  <a:pt x="189" y="113"/>
                  <a:pt x="190" y="113"/>
                  <a:pt x="191" y="112"/>
                </a:cubicBezTo>
                <a:cubicBezTo>
                  <a:pt x="193" y="112"/>
                  <a:pt x="193" y="112"/>
                  <a:pt x="194" y="112"/>
                </a:cubicBezTo>
                <a:cubicBezTo>
                  <a:pt x="195" y="112"/>
                  <a:pt x="196" y="112"/>
                  <a:pt x="196" y="112"/>
                </a:cubicBezTo>
                <a:close/>
                <a:moveTo>
                  <a:pt x="172" y="152"/>
                </a:moveTo>
                <a:cubicBezTo>
                  <a:pt x="174" y="153"/>
                  <a:pt x="177" y="154"/>
                  <a:pt x="180" y="157"/>
                </a:cubicBezTo>
                <a:cubicBezTo>
                  <a:pt x="183" y="159"/>
                  <a:pt x="185" y="161"/>
                  <a:pt x="185" y="161"/>
                </a:cubicBezTo>
                <a:cubicBezTo>
                  <a:pt x="185" y="162"/>
                  <a:pt x="184" y="162"/>
                  <a:pt x="184" y="162"/>
                </a:cubicBezTo>
                <a:cubicBezTo>
                  <a:pt x="183" y="162"/>
                  <a:pt x="183" y="162"/>
                  <a:pt x="183" y="162"/>
                </a:cubicBezTo>
                <a:cubicBezTo>
                  <a:pt x="182" y="162"/>
                  <a:pt x="181" y="161"/>
                  <a:pt x="179" y="159"/>
                </a:cubicBezTo>
                <a:cubicBezTo>
                  <a:pt x="177" y="157"/>
                  <a:pt x="175" y="156"/>
                  <a:pt x="173" y="154"/>
                </a:cubicBezTo>
                <a:cubicBezTo>
                  <a:pt x="172" y="155"/>
                  <a:pt x="170" y="155"/>
                  <a:pt x="169" y="155"/>
                </a:cubicBezTo>
                <a:cubicBezTo>
                  <a:pt x="168" y="155"/>
                  <a:pt x="168" y="155"/>
                  <a:pt x="168" y="155"/>
                </a:cubicBezTo>
                <a:cubicBezTo>
                  <a:pt x="168" y="155"/>
                  <a:pt x="168" y="155"/>
                  <a:pt x="167" y="155"/>
                </a:cubicBezTo>
                <a:cubicBezTo>
                  <a:pt x="167" y="155"/>
                  <a:pt x="167" y="154"/>
                  <a:pt x="168" y="154"/>
                </a:cubicBezTo>
                <a:cubicBezTo>
                  <a:pt x="168" y="154"/>
                  <a:pt x="168" y="154"/>
                  <a:pt x="168" y="154"/>
                </a:cubicBezTo>
                <a:cubicBezTo>
                  <a:pt x="168" y="153"/>
                  <a:pt x="166" y="153"/>
                  <a:pt x="163" y="152"/>
                </a:cubicBezTo>
                <a:cubicBezTo>
                  <a:pt x="160" y="151"/>
                  <a:pt x="158" y="151"/>
                  <a:pt x="157" y="150"/>
                </a:cubicBezTo>
                <a:cubicBezTo>
                  <a:pt x="155" y="150"/>
                  <a:pt x="154" y="152"/>
                  <a:pt x="153" y="154"/>
                </a:cubicBezTo>
                <a:cubicBezTo>
                  <a:pt x="152" y="157"/>
                  <a:pt x="151" y="160"/>
                  <a:pt x="150" y="162"/>
                </a:cubicBezTo>
                <a:cubicBezTo>
                  <a:pt x="150" y="164"/>
                  <a:pt x="150" y="167"/>
                  <a:pt x="149" y="168"/>
                </a:cubicBezTo>
                <a:cubicBezTo>
                  <a:pt x="148" y="170"/>
                  <a:pt x="147" y="172"/>
                  <a:pt x="146" y="173"/>
                </a:cubicBezTo>
                <a:cubicBezTo>
                  <a:pt x="144" y="177"/>
                  <a:pt x="144" y="177"/>
                  <a:pt x="144" y="177"/>
                </a:cubicBezTo>
                <a:cubicBezTo>
                  <a:pt x="143" y="178"/>
                  <a:pt x="143" y="179"/>
                  <a:pt x="143" y="181"/>
                </a:cubicBezTo>
                <a:cubicBezTo>
                  <a:pt x="143" y="182"/>
                  <a:pt x="143" y="183"/>
                  <a:pt x="142" y="184"/>
                </a:cubicBezTo>
                <a:cubicBezTo>
                  <a:pt x="142" y="184"/>
                  <a:pt x="141" y="185"/>
                  <a:pt x="140" y="185"/>
                </a:cubicBezTo>
                <a:cubicBezTo>
                  <a:pt x="138" y="185"/>
                  <a:pt x="137" y="183"/>
                  <a:pt x="135" y="180"/>
                </a:cubicBezTo>
                <a:cubicBezTo>
                  <a:pt x="134" y="176"/>
                  <a:pt x="133" y="174"/>
                  <a:pt x="132" y="172"/>
                </a:cubicBezTo>
                <a:cubicBezTo>
                  <a:pt x="130" y="170"/>
                  <a:pt x="128" y="169"/>
                  <a:pt x="126" y="167"/>
                </a:cubicBezTo>
                <a:cubicBezTo>
                  <a:pt x="124" y="165"/>
                  <a:pt x="122" y="163"/>
                  <a:pt x="121" y="161"/>
                </a:cubicBezTo>
                <a:cubicBezTo>
                  <a:pt x="120" y="164"/>
                  <a:pt x="119" y="168"/>
                  <a:pt x="117" y="173"/>
                </a:cubicBezTo>
                <a:cubicBezTo>
                  <a:pt x="115" y="177"/>
                  <a:pt x="114" y="182"/>
                  <a:pt x="112" y="187"/>
                </a:cubicBezTo>
                <a:cubicBezTo>
                  <a:pt x="111" y="192"/>
                  <a:pt x="109" y="196"/>
                  <a:pt x="108" y="200"/>
                </a:cubicBezTo>
                <a:cubicBezTo>
                  <a:pt x="107" y="203"/>
                  <a:pt x="106" y="205"/>
                  <a:pt x="106" y="205"/>
                </a:cubicBezTo>
                <a:cubicBezTo>
                  <a:pt x="105" y="205"/>
                  <a:pt x="104" y="204"/>
                  <a:pt x="104" y="203"/>
                </a:cubicBezTo>
                <a:cubicBezTo>
                  <a:pt x="104" y="204"/>
                  <a:pt x="104" y="204"/>
                  <a:pt x="104" y="204"/>
                </a:cubicBezTo>
                <a:cubicBezTo>
                  <a:pt x="105" y="204"/>
                  <a:pt x="105" y="202"/>
                  <a:pt x="106" y="199"/>
                </a:cubicBezTo>
                <a:cubicBezTo>
                  <a:pt x="107" y="197"/>
                  <a:pt x="109" y="193"/>
                  <a:pt x="110" y="189"/>
                </a:cubicBezTo>
                <a:cubicBezTo>
                  <a:pt x="111" y="185"/>
                  <a:pt x="113" y="180"/>
                  <a:pt x="114" y="175"/>
                </a:cubicBezTo>
                <a:cubicBezTo>
                  <a:pt x="119" y="160"/>
                  <a:pt x="119" y="160"/>
                  <a:pt x="119" y="160"/>
                </a:cubicBezTo>
                <a:cubicBezTo>
                  <a:pt x="117" y="159"/>
                  <a:pt x="115" y="158"/>
                  <a:pt x="113" y="158"/>
                </a:cubicBezTo>
                <a:cubicBezTo>
                  <a:pt x="109" y="159"/>
                  <a:pt x="105" y="161"/>
                  <a:pt x="102" y="163"/>
                </a:cubicBezTo>
                <a:cubicBezTo>
                  <a:pt x="98" y="165"/>
                  <a:pt x="96" y="168"/>
                  <a:pt x="93" y="170"/>
                </a:cubicBezTo>
                <a:cubicBezTo>
                  <a:pt x="91" y="173"/>
                  <a:pt x="89" y="175"/>
                  <a:pt x="87" y="178"/>
                </a:cubicBezTo>
                <a:cubicBezTo>
                  <a:pt x="85" y="180"/>
                  <a:pt x="83" y="182"/>
                  <a:pt x="81" y="183"/>
                </a:cubicBezTo>
                <a:cubicBezTo>
                  <a:pt x="80" y="183"/>
                  <a:pt x="80" y="183"/>
                  <a:pt x="80" y="183"/>
                </a:cubicBezTo>
                <a:cubicBezTo>
                  <a:pt x="80" y="182"/>
                  <a:pt x="81" y="181"/>
                  <a:pt x="83" y="179"/>
                </a:cubicBezTo>
                <a:cubicBezTo>
                  <a:pt x="84" y="178"/>
                  <a:pt x="86" y="176"/>
                  <a:pt x="87" y="176"/>
                </a:cubicBezTo>
                <a:cubicBezTo>
                  <a:pt x="86" y="174"/>
                  <a:pt x="86" y="174"/>
                  <a:pt x="85" y="174"/>
                </a:cubicBezTo>
                <a:cubicBezTo>
                  <a:pt x="84" y="174"/>
                  <a:pt x="83" y="173"/>
                  <a:pt x="83" y="170"/>
                </a:cubicBezTo>
                <a:cubicBezTo>
                  <a:pt x="83" y="170"/>
                  <a:pt x="84" y="169"/>
                  <a:pt x="86" y="168"/>
                </a:cubicBezTo>
                <a:cubicBezTo>
                  <a:pt x="87" y="168"/>
                  <a:pt x="89" y="167"/>
                  <a:pt x="91" y="166"/>
                </a:cubicBezTo>
                <a:cubicBezTo>
                  <a:pt x="93" y="165"/>
                  <a:pt x="94" y="164"/>
                  <a:pt x="96" y="163"/>
                </a:cubicBezTo>
                <a:cubicBezTo>
                  <a:pt x="98" y="162"/>
                  <a:pt x="98" y="161"/>
                  <a:pt x="98" y="161"/>
                </a:cubicBezTo>
                <a:cubicBezTo>
                  <a:pt x="98" y="158"/>
                  <a:pt x="97" y="157"/>
                  <a:pt x="94" y="157"/>
                </a:cubicBezTo>
                <a:cubicBezTo>
                  <a:pt x="94" y="157"/>
                  <a:pt x="94" y="157"/>
                  <a:pt x="93" y="158"/>
                </a:cubicBezTo>
                <a:cubicBezTo>
                  <a:pt x="90" y="161"/>
                  <a:pt x="87" y="164"/>
                  <a:pt x="84" y="167"/>
                </a:cubicBezTo>
                <a:cubicBezTo>
                  <a:pt x="82" y="169"/>
                  <a:pt x="80" y="171"/>
                  <a:pt x="78" y="173"/>
                </a:cubicBezTo>
                <a:cubicBezTo>
                  <a:pt x="76" y="174"/>
                  <a:pt x="74" y="175"/>
                  <a:pt x="74" y="175"/>
                </a:cubicBezTo>
                <a:cubicBezTo>
                  <a:pt x="73" y="175"/>
                  <a:pt x="73" y="175"/>
                  <a:pt x="73" y="174"/>
                </a:cubicBezTo>
                <a:cubicBezTo>
                  <a:pt x="73" y="174"/>
                  <a:pt x="73" y="173"/>
                  <a:pt x="73" y="173"/>
                </a:cubicBezTo>
                <a:cubicBezTo>
                  <a:pt x="73" y="172"/>
                  <a:pt x="73" y="172"/>
                  <a:pt x="73" y="172"/>
                </a:cubicBezTo>
                <a:cubicBezTo>
                  <a:pt x="76" y="172"/>
                  <a:pt x="78" y="170"/>
                  <a:pt x="80" y="167"/>
                </a:cubicBezTo>
                <a:cubicBezTo>
                  <a:pt x="83" y="165"/>
                  <a:pt x="85" y="162"/>
                  <a:pt x="87" y="159"/>
                </a:cubicBezTo>
                <a:cubicBezTo>
                  <a:pt x="90" y="156"/>
                  <a:pt x="91" y="153"/>
                  <a:pt x="93" y="150"/>
                </a:cubicBezTo>
                <a:cubicBezTo>
                  <a:pt x="95" y="148"/>
                  <a:pt x="96" y="147"/>
                  <a:pt x="96" y="147"/>
                </a:cubicBezTo>
                <a:cubicBezTo>
                  <a:pt x="97" y="147"/>
                  <a:pt x="97" y="147"/>
                  <a:pt x="97" y="147"/>
                </a:cubicBezTo>
                <a:cubicBezTo>
                  <a:pt x="97" y="148"/>
                  <a:pt x="97" y="148"/>
                  <a:pt x="97" y="148"/>
                </a:cubicBezTo>
                <a:cubicBezTo>
                  <a:pt x="97" y="148"/>
                  <a:pt x="97" y="148"/>
                  <a:pt x="97" y="147"/>
                </a:cubicBezTo>
                <a:cubicBezTo>
                  <a:pt x="97" y="147"/>
                  <a:pt x="98" y="147"/>
                  <a:pt x="98" y="147"/>
                </a:cubicBezTo>
                <a:cubicBezTo>
                  <a:pt x="99" y="142"/>
                  <a:pt x="99" y="142"/>
                  <a:pt x="99" y="142"/>
                </a:cubicBezTo>
                <a:cubicBezTo>
                  <a:pt x="99" y="139"/>
                  <a:pt x="98" y="137"/>
                  <a:pt x="95" y="135"/>
                </a:cubicBezTo>
                <a:cubicBezTo>
                  <a:pt x="95" y="135"/>
                  <a:pt x="94" y="135"/>
                  <a:pt x="93" y="135"/>
                </a:cubicBezTo>
                <a:cubicBezTo>
                  <a:pt x="91" y="135"/>
                  <a:pt x="89" y="134"/>
                  <a:pt x="87" y="132"/>
                </a:cubicBezTo>
                <a:cubicBezTo>
                  <a:pt x="86" y="130"/>
                  <a:pt x="84" y="130"/>
                  <a:pt x="81" y="130"/>
                </a:cubicBezTo>
                <a:cubicBezTo>
                  <a:pt x="80" y="130"/>
                  <a:pt x="79" y="130"/>
                  <a:pt x="79" y="130"/>
                </a:cubicBezTo>
                <a:cubicBezTo>
                  <a:pt x="78" y="130"/>
                  <a:pt x="77" y="130"/>
                  <a:pt x="77" y="130"/>
                </a:cubicBezTo>
                <a:cubicBezTo>
                  <a:pt x="76" y="130"/>
                  <a:pt x="75" y="130"/>
                  <a:pt x="75" y="129"/>
                </a:cubicBezTo>
                <a:cubicBezTo>
                  <a:pt x="75" y="128"/>
                  <a:pt x="75" y="128"/>
                  <a:pt x="76" y="128"/>
                </a:cubicBezTo>
                <a:cubicBezTo>
                  <a:pt x="77" y="127"/>
                  <a:pt x="77" y="127"/>
                  <a:pt x="78" y="127"/>
                </a:cubicBezTo>
                <a:cubicBezTo>
                  <a:pt x="81" y="127"/>
                  <a:pt x="83" y="127"/>
                  <a:pt x="86" y="128"/>
                </a:cubicBezTo>
                <a:cubicBezTo>
                  <a:pt x="88" y="128"/>
                  <a:pt x="90" y="128"/>
                  <a:pt x="93" y="128"/>
                </a:cubicBezTo>
                <a:cubicBezTo>
                  <a:pt x="93" y="126"/>
                  <a:pt x="93" y="124"/>
                  <a:pt x="92" y="122"/>
                </a:cubicBezTo>
                <a:cubicBezTo>
                  <a:pt x="91" y="120"/>
                  <a:pt x="91" y="118"/>
                  <a:pt x="91" y="116"/>
                </a:cubicBezTo>
                <a:cubicBezTo>
                  <a:pt x="91" y="115"/>
                  <a:pt x="91" y="114"/>
                  <a:pt x="92" y="114"/>
                </a:cubicBezTo>
                <a:cubicBezTo>
                  <a:pt x="93" y="114"/>
                  <a:pt x="93" y="114"/>
                  <a:pt x="94" y="115"/>
                </a:cubicBezTo>
                <a:cubicBezTo>
                  <a:pt x="94" y="115"/>
                  <a:pt x="94" y="116"/>
                  <a:pt x="95" y="116"/>
                </a:cubicBezTo>
                <a:cubicBezTo>
                  <a:pt x="95" y="115"/>
                  <a:pt x="95" y="115"/>
                  <a:pt x="95" y="115"/>
                </a:cubicBezTo>
                <a:cubicBezTo>
                  <a:pt x="96" y="115"/>
                  <a:pt x="96" y="115"/>
                  <a:pt x="96" y="115"/>
                </a:cubicBezTo>
                <a:cubicBezTo>
                  <a:pt x="96" y="114"/>
                  <a:pt x="95" y="114"/>
                  <a:pt x="94" y="114"/>
                </a:cubicBezTo>
                <a:cubicBezTo>
                  <a:pt x="93" y="113"/>
                  <a:pt x="92" y="113"/>
                  <a:pt x="91" y="113"/>
                </a:cubicBezTo>
                <a:cubicBezTo>
                  <a:pt x="91" y="114"/>
                  <a:pt x="91" y="114"/>
                  <a:pt x="91" y="114"/>
                </a:cubicBezTo>
                <a:cubicBezTo>
                  <a:pt x="88" y="109"/>
                  <a:pt x="88" y="109"/>
                  <a:pt x="88" y="109"/>
                </a:cubicBezTo>
                <a:cubicBezTo>
                  <a:pt x="87" y="108"/>
                  <a:pt x="84" y="106"/>
                  <a:pt x="81" y="104"/>
                </a:cubicBezTo>
                <a:cubicBezTo>
                  <a:pt x="78" y="102"/>
                  <a:pt x="74" y="99"/>
                  <a:pt x="70" y="96"/>
                </a:cubicBezTo>
                <a:cubicBezTo>
                  <a:pt x="65" y="93"/>
                  <a:pt x="60" y="90"/>
                  <a:pt x="55" y="86"/>
                </a:cubicBezTo>
                <a:cubicBezTo>
                  <a:pt x="40" y="75"/>
                  <a:pt x="40" y="75"/>
                  <a:pt x="40" y="75"/>
                </a:cubicBezTo>
                <a:cubicBezTo>
                  <a:pt x="28" y="67"/>
                  <a:pt x="14" y="58"/>
                  <a:pt x="0" y="48"/>
                </a:cubicBezTo>
                <a:cubicBezTo>
                  <a:pt x="0" y="47"/>
                  <a:pt x="0" y="47"/>
                  <a:pt x="1" y="47"/>
                </a:cubicBezTo>
                <a:cubicBezTo>
                  <a:pt x="2" y="47"/>
                  <a:pt x="2" y="47"/>
                  <a:pt x="3" y="48"/>
                </a:cubicBezTo>
                <a:cubicBezTo>
                  <a:pt x="3" y="49"/>
                  <a:pt x="4" y="50"/>
                  <a:pt x="7" y="52"/>
                </a:cubicBezTo>
                <a:cubicBezTo>
                  <a:pt x="9" y="53"/>
                  <a:pt x="12" y="55"/>
                  <a:pt x="18" y="59"/>
                </a:cubicBezTo>
                <a:cubicBezTo>
                  <a:pt x="23" y="62"/>
                  <a:pt x="29" y="67"/>
                  <a:pt x="36" y="72"/>
                </a:cubicBezTo>
                <a:cubicBezTo>
                  <a:pt x="43" y="77"/>
                  <a:pt x="51" y="82"/>
                  <a:pt x="58" y="87"/>
                </a:cubicBezTo>
                <a:cubicBezTo>
                  <a:pt x="78" y="100"/>
                  <a:pt x="78" y="100"/>
                  <a:pt x="78" y="100"/>
                </a:cubicBezTo>
                <a:cubicBezTo>
                  <a:pt x="78" y="100"/>
                  <a:pt x="78" y="100"/>
                  <a:pt x="79" y="100"/>
                </a:cubicBezTo>
                <a:cubicBezTo>
                  <a:pt x="80" y="100"/>
                  <a:pt x="81" y="100"/>
                  <a:pt x="81" y="101"/>
                </a:cubicBezTo>
                <a:cubicBezTo>
                  <a:pt x="82" y="101"/>
                  <a:pt x="82" y="101"/>
                  <a:pt x="83" y="102"/>
                </a:cubicBezTo>
                <a:cubicBezTo>
                  <a:pt x="83" y="101"/>
                  <a:pt x="84" y="101"/>
                  <a:pt x="84" y="101"/>
                </a:cubicBezTo>
                <a:cubicBezTo>
                  <a:pt x="85" y="101"/>
                  <a:pt x="85" y="101"/>
                  <a:pt x="86" y="102"/>
                </a:cubicBezTo>
                <a:cubicBezTo>
                  <a:pt x="87" y="103"/>
                  <a:pt x="87" y="103"/>
                  <a:pt x="87" y="103"/>
                </a:cubicBezTo>
                <a:cubicBezTo>
                  <a:pt x="85" y="103"/>
                  <a:pt x="85" y="103"/>
                  <a:pt x="85" y="103"/>
                </a:cubicBezTo>
                <a:cubicBezTo>
                  <a:pt x="84" y="103"/>
                  <a:pt x="84" y="103"/>
                  <a:pt x="84" y="103"/>
                </a:cubicBezTo>
                <a:cubicBezTo>
                  <a:pt x="84" y="103"/>
                  <a:pt x="86" y="104"/>
                  <a:pt x="88" y="104"/>
                </a:cubicBezTo>
                <a:cubicBezTo>
                  <a:pt x="91" y="105"/>
                  <a:pt x="93" y="105"/>
                  <a:pt x="96" y="105"/>
                </a:cubicBezTo>
                <a:cubicBezTo>
                  <a:pt x="98" y="105"/>
                  <a:pt x="100" y="104"/>
                  <a:pt x="101" y="103"/>
                </a:cubicBezTo>
                <a:cubicBezTo>
                  <a:pt x="100" y="102"/>
                  <a:pt x="98" y="101"/>
                  <a:pt x="97" y="100"/>
                </a:cubicBezTo>
                <a:cubicBezTo>
                  <a:pt x="95" y="99"/>
                  <a:pt x="94" y="98"/>
                  <a:pt x="94" y="97"/>
                </a:cubicBezTo>
                <a:cubicBezTo>
                  <a:pt x="94" y="97"/>
                  <a:pt x="94" y="96"/>
                  <a:pt x="94" y="96"/>
                </a:cubicBezTo>
                <a:cubicBezTo>
                  <a:pt x="97" y="96"/>
                  <a:pt x="98" y="97"/>
                  <a:pt x="99" y="99"/>
                </a:cubicBezTo>
                <a:cubicBezTo>
                  <a:pt x="101" y="101"/>
                  <a:pt x="103" y="102"/>
                  <a:pt x="105" y="102"/>
                </a:cubicBezTo>
                <a:cubicBezTo>
                  <a:pt x="105" y="102"/>
                  <a:pt x="106" y="101"/>
                  <a:pt x="108" y="99"/>
                </a:cubicBezTo>
                <a:cubicBezTo>
                  <a:pt x="110" y="97"/>
                  <a:pt x="111" y="95"/>
                  <a:pt x="111" y="94"/>
                </a:cubicBezTo>
                <a:cubicBezTo>
                  <a:pt x="111" y="91"/>
                  <a:pt x="110" y="89"/>
                  <a:pt x="108" y="88"/>
                </a:cubicBezTo>
                <a:cubicBezTo>
                  <a:pt x="106" y="87"/>
                  <a:pt x="106" y="85"/>
                  <a:pt x="106" y="83"/>
                </a:cubicBezTo>
                <a:cubicBezTo>
                  <a:pt x="107" y="85"/>
                  <a:pt x="108" y="86"/>
                  <a:pt x="109" y="88"/>
                </a:cubicBezTo>
                <a:cubicBezTo>
                  <a:pt x="110" y="90"/>
                  <a:pt x="111" y="91"/>
                  <a:pt x="113" y="93"/>
                </a:cubicBezTo>
                <a:cubicBezTo>
                  <a:pt x="113" y="92"/>
                  <a:pt x="113" y="92"/>
                  <a:pt x="113" y="92"/>
                </a:cubicBezTo>
                <a:cubicBezTo>
                  <a:pt x="113" y="91"/>
                  <a:pt x="113" y="91"/>
                  <a:pt x="114" y="91"/>
                </a:cubicBezTo>
                <a:cubicBezTo>
                  <a:pt x="114" y="91"/>
                  <a:pt x="115" y="92"/>
                  <a:pt x="116" y="93"/>
                </a:cubicBezTo>
                <a:cubicBezTo>
                  <a:pt x="115" y="93"/>
                  <a:pt x="115" y="93"/>
                  <a:pt x="114" y="93"/>
                </a:cubicBezTo>
                <a:cubicBezTo>
                  <a:pt x="114" y="93"/>
                  <a:pt x="113" y="93"/>
                  <a:pt x="113" y="93"/>
                </a:cubicBezTo>
                <a:cubicBezTo>
                  <a:pt x="113" y="94"/>
                  <a:pt x="114" y="95"/>
                  <a:pt x="115" y="96"/>
                </a:cubicBezTo>
                <a:cubicBezTo>
                  <a:pt x="116" y="96"/>
                  <a:pt x="117" y="97"/>
                  <a:pt x="118" y="97"/>
                </a:cubicBezTo>
                <a:cubicBezTo>
                  <a:pt x="118" y="97"/>
                  <a:pt x="119" y="96"/>
                  <a:pt x="120" y="95"/>
                </a:cubicBezTo>
                <a:cubicBezTo>
                  <a:pt x="122" y="94"/>
                  <a:pt x="123" y="94"/>
                  <a:pt x="124" y="94"/>
                </a:cubicBezTo>
                <a:cubicBezTo>
                  <a:pt x="124" y="94"/>
                  <a:pt x="125" y="94"/>
                  <a:pt x="125" y="95"/>
                </a:cubicBezTo>
                <a:cubicBezTo>
                  <a:pt x="125" y="95"/>
                  <a:pt x="125" y="95"/>
                  <a:pt x="125" y="95"/>
                </a:cubicBezTo>
                <a:cubicBezTo>
                  <a:pt x="124" y="95"/>
                  <a:pt x="124" y="95"/>
                  <a:pt x="124" y="96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5" y="96"/>
                  <a:pt x="126" y="95"/>
                  <a:pt x="126" y="94"/>
                </a:cubicBezTo>
                <a:cubicBezTo>
                  <a:pt x="125" y="91"/>
                  <a:pt x="125" y="88"/>
                  <a:pt x="124" y="85"/>
                </a:cubicBezTo>
                <a:cubicBezTo>
                  <a:pt x="123" y="82"/>
                  <a:pt x="122" y="79"/>
                  <a:pt x="121" y="76"/>
                </a:cubicBezTo>
                <a:cubicBezTo>
                  <a:pt x="120" y="73"/>
                  <a:pt x="119" y="71"/>
                  <a:pt x="118" y="68"/>
                </a:cubicBezTo>
                <a:cubicBezTo>
                  <a:pt x="117" y="66"/>
                  <a:pt x="117" y="64"/>
                  <a:pt x="117" y="62"/>
                </a:cubicBezTo>
                <a:cubicBezTo>
                  <a:pt x="117" y="61"/>
                  <a:pt x="117" y="61"/>
                  <a:pt x="118" y="61"/>
                </a:cubicBezTo>
                <a:cubicBezTo>
                  <a:pt x="122" y="74"/>
                  <a:pt x="122" y="74"/>
                  <a:pt x="122" y="74"/>
                </a:cubicBezTo>
                <a:cubicBezTo>
                  <a:pt x="123" y="78"/>
                  <a:pt x="124" y="81"/>
                  <a:pt x="125" y="85"/>
                </a:cubicBezTo>
                <a:cubicBezTo>
                  <a:pt x="126" y="88"/>
                  <a:pt x="127" y="91"/>
                  <a:pt x="127" y="92"/>
                </a:cubicBezTo>
                <a:cubicBezTo>
                  <a:pt x="131" y="97"/>
                  <a:pt x="131" y="97"/>
                  <a:pt x="131" y="97"/>
                </a:cubicBezTo>
                <a:cubicBezTo>
                  <a:pt x="131" y="97"/>
                  <a:pt x="131" y="97"/>
                  <a:pt x="131" y="97"/>
                </a:cubicBezTo>
                <a:cubicBezTo>
                  <a:pt x="130" y="97"/>
                  <a:pt x="130" y="97"/>
                  <a:pt x="129" y="97"/>
                </a:cubicBezTo>
                <a:cubicBezTo>
                  <a:pt x="129" y="96"/>
                  <a:pt x="128" y="96"/>
                  <a:pt x="128" y="96"/>
                </a:cubicBezTo>
                <a:cubicBezTo>
                  <a:pt x="127" y="96"/>
                  <a:pt x="127" y="96"/>
                  <a:pt x="127" y="96"/>
                </a:cubicBezTo>
                <a:cubicBezTo>
                  <a:pt x="127" y="97"/>
                  <a:pt x="129" y="97"/>
                  <a:pt x="131" y="98"/>
                </a:cubicBezTo>
                <a:cubicBezTo>
                  <a:pt x="134" y="99"/>
                  <a:pt x="136" y="100"/>
                  <a:pt x="139" y="100"/>
                </a:cubicBezTo>
                <a:cubicBezTo>
                  <a:pt x="141" y="100"/>
                  <a:pt x="143" y="99"/>
                  <a:pt x="144" y="97"/>
                </a:cubicBezTo>
                <a:cubicBezTo>
                  <a:pt x="145" y="95"/>
                  <a:pt x="146" y="92"/>
                  <a:pt x="147" y="90"/>
                </a:cubicBezTo>
                <a:cubicBezTo>
                  <a:pt x="149" y="82"/>
                  <a:pt x="149" y="82"/>
                  <a:pt x="149" y="82"/>
                </a:cubicBezTo>
                <a:cubicBezTo>
                  <a:pt x="149" y="80"/>
                  <a:pt x="150" y="79"/>
                  <a:pt x="151" y="79"/>
                </a:cubicBezTo>
                <a:cubicBezTo>
                  <a:pt x="152" y="79"/>
                  <a:pt x="152" y="80"/>
                  <a:pt x="152" y="80"/>
                </a:cubicBezTo>
                <a:cubicBezTo>
                  <a:pt x="152" y="82"/>
                  <a:pt x="151" y="83"/>
                  <a:pt x="151" y="83"/>
                </a:cubicBezTo>
                <a:cubicBezTo>
                  <a:pt x="150" y="84"/>
                  <a:pt x="149" y="85"/>
                  <a:pt x="149" y="86"/>
                </a:cubicBezTo>
                <a:cubicBezTo>
                  <a:pt x="149" y="86"/>
                  <a:pt x="149" y="87"/>
                  <a:pt x="150" y="87"/>
                </a:cubicBezTo>
                <a:cubicBezTo>
                  <a:pt x="150" y="87"/>
                  <a:pt x="150" y="88"/>
                  <a:pt x="150" y="88"/>
                </a:cubicBezTo>
                <a:cubicBezTo>
                  <a:pt x="150" y="88"/>
                  <a:pt x="149" y="90"/>
                  <a:pt x="148" y="92"/>
                </a:cubicBezTo>
                <a:cubicBezTo>
                  <a:pt x="147" y="94"/>
                  <a:pt x="147" y="96"/>
                  <a:pt x="147" y="97"/>
                </a:cubicBezTo>
                <a:cubicBezTo>
                  <a:pt x="147" y="99"/>
                  <a:pt x="148" y="101"/>
                  <a:pt x="149" y="102"/>
                </a:cubicBezTo>
                <a:cubicBezTo>
                  <a:pt x="151" y="103"/>
                  <a:pt x="153" y="103"/>
                  <a:pt x="154" y="104"/>
                </a:cubicBezTo>
                <a:cubicBezTo>
                  <a:pt x="159" y="102"/>
                  <a:pt x="159" y="102"/>
                  <a:pt x="159" y="102"/>
                </a:cubicBezTo>
                <a:cubicBezTo>
                  <a:pt x="160" y="100"/>
                  <a:pt x="162" y="96"/>
                  <a:pt x="166" y="91"/>
                </a:cubicBezTo>
                <a:cubicBezTo>
                  <a:pt x="170" y="85"/>
                  <a:pt x="175" y="79"/>
                  <a:pt x="180" y="71"/>
                </a:cubicBezTo>
                <a:cubicBezTo>
                  <a:pt x="186" y="63"/>
                  <a:pt x="192" y="55"/>
                  <a:pt x="198" y="47"/>
                </a:cubicBezTo>
                <a:cubicBezTo>
                  <a:pt x="204" y="39"/>
                  <a:pt x="209" y="31"/>
                  <a:pt x="214" y="24"/>
                </a:cubicBezTo>
                <a:cubicBezTo>
                  <a:pt x="219" y="17"/>
                  <a:pt x="224" y="12"/>
                  <a:pt x="227" y="7"/>
                </a:cubicBezTo>
                <a:cubicBezTo>
                  <a:pt x="230" y="2"/>
                  <a:pt x="231" y="0"/>
                  <a:pt x="231" y="0"/>
                </a:cubicBezTo>
                <a:cubicBezTo>
                  <a:pt x="232" y="0"/>
                  <a:pt x="233" y="1"/>
                  <a:pt x="233" y="1"/>
                </a:cubicBezTo>
                <a:cubicBezTo>
                  <a:pt x="232" y="4"/>
                  <a:pt x="232" y="6"/>
                  <a:pt x="231" y="7"/>
                </a:cubicBezTo>
                <a:cubicBezTo>
                  <a:pt x="230" y="7"/>
                  <a:pt x="229" y="9"/>
                  <a:pt x="227" y="11"/>
                </a:cubicBezTo>
                <a:cubicBezTo>
                  <a:pt x="226" y="13"/>
                  <a:pt x="224" y="16"/>
                  <a:pt x="221" y="20"/>
                </a:cubicBezTo>
                <a:cubicBezTo>
                  <a:pt x="218" y="25"/>
                  <a:pt x="214" y="30"/>
                  <a:pt x="209" y="36"/>
                </a:cubicBezTo>
                <a:cubicBezTo>
                  <a:pt x="205" y="43"/>
                  <a:pt x="200" y="49"/>
                  <a:pt x="195" y="57"/>
                </a:cubicBezTo>
                <a:cubicBezTo>
                  <a:pt x="180" y="77"/>
                  <a:pt x="180" y="77"/>
                  <a:pt x="180" y="77"/>
                </a:cubicBezTo>
                <a:cubicBezTo>
                  <a:pt x="175" y="84"/>
                  <a:pt x="171" y="90"/>
                  <a:pt x="167" y="95"/>
                </a:cubicBezTo>
                <a:cubicBezTo>
                  <a:pt x="164" y="100"/>
                  <a:pt x="161" y="104"/>
                  <a:pt x="160" y="106"/>
                </a:cubicBezTo>
                <a:cubicBezTo>
                  <a:pt x="160" y="107"/>
                  <a:pt x="161" y="108"/>
                  <a:pt x="161" y="108"/>
                </a:cubicBezTo>
                <a:cubicBezTo>
                  <a:pt x="162" y="109"/>
                  <a:pt x="163" y="109"/>
                  <a:pt x="163" y="110"/>
                </a:cubicBezTo>
                <a:cubicBezTo>
                  <a:pt x="166" y="111"/>
                  <a:pt x="166" y="111"/>
                  <a:pt x="166" y="111"/>
                </a:cubicBezTo>
                <a:cubicBezTo>
                  <a:pt x="166" y="112"/>
                  <a:pt x="165" y="112"/>
                  <a:pt x="165" y="112"/>
                </a:cubicBezTo>
                <a:cubicBezTo>
                  <a:pt x="165" y="113"/>
                  <a:pt x="164" y="113"/>
                  <a:pt x="164" y="113"/>
                </a:cubicBezTo>
                <a:cubicBezTo>
                  <a:pt x="165" y="115"/>
                  <a:pt x="166" y="118"/>
                  <a:pt x="167" y="121"/>
                </a:cubicBezTo>
                <a:cubicBezTo>
                  <a:pt x="167" y="125"/>
                  <a:pt x="168" y="127"/>
                  <a:pt x="168" y="128"/>
                </a:cubicBezTo>
                <a:cubicBezTo>
                  <a:pt x="168" y="130"/>
                  <a:pt x="167" y="131"/>
                  <a:pt x="167" y="132"/>
                </a:cubicBezTo>
                <a:cubicBezTo>
                  <a:pt x="166" y="134"/>
                  <a:pt x="166" y="134"/>
                  <a:pt x="166" y="135"/>
                </a:cubicBezTo>
                <a:cubicBezTo>
                  <a:pt x="166" y="135"/>
                  <a:pt x="166" y="135"/>
                  <a:pt x="166" y="135"/>
                </a:cubicBezTo>
                <a:cubicBezTo>
                  <a:pt x="166" y="135"/>
                  <a:pt x="167" y="135"/>
                  <a:pt x="169" y="134"/>
                </a:cubicBezTo>
                <a:cubicBezTo>
                  <a:pt x="170" y="133"/>
                  <a:pt x="171" y="132"/>
                  <a:pt x="173" y="131"/>
                </a:cubicBezTo>
                <a:cubicBezTo>
                  <a:pt x="177" y="127"/>
                  <a:pt x="177" y="127"/>
                  <a:pt x="177" y="127"/>
                </a:cubicBezTo>
                <a:cubicBezTo>
                  <a:pt x="179" y="126"/>
                  <a:pt x="180" y="125"/>
                  <a:pt x="180" y="125"/>
                </a:cubicBezTo>
                <a:cubicBezTo>
                  <a:pt x="180" y="125"/>
                  <a:pt x="179" y="126"/>
                  <a:pt x="178" y="126"/>
                </a:cubicBezTo>
                <a:cubicBezTo>
                  <a:pt x="177" y="127"/>
                  <a:pt x="177" y="128"/>
                  <a:pt x="177" y="129"/>
                </a:cubicBezTo>
                <a:cubicBezTo>
                  <a:pt x="177" y="130"/>
                  <a:pt x="177" y="130"/>
                  <a:pt x="177" y="130"/>
                </a:cubicBezTo>
                <a:cubicBezTo>
                  <a:pt x="175" y="131"/>
                  <a:pt x="173" y="132"/>
                  <a:pt x="170" y="134"/>
                </a:cubicBezTo>
                <a:cubicBezTo>
                  <a:pt x="167" y="136"/>
                  <a:pt x="165" y="138"/>
                  <a:pt x="165" y="141"/>
                </a:cubicBezTo>
                <a:cubicBezTo>
                  <a:pt x="165" y="141"/>
                  <a:pt x="165" y="141"/>
                  <a:pt x="166" y="142"/>
                </a:cubicBezTo>
                <a:cubicBezTo>
                  <a:pt x="164" y="142"/>
                  <a:pt x="163" y="142"/>
                  <a:pt x="163" y="143"/>
                </a:cubicBezTo>
                <a:cubicBezTo>
                  <a:pt x="163" y="143"/>
                  <a:pt x="164" y="145"/>
                  <a:pt x="166" y="146"/>
                </a:cubicBezTo>
                <a:cubicBezTo>
                  <a:pt x="169" y="148"/>
                  <a:pt x="170" y="150"/>
                  <a:pt x="172" y="152"/>
                </a:cubicBezTo>
                <a:close/>
                <a:moveTo>
                  <a:pt x="144" y="187"/>
                </a:moveTo>
                <a:cubicBezTo>
                  <a:pt x="144" y="186"/>
                  <a:pt x="144" y="186"/>
                  <a:pt x="145" y="186"/>
                </a:cubicBezTo>
                <a:cubicBezTo>
                  <a:pt x="147" y="186"/>
                  <a:pt x="147" y="187"/>
                  <a:pt x="147" y="189"/>
                </a:cubicBezTo>
                <a:cubicBezTo>
                  <a:pt x="147" y="191"/>
                  <a:pt x="146" y="192"/>
                  <a:pt x="144" y="192"/>
                </a:cubicBezTo>
                <a:cubicBezTo>
                  <a:pt x="143" y="192"/>
                  <a:pt x="142" y="191"/>
                  <a:pt x="142" y="189"/>
                </a:cubicBezTo>
                <a:cubicBezTo>
                  <a:pt x="142" y="189"/>
                  <a:pt x="143" y="188"/>
                  <a:pt x="144" y="187"/>
                </a:cubicBezTo>
                <a:close/>
                <a:moveTo>
                  <a:pt x="153" y="199"/>
                </a:moveTo>
                <a:cubicBezTo>
                  <a:pt x="153" y="198"/>
                  <a:pt x="154" y="198"/>
                  <a:pt x="155" y="198"/>
                </a:cubicBezTo>
                <a:cubicBezTo>
                  <a:pt x="155" y="201"/>
                  <a:pt x="155" y="201"/>
                  <a:pt x="155" y="201"/>
                </a:cubicBezTo>
                <a:cubicBezTo>
                  <a:pt x="154" y="201"/>
                  <a:pt x="154" y="201"/>
                  <a:pt x="154" y="201"/>
                </a:cubicBezTo>
                <a:cubicBezTo>
                  <a:pt x="154" y="201"/>
                  <a:pt x="153" y="200"/>
                  <a:pt x="153" y="199"/>
                </a:cubicBezTo>
                <a:close/>
                <a:moveTo>
                  <a:pt x="52" y="116"/>
                </a:moveTo>
                <a:cubicBezTo>
                  <a:pt x="52" y="116"/>
                  <a:pt x="53" y="117"/>
                  <a:pt x="53" y="117"/>
                </a:cubicBezTo>
                <a:cubicBezTo>
                  <a:pt x="52" y="117"/>
                  <a:pt x="52" y="117"/>
                  <a:pt x="52" y="117"/>
                </a:cubicBezTo>
                <a:cubicBezTo>
                  <a:pt x="51" y="117"/>
                  <a:pt x="50" y="117"/>
                  <a:pt x="49" y="117"/>
                </a:cubicBezTo>
                <a:cubicBezTo>
                  <a:pt x="48" y="117"/>
                  <a:pt x="47" y="116"/>
                  <a:pt x="46" y="116"/>
                </a:cubicBezTo>
                <a:cubicBezTo>
                  <a:pt x="48" y="116"/>
                  <a:pt x="50" y="116"/>
                  <a:pt x="52" y="11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43548" tIns="21773" rIns="43548" bIns="21773" anchor="t"/>
          <a:lstStyle/>
          <a:p>
            <a:endParaRPr sz="855"/>
          </a:p>
        </p:txBody>
      </p:sp>
      <p:sp>
        <p:nvSpPr>
          <p:cNvPr id="8" name="Freeform 77"/>
          <p:cNvSpPr>
            <a:spLocks noGrp="1"/>
          </p:cNvSpPr>
          <p:nvPr/>
        </p:nvSpPr>
        <p:spPr>
          <a:xfrm>
            <a:off x="939115" y="4206662"/>
            <a:ext cx="805362" cy="1155281"/>
          </a:xfrm>
          <a:custGeom>
            <a:avLst/>
            <a:gdLst>
              <a:gd name="T0" fmla="*/ 29 w 100"/>
              <a:gd name="T1" fmla="*/ 129 h 143"/>
              <a:gd name="T2" fmla="*/ 28 w 100"/>
              <a:gd name="T3" fmla="*/ 131 h 143"/>
              <a:gd name="T4" fmla="*/ 92 w 100"/>
              <a:gd name="T5" fmla="*/ 67 h 143"/>
              <a:gd name="T6" fmla="*/ 99 w 100"/>
              <a:gd name="T7" fmla="*/ 74 h 143"/>
              <a:gd name="T8" fmla="*/ 95 w 100"/>
              <a:gd name="T9" fmla="*/ 86 h 143"/>
              <a:gd name="T10" fmla="*/ 95 w 100"/>
              <a:gd name="T11" fmla="*/ 99 h 143"/>
              <a:gd name="T12" fmla="*/ 93 w 100"/>
              <a:gd name="T13" fmla="*/ 105 h 143"/>
              <a:gd name="T14" fmla="*/ 88 w 100"/>
              <a:gd name="T15" fmla="*/ 106 h 143"/>
              <a:gd name="T16" fmla="*/ 86 w 100"/>
              <a:gd name="T17" fmla="*/ 113 h 143"/>
              <a:gd name="T18" fmla="*/ 78 w 100"/>
              <a:gd name="T19" fmla="*/ 120 h 143"/>
              <a:gd name="T20" fmla="*/ 79 w 100"/>
              <a:gd name="T21" fmla="*/ 127 h 143"/>
              <a:gd name="T22" fmla="*/ 85 w 100"/>
              <a:gd name="T23" fmla="*/ 132 h 143"/>
              <a:gd name="T24" fmla="*/ 78 w 100"/>
              <a:gd name="T25" fmla="*/ 132 h 143"/>
              <a:gd name="T26" fmla="*/ 73 w 100"/>
              <a:gd name="T27" fmla="*/ 137 h 143"/>
              <a:gd name="T28" fmla="*/ 68 w 100"/>
              <a:gd name="T29" fmla="*/ 143 h 143"/>
              <a:gd name="T30" fmla="*/ 59 w 100"/>
              <a:gd name="T31" fmla="*/ 141 h 143"/>
              <a:gd name="T32" fmla="*/ 56 w 100"/>
              <a:gd name="T33" fmla="*/ 139 h 143"/>
              <a:gd name="T34" fmla="*/ 49 w 100"/>
              <a:gd name="T35" fmla="*/ 131 h 143"/>
              <a:gd name="T36" fmla="*/ 44 w 100"/>
              <a:gd name="T37" fmla="*/ 128 h 143"/>
              <a:gd name="T38" fmla="*/ 42 w 100"/>
              <a:gd name="T39" fmla="*/ 132 h 143"/>
              <a:gd name="T40" fmla="*/ 37 w 100"/>
              <a:gd name="T41" fmla="*/ 123 h 143"/>
              <a:gd name="T42" fmla="*/ 31 w 100"/>
              <a:gd name="T43" fmla="*/ 127 h 143"/>
              <a:gd name="T44" fmla="*/ 31 w 100"/>
              <a:gd name="T45" fmla="*/ 125 h 143"/>
              <a:gd name="T46" fmla="*/ 21 w 100"/>
              <a:gd name="T47" fmla="*/ 115 h 143"/>
              <a:gd name="T48" fmla="*/ 19 w 100"/>
              <a:gd name="T49" fmla="*/ 103 h 143"/>
              <a:gd name="T50" fmla="*/ 13 w 100"/>
              <a:gd name="T51" fmla="*/ 88 h 143"/>
              <a:gd name="T52" fmla="*/ 15 w 100"/>
              <a:gd name="T53" fmla="*/ 81 h 143"/>
              <a:gd name="T54" fmla="*/ 18 w 100"/>
              <a:gd name="T55" fmla="*/ 68 h 143"/>
              <a:gd name="T56" fmla="*/ 22 w 100"/>
              <a:gd name="T57" fmla="*/ 58 h 143"/>
              <a:gd name="T58" fmla="*/ 28 w 100"/>
              <a:gd name="T59" fmla="*/ 52 h 143"/>
              <a:gd name="T60" fmla="*/ 33 w 100"/>
              <a:gd name="T61" fmla="*/ 52 h 143"/>
              <a:gd name="T62" fmla="*/ 35 w 100"/>
              <a:gd name="T63" fmla="*/ 43 h 143"/>
              <a:gd name="T64" fmla="*/ 37 w 100"/>
              <a:gd name="T65" fmla="*/ 42 h 143"/>
              <a:gd name="T66" fmla="*/ 48 w 100"/>
              <a:gd name="T67" fmla="*/ 44 h 143"/>
              <a:gd name="T68" fmla="*/ 55 w 100"/>
              <a:gd name="T69" fmla="*/ 40 h 143"/>
              <a:gd name="T70" fmla="*/ 58 w 100"/>
              <a:gd name="T71" fmla="*/ 43 h 143"/>
              <a:gd name="T72" fmla="*/ 70 w 100"/>
              <a:gd name="T73" fmla="*/ 46 h 143"/>
              <a:gd name="T74" fmla="*/ 79 w 100"/>
              <a:gd name="T75" fmla="*/ 46 h 143"/>
              <a:gd name="T76" fmla="*/ 81 w 100"/>
              <a:gd name="T77" fmla="*/ 54 h 143"/>
              <a:gd name="T78" fmla="*/ 85 w 100"/>
              <a:gd name="T79" fmla="*/ 57 h 143"/>
              <a:gd name="T80" fmla="*/ 89 w 100"/>
              <a:gd name="T81" fmla="*/ 58 h 143"/>
              <a:gd name="T82" fmla="*/ 94 w 100"/>
              <a:gd name="T83" fmla="*/ 63 h 143"/>
              <a:gd name="T84" fmla="*/ 94 w 100"/>
              <a:gd name="T85" fmla="*/ 65 h 143"/>
              <a:gd name="T86" fmla="*/ 7 w 100"/>
              <a:gd name="T87" fmla="*/ 69 h 143"/>
              <a:gd name="T88" fmla="*/ 10 w 100"/>
              <a:gd name="T89" fmla="*/ 69 h 143"/>
              <a:gd name="T90" fmla="*/ 42 w 100"/>
              <a:gd name="T91" fmla="*/ 138 h 143"/>
              <a:gd name="T92" fmla="*/ 31 w 100"/>
              <a:gd name="T93" fmla="*/ 29 h 143"/>
              <a:gd name="T94" fmla="*/ 40 w 100"/>
              <a:gd name="T95" fmla="*/ 2 h 143"/>
              <a:gd name="T96" fmla="*/ 47 w 100"/>
              <a:gd name="T97" fmla="*/ 15 h 143"/>
              <a:gd name="T98" fmla="*/ 65 w 100"/>
              <a:gd name="T99" fmla="*/ 0 h 143"/>
              <a:gd name="T100" fmla="*/ 71 w 100"/>
              <a:gd name="T101" fmla="*/ 4 h 143"/>
              <a:gd name="T102" fmla="*/ 52 w 100"/>
              <a:gd name="T103" fmla="*/ 15 h 143"/>
              <a:gd name="T104" fmla="*/ 34 w 100"/>
              <a:gd name="T105" fmla="*/ 35 h 143"/>
              <a:gd name="T106" fmla="*/ 19 w 100"/>
              <a:gd name="T107" fmla="*/ 59 h 143"/>
              <a:gd name="T108" fmla="*/ 7 w 100"/>
              <a:gd name="T109" fmla="*/ 100 h 143"/>
              <a:gd name="T110" fmla="*/ 26 w 100"/>
              <a:gd name="T111" fmla="*/ 13 h 143"/>
            </a:gdLst>
            <a:ahLst/>
            <a:cxnLst/>
            <a:rect l="0" t="0" r="r" b="b"/>
            <a:pathLst>
              <a:path w="100" h="143">
                <a:moveTo>
                  <a:pt x="28" y="131"/>
                </a:moveTo>
                <a:cubicBezTo>
                  <a:pt x="29" y="131"/>
                  <a:pt x="29" y="131"/>
                  <a:pt x="29" y="131"/>
                </a:cubicBezTo>
                <a:cubicBezTo>
                  <a:pt x="29" y="131"/>
                  <a:pt x="28" y="131"/>
                  <a:pt x="29" y="131"/>
                </a:cubicBezTo>
                <a:cubicBezTo>
                  <a:pt x="29" y="131"/>
                  <a:pt x="29" y="131"/>
                  <a:pt x="28" y="131"/>
                </a:cubicBezTo>
                <a:close/>
                <a:moveTo>
                  <a:pt x="29" y="129"/>
                </a:moveTo>
                <a:cubicBezTo>
                  <a:pt x="30" y="130"/>
                  <a:pt x="30" y="130"/>
                  <a:pt x="30" y="130"/>
                </a:cubicBezTo>
                <a:cubicBezTo>
                  <a:pt x="29" y="130"/>
                  <a:pt x="29" y="129"/>
                  <a:pt x="29" y="129"/>
                </a:cubicBezTo>
                <a:cubicBezTo>
                  <a:pt x="29" y="129"/>
                  <a:pt x="29" y="129"/>
                  <a:pt x="29" y="129"/>
                </a:cubicBezTo>
                <a:close/>
                <a:moveTo>
                  <a:pt x="28" y="131"/>
                </a:moveTo>
                <a:cubicBezTo>
                  <a:pt x="28" y="133"/>
                  <a:pt x="28" y="133"/>
                  <a:pt x="28" y="133"/>
                </a:cubicBezTo>
                <a:cubicBezTo>
                  <a:pt x="28" y="133"/>
                  <a:pt x="28" y="133"/>
                  <a:pt x="28" y="133"/>
                </a:cubicBezTo>
                <a:cubicBezTo>
                  <a:pt x="27" y="133"/>
                  <a:pt x="27" y="133"/>
                  <a:pt x="27" y="134"/>
                </a:cubicBezTo>
                <a:cubicBezTo>
                  <a:pt x="27" y="133"/>
                  <a:pt x="27" y="133"/>
                  <a:pt x="27" y="133"/>
                </a:cubicBezTo>
                <a:lnTo>
                  <a:pt x="28" y="131"/>
                </a:lnTo>
                <a:close/>
                <a:moveTo>
                  <a:pt x="45" y="126"/>
                </a:moveTo>
                <a:cubicBezTo>
                  <a:pt x="45" y="126"/>
                  <a:pt x="46" y="126"/>
                  <a:pt x="46" y="126"/>
                </a:cubicBezTo>
                <a:cubicBezTo>
                  <a:pt x="46" y="125"/>
                  <a:pt x="46" y="125"/>
                  <a:pt x="46" y="125"/>
                </a:cubicBezTo>
                <a:cubicBezTo>
                  <a:pt x="45" y="125"/>
                  <a:pt x="45" y="126"/>
                  <a:pt x="45" y="127"/>
                </a:cubicBezTo>
                <a:lnTo>
                  <a:pt x="45" y="126"/>
                </a:lnTo>
                <a:close/>
                <a:moveTo>
                  <a:pt x="93" y="67"/>
                </a:moveTo>
                <a:cubicBezTo>
                  <a:pt x="92" y="67"/>
                  <a:pt x="92" y="67"/>
                  <a:pt x="92" y="67"/>
                </a:cubicBezTo>
                <a:cubicBezTo>
                  <a:pt x="92" y="68"/>
                  <a:pt x="92" y="68"/>
                  <a:pt x="92" y="68"/>
                </a:cubicBezTo>
                <a:cubicBezTo>
                  <a:pt x="92" y="68"/>
                  <a:pt x="93" y="69"/>
                  <a:pt x="93" y="70"/>
                </a:cubicBezTo>
                <a:cubicBezTo>
                  <a:pt x="93" y="71"/>
                  <a:pt x="94" y="72"/>
                  <a:pt x="95" y="72"/>
                </a:cubicBezTo>
                <a:cubicBezTo>
                  <a:pt x="95" y="72"/>
                  <a:pt x="95" y="72"/>
                  <a:pt x="95" y="72"/>
                </a:cubicBezTo>
                <a:cubicBezTo>
                  <a:pt x="95" y="72"/>
                  <a:pt x="96" y="72"/>
                  <a:pt x="97" y="72"/>
                </a:cubicBezTo>
                <a:cubicBezTo>
                  <a:pt x="98" y="72"/>
                  <a:pt x="98" y="72"/>
                  <a:pt x="99" y="72"/>
                </a:cubicBezTo>
                <a:cubicBezTo>
                  <a:pt x="99" y="74"/>
                  <a:pt x="99" y="74"/>
                  <a:pt x="99" y="74"/>
                </a:cubicBezTo>
                <a:cubicBezTo>
                  <a:pt x="96" y="74"/>
                  <a:pt x="95" y="75"/>
                  <a:pt x="94" y="77"/>
                </a:cubicBezTo>
                <a:cubicBezTo>
                  <a:pt x="95" y="77"/>
                  <a:pt x="96" y="77"/>
                  <a:pt x="96" y="78"/>
                </a:cubicBezTo>
                <a:cubicBezTo>
                  <a:pt x="96" y="78"/>
                  <a:pt x="96" y="78"/>
                  <a:pt x="97" y="79"/>
                </a:cubicBezTo>
                <a:cubicBezTo>
                  <a:pt x="97" y="79"/>
                  <a:pt x="97" y="80"/>
                  <a:pt x="96" y="80"/>
                </a:cubicBezTo>
                <a:cubicBezTo>
                  <a:pt x="96" y="81"/>
                  <a:pt x="95" y="81"/>
                  <a:pt x="95" y="82"/>
                </a:cubicBezTo>
                <a:cubicBezTo>
                  <a:pt x="95" y="86"/>
                  <a:pt x="95" y="86"/>
                  <a:pt x="95" y="86"/>
                </a:cubicBezTo>
                <a:cubicBezTo>
                  <a:pt x="95" y="86"/>
                  <a:pt x="95" y="86"/>
                  <a:pt x="95" y="86"/>
                </a:cubicBezTo>
                <a:cubicBezTo>
                  <a:pt x="99" y="87"/>
                  <a:pt x="99" y="87"/>
                  <a:pt x="99" y="87"/>
                </a:cubicBezTo>
                <a:cubicBezTo>
                  <a:pt x="99" y="90"/>
                  <a:pt x="99" y="90"/>
                  <a:pt x="99" y="90"/>
                </a:cubicBezTo>
                <a:cubicBezTo>
                  <a:pt x="95" y="91"/>
                  <a:pt x="95" y="91"/>
                  <a:pt x="95" y="91"/>
                </a:cubicBezTo>
                <a:cubicBezTo>
                  <a:pt x="94" y="91"/>
                  <a:pt x="94" y="92"/>
                  <a:pt x="94" y="95"/>
                </a:cubicBezTo>
                <a:cubicBezTo>
                  <a:pt x="94" y="95"/>
                  <a:pt x="95" y="96"/>
                  <a:pt x="95" y="96"/>
                </a:cubicBezTo>
                <a:cubicBezTo>
                  <a:pt x="96" y="97"/>
                  <a:pt x="96" y="97"/>
                  <a:pt x="96" y="97"/>
                </a:cubicBezTo>
                <a:cubicBezTo>
                  <a:pt x="96" y="98"/>
                  <a:pt x="95" y="99"/>
                  <a:pt x="95" y="99"/>
                </a:cubicBezTo>
                <a:cubicBezTo>
                  <a:pt x="93" y="99"/>
                  <a:pt x="93" y="99"/>
                  <a:pt x="93" y="99"/>
                </a:cubicBezTo>
                <a:cubicBezTo>
                  <a:pt x="93" y="99"/>
                  <a:pt x="93" y="99"/>
                  <a:pt x="93" y="99"/>
                </a:cubicBezTo>
                <a:cubicBezTo>
                  <a:pt x="92" y="99"/>
                  <a:pt x="91" y="100"/>
                  <a:pt x="91" y="101"/>
                </a:cubicBezTo>
                <a:cubicBezTo>
                  <a:pt x="91" y="101"/>
                  <a:pt x="91" y="101"/>
                  <a:pt x="91" y="101"/>
                </a:cubicBezTo>
                <a:cubicBezTo>
                  <a:pt x="91" y="103"/>
                  <a:pt x="90" y="104"/>
                  <a:pt x="90" y="105"/>
                </a:cubicBezTo>
                <a:cubicBezTo>
                  <a:pt x="92" y="105"/>
                  <a:pt x="92" y="105"/>
                  <a:pt x="92" y="105"/>
                </a:cubicBezTo>
                <a:cubicBezTo>
                  <a:pt x="92" y="105"/>
                  <a:pt x="93" y="105"/>
                  <a:pt x="93" y="105"/>
                </a:cubicBezTo>
                <a:cubicBezTo>
                  <a:pt x="94" y="106"/>
                  <a:pt x="94" y="106"/>
                  <a:pt x="94" y="108"/>
                </a:cubicBezTo>
                <a:cubicBezTo>
                  <a:pt x="94" y="108"/>
                  <a:pt x="94" y="108"/>
                  <a:pt x="93" y="108"/>
                </a:cubicBezTo>
                <a:cubicBezTo>
                  <a:pt x="93" y="108"/>
                  <a:pt x="93" y="108"/>
                  <a:pt x="93" y="108"/>
                </a:cubicBezTo>
                <a:cubicBezTo>
                  <a:pt x="93" y="108"/>
                  <a:pt x="93" y="108"/>
                  <a:pt x="93" y="108"/>
                </a:cubicBezTo>
                <a:cubicBezTo>
                  <a:pt x="92" y="107"/>
                  <a:pt x="91" y="107"/>
                  <a:pt x="90" y="107"/>
                </a:cubicBezTo>
                <a:cubicBezTo>
                  <a:pt x="90" y="107"/>
                  <a:pt x="89" y="106"/>
                  <a:pt x="88" y="106"/>
                </a:cubicBezTo>
                <a:cubicBezTo>
                  <a:pt x="88" y="106"/>
                  <a:pt x="88" y="106"/>
                  <a:pt x="88" y="106"/>
                </a:cubicBezTo>
                <a:cubicBezTo>
                  <a:pt x="87" y="107"/>
                  <a:pt x="86" y="108"/>
                  <a:pt x="86" y="110"/>
                </a:cubicBezTo>
                <a:cubicBezTo>
                  <a:pt x="86" y="110"/>
                  <a:pt x="86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7" y="111"/>
                  <a:pt x="87" y="111"/>
                  <a:pt x="87" y="111"/>
                </a:cubicBezTo>
                <a:cubicBezTo>
                  <a:pt x="87" y="111"/>
                  <a:pt x="87" y="111"/>
                  <a:pt x="87" y="111"/>
                </a:cubicBezTo>
                <a:cubicBezTo>
                  <a:pt x="87" y="111"/>
                  <a:pt x="86" y="112"/>
                  <a:pt x="86" y="112"/>
                </a:cubicBezTo>
                <a:cubicBezTo>
                  <a:pt x="86" y="112"/>
                  <a:pt x="86" y="112"/>
                  <a:pt x="86" y="113"/>
                </a:cubicBezTo>
                <a:cubicBezTo>
                  <a:pt x="84" y="113"/>
                  <a:pt x="84" y="113"/>
                  <a:pt x="84" y="113"/>
                </a:cubicBezTo>
                <a:cubicBezTo>
                  <a:pt x="83" y="113"/>
                  <a:pt x="83" y="113"/>
                  <a:pt x="82" y="114"/>
                </a:cubicBezTo>
                <a:cubicBezTo>
                  <a:pt x="82" y="115"/>
                  <a:pt x="82" y="116"/>
                  <a:pt x="83" y="117"/>
                </a:cubicBezTo>
                <a:cubicBezTo>
                  <a:pt x="83" y="118"/>
                  <a:pt x="83" y="119"/>
                  <a:pt x="83" y="120"/>
                </a:cubicBezTo>
                <a:cubicBezTo>
                  <a:pt x="82" y="120"/>
                  <a:pt x="82" y="120"/>
                  <a:pt x="82" y="121"/>
                </a:cubicBezTo>
                <a:cubicBezTo>
                  <a:pt x="80" y="121"/>
                  <a:pt x="80" y="121"/>
                  <a:pt x="80" y="121"/>
                </a:cubicBezTo>
                <a:cubicBezTo>
                  <a:pt x="80" y="120"/>
                  <a:pt x="79" y="120"/>
                  <a:pt x="78" y="120"/>
                </a:cubicBezTo>
                <a:cubicBezTo>
                  <a:pt x="78" y="121"/>
                  <a:pt x="78" y="121"/>
                  <a:pt x="78" y="121"/>
                </a:cubicBezTo>
                <a:cubicBezTo>
                  <a:pt x="79" y="121"/>
                  <a:pt x="79" y="122"/>
                  <a:pt x="80" y="122"/>
                </a:cubicBezTo>
                <a:cubicBezTo>
                  <a:pt x="80" y="123"/>
                  <a:pt x="80" y="123"/>
                  <a:pt x="80" y="123"/>
                </a:cubicBezTo>
                <a:cubicBezTo>
                  <a:pt x="79" y="123"/>
                  <a:pt x="79" y="123"/>
                  <a:pt x="79" y="123"/>
                </a:cubicBezTo>
                <a:cubicBezTo>
                  <a:pt x="79" y="123"/>
                  <a:pt x="79" y="124"/>
                  <a:pt x="79" y="124"/>
                </a:cubicBezTo>
                <a:cubicBezTo>
                  <a:pt x="78" y="125"/>
                  <a:pt x="78" y="126"/>
                  <a:pt x="78" y="126"/>
                </a:cubicBezTo>
                <a:cubicBezTo>
                  <a:pt x="78" y="126"/>
                  <a:pt x="78" y="127"/>
                  <a:pt x="79" y="127"/>
                </a:cubicBezTo>
                <a:cubicBezTo>
                  <a:pt x="79" y="127"/>
                  <a:pt x="79" y="127"/>
                  <a:pt x="79" y="128"/>
                </a:cubicBezTo>
                <a:cubicBezTo>
                  <a:pt x="79" y="128"/>
                  <a:pt x="79" y="128"/>
                  <a:pt x="79" y="128"/>
                </a:cubicBezTo>
                <a:cubicBezTo>
                  <a:pt x="79" y="129"/>
                  <a:pt x="79" y="129"/>
                  <a:pt x="79" y="130"/>
                </a:cubicBezTo>
                <a:cubicBezTo>
                  <a:pt x="79" y="130"/>
                  <a:pt x="79" y="130"/>
                  <a:pt x="79" y="130"/>
                </a:cubicBezTo>
                <a:cubicBezTo>
                  <a:pt x="80" y="130"/>
                  <a:pt x="81" y="130"/>
                  <a:pt x="81" y="131"/>
                </a:cubicBezTo>
                <a:cubicBezTo>
                  <a:pt x="81" y="131"/>
                  <a:pt x="81" y="131"/>
                  <a:pt x="81" y="131"/>
                </a:cubicBezTo>
                <a:cubicBezTo>
                  <a:pt x="85" y="132"/>
                  <a:pt x="85" y="132"/>
                  <a:pt x="85" y="132"/>
                </a:cubicBezTo>
                <a:cubicBezTo>
                  <a:pt x="87" y="132"/>
                  <a:pt x="89" y="132"/>
                  <a:pt x="90" y="133"/>
                </a:cubicBezTo>
                <a:cubicBezTo>
                  <a:pt x="90" y="133"/>
                  <a:pt x="90" y="133"/>
                  <a:pt x="90" y="133"/>
                </a:cubicBezTo>
                <a:cubicBezTo>
                  <a:pt x="88" y="133"/>
                  <a:pt x="88" y="133"/>
                  <a:pt x="88" y="133"/>
                </a:cubicBezTo>
                <a:cubicBezTo>
                  <a:pt x="88" y="133"/>
                  <a:pt x="86" y="133"/>
                  <a:pt x="84" y="132"/>
                </a:cubicBezTo>
                <a:cubicBezTo>
                  <a:pt x="81" y="132"/>
                  <a:pt x="79" y="131"/>
                  <a:pt x="79" y="131"/>
                </a:cubicBezTo>
                <a:cubicBezTo>
                  <a:pt x="79" y="132"/>
                  <a:pt x="79" y="132"/>
                  <a:pt x="79" y="132"/>
                </a:cubicBezTo>
                <a:cubicBezTo>
                  <a:pt x="78" y="132"/>
                  <a:pt x="78" y="132"/>
                  <a:pt x="78" y="132"/>
                </a:cubicBezTo>
                <a:cubicBezTo>
                  <a:pt x="77" y="133"/>
                  <a:pt x="77" y="133"/>
                  <a:pt x="76" y="134"/>
                </a:cubicBezTo>
                <a:cubicBezTo>
                  <a:pt x="76" y="134"/>
                  <a:pt x="76" y="135"/>
                  <a:pt x="76" y="136"/>
                </a:cubicBezTo>
                <a:cubicBezTo>
                  <a:pt x="76" y="136"/>
                  <a:pt x="77" y="137"/>
                  <a:pt x="77" y="138"/>
                </a:cubicBezTo>
                <a:cubicBezTo>
                  <a:pt x="76" y="138"/>
                  <a:pt x="76" y="138"/>
                  <a:pt x="76" y="138"/>
                </a:cubicBezTo>
                <a:cubicBezTo>
                  <a:pt x="75" y="137"/>
                  <a:pt x="74" y="137"/>
                  <a:pt x="74" y="137"/>
                </a:cubicBezTo>
                <a:cubicBezTo>
                  <a:pt x="74" y="137"/>
                  <a:pt x="74" y="137"/>
                  <a:pt x="74" y="137"/>
                </a:cubicBezTo>
                <a:cubicBezTo>
                  <a:pt x="73" y="137"/>
                  <a:pt x="73" y="137"/>
                  <a:pt x="73" y="137"/>
                </a:cubicBezTo>
                <a:cubicBezTo>
                  <a:pt x="73" y="138"/>
                  <a:pt x="73" y="138"/>
                  <a:pt x="73" y="139"/>
                </a:cubicBezTo>
                <a:cubicBezTo>
                  <a:pt x="73" y="139"/>
                  <a:pt x="73" y="139"/>
                  <a:pt x="73" y="140"/>
                </a:cubicBezTo>
                <a:cubicBezTo>
                  <a:pt x="70" y="140"/>
                  <a:pt x="70" y="140"/>
                  <a:pt x="70" y="140"/>
                </a:cubicBezTo>
                <a:cubicBezTo>
                  <a:pt x="70" y="140"/>
                  <a:pt x="70" y="140"/>
                  <a:pt x="70" y="140"/>
                </a:cubicBezTo>
                <a:cubicBezTo>
                  <a:pt x="70" y="141"/>
                  <a:pt x="69" y="141"/>
                  <a:pt x="69" y="141"/>
                </a:cubicBezTo>
                <a:cubicBezTo>
                  <a:pt x="69" y="141"/>
                  <a:pt x="69" y="141"/>
                  <a:pt x="69" y="141"/>
                </a:cubicBezTo>
                <a:cubicBezTo>
                  <a:pt x="68" y="142"/>
                  <a:pt x="68" y="143"/>
                  <a:pt x="68" y="143"/>
                </a:cubicBezTo>
                <a:cubicBezTo>
                  <a:pt x="67" y="143"/>
                  <a:pt x="67" y="143"/>
                  <a:pt x="67" y="143"/>
                </a:cubicBezTo>
                <a:cubicBezTo>
                  <a:pt x="67" y="143"/>
                  <a:pt x="66" y="142"/>
                  <a:pt x="66" y="141"/>
                </a:cubicBezTo>
                <a:cubicBezTo>
                  <a:pt x="64" y="141"/>
                  <a:pt x="64" y="141"/>
                  <a:pt x="64" y="141"/>
                </a:cubicBezTo>
                <a:cubicBezTo>
                  <a:pt x="64" y="142"/>
                  <a:pt x="64" y="142"/>
                  <a:pt x="64" y="142"/>
                </a:cubicBezTo>
                <a:cubicBezTo>
                  <a:pt x="63" y="142"/>
                  <a:pt x="63" y="142"/>
                  <a:pt x="62" y="142"/>
                </a:cubicBezTo>
                <a:cubicBezTo>
                  <a:pt x="62" y="142"/>
                  <a:pt x="61" y="141"/>
                  <a:pt x="60" y="141"/>
                </a:cubicBezTo>
                <a:cubicBezTo>
                  <a:pt x="59" y="141"/>
                  <a:pt x="59" y="141"/>
                  <a:pt x="59" y="141"/>
                </a:cubicBezTo>
                <a:cubicBezTo>
                  <a:pt x="59" y="142"/>
                  <a:pt x="58" y="143"/>
                  <a:pt x="58" y="143"/>
                </a:cubicBezTo>
                <a:cubicBezTo>
                  <a:pt x="58" y="143"/>
                  <a:pt x="58" y="143"/>
                  <a:pt x="58" y="143"/>
                </a:cubicBezTo>
                <a:cubicBezTo>
                  <a:pt x="58" y="143"/>
                  <a:pt x="58" y="143"/>
                  <a:pt x="58" y="143"/>
                </a:cubicBezTo>
                <a:cubicBezTo>
                  <a:pt x="58" y="143"/>
                  <a:pt x="58" y="143"/>
                  <a:pt x="58" y="143"/>
                </a:cubicBezTo>
                <a:cubicBezTo>
                  <a:pt x="57" y="141"/>
                  <a:pt x="57" y="141"/>
                  <a:pt x="57" y="141"/>
                </a:cubicBezTo>
                <a:cubicBezTo>
                  <a:pt x="57" y="141"/>
                  <a:pt x="58" y="141"/>
                  <a:pt x="58" y="140"/>
                </a:cubicBezTo>
                <a:cubicBezTo>
                  <a:pt x="57" y="140"/>
                  <a:pt x="56" y="139"/>
                  <a:pt x="56" y="139"/>
                </a:cubicBezTo>
                <a:cubicBezTo>
                  <a:pt x="55" y="138"/>
                  <a:pt x="55" y="138"/>
                  <a:pt x="53" y="138"/>
                </a:cubicBezTo>
                <a:cubicBezTo>
                  <a:pt x="53" y="138"/>
                  <a:pt x="52" y="138"/>
                  <a:pt x="52" y="139"/>
                </a:cubicBezTo>
                <a:cubicBezTo>
                  <a:pt x="52" y="137"/>
                  <a:pt x="52" y="137"/>
                  <a:pt x="52" y="137"/>
                </a:cubicBezTo>
                <a:cubicBezTo>
                  <a:pt x="52" y="137"/>
                  <a:pt x="53" y="136"/>
                  <a:pt x="53" y="135"/>
                </a:cubicBezTo>
                <a:cubicBezTo>
                  <a:pt x="51" y="134"/>
                  <a:pt x="51" y="133"/>
                  <a:pt x="51" y="132"/>
                </a:cubicBezTo>
                <a:cubicBezTo>
                  <a:pt x="50" y="131"/>
                  <a:pt x="50" y="131"/>
                  <a:pt x="50" y="131"/>
                </a:cubicBezTo>
                <a:cubicBezTo>
                  <a:pt x="49" y="131"/>
                  <a:pt x="49" y="131"/>
                  <a:pt x="49" y="131"/>
                </a:cubicBezTo>
                <a:cubicBezTo>
                  <a:pt x="49" y="133"/>
                  <a:pt x="49" y="133"/>
                  <a:pt x="49" y="133"/>
                </a:cubicBezTo>
                <a:cubicBezTo>
                  <a:pt x="48" y="133"/>
                  <a:pt x="48" y="133"/>
                  <a:pt x="48" y="133"/>
                </a:cubicBezTo>
                <a:cubicBezTo>
                  <a:pt x="48" y="131"/>
                  <a:pt x="48" y="129"/>
                  <a:pt x="48" y="128"/>
                </a:cubicBezTo>
                <a:cubicBezTo>
                  <a:pt x="45" y="128"/>
                  <a:pt x="45" y="128"/>
                  <a:pt x="45" y="128"/>
                </a:cubicBezTo>
                <a:cubicBezTo>
                  <a:pt x="46" y="128"/>
                  <a:pt x="46" y="128"/>
                  <a:pt x="46" y="128"/>
                </a:cubicBezTo>
                <a:cubicBezTo>
                  <a:pt x="45" y="127"/>
                  <a:pt x="45" y="127"/>
                  <a:pt x="44" y="127"/>
                </a:cubicBezTo>
                <a:cubicBezTo>
                  <a:pt x="44" y="128"/>
                  <a:pt x="44" y="128"/>
                  <a:pt x="44" y="128"/>
                </a:cubicBezTo>
                <a:cubicBezTo>
                  <a:pt x="44" y="128"/>
                  <a:pt x="44" y="128"/>
                  <a:pt x="44" y="129"/>
                </a:cubicBezTo>
                <a:cubicBezTo>
                  <a:pt x="43" y="129"/>
                  <a:pt x="43" y="129"/>
                  <a:pt x="43" y="129"/>
                </a:cubicBezTo>
                <a:cubicBezTo>
                  <a:pt x="43" y="133"/>
                  <a:pt x="43" y="133"/>
                  <a:pt x="43" y="133"/>
                </a:cubicBezTo>
                <a:cubicBezTo>
                  <a:pt x="43" y="133"/>
                  <a:pt x="42" y="134"/>
                  <a:pt x="42" y="134"/>
                </a:cubicBezTo>
                <a:cubicBezTo>
                  <a:pt x="42" y="135"/>
                  <a:pt x="42" y="136"/>
                  <a:pt x="42" y="136"/>
                </a:cubicBezTo>
                <a:cubicBezTo>
                  <a:pt x="41" y="135"/>
                  <a:pt x="41" y="135"/>
                  <a:pt x="41" y="135"/>
                </a:cubicBezTo>
                <a:cubicBezTo>
                  <a:pt x="42" y="135"/>
                  <a:pt x="42" y="134"/>
                  <a:pt x="42" y="132"/>
                </a:cubicBezTo>
                <a:cubicBezTo>
                  <a:pt x="42" y="129"/>
                  <a:pt x="42" y="129"/>
                  <a:pt x="42" y="129"/>
                </a:cubicBezTo>
                <a:cubicBezTo>
                  <a:pt x="42" y="128"/>
                  <a:pt x="42" y="128"/>
                  <a:pt x="41" y="128"/>
                </a:cubicBezTo>
                <a:cubicBezTo>
                  <a:pt x="41" y="128"/>
                  <a:pt x="40" y="128"/>
                  <a:pt x="40" y="128"/>
                </a:cubicBezTo>
                <a:cubicBezTo>
                  <a:pt x="40" y="125"/>
                  <a:pt x="40" y="125"/>
                  <a:pt x="40" y="125"/>
                </a:cubicBezTo>
                <a:cubicBezTo>
                  <a:pt x="39" y="124"/>
                  <a:pt x="39" y="124"/>
                  <a:pt x="39" y="124"/>
                </a:cubicBezTo>
                <a:cubicBezTo>
                  <a:pt x="38" y="123"/>
                  <a:pt x="38" y="123"/>
                  <a:pt x="38" y="123"/>
                </a:cubicBezTo>
                <a:cubicBezTo>
                  <a:pt x="37" y="123"/>
                  <a:pt x="37" y="123"/>
                  <a:pt x="37" y="123"/>
                </a:cubicBezTo>
                <a:cubicBezTo>
                  <a:pt x="37" y="122"/>
                  <a:pt x="37" y="122"/>
                  <a:pt x="37" y="122"/>
                </a:cubicBezTo>
                <a:cubicBezTo>
                  <a:pt x="35" y="121"/>
                  <a:pt x="35" y="121"/>
                  <a:pt x="35" y="121"/>
                </a:cubicBezTo>
                <a:cubicBezTo>
                  <a:pt x="34" y="122"/>
                  <a:pt x="34" y="122"/>
                  <a:pt x="34" y="123"/>
                </a:cubicBezTo>
                <a:cubicBezTo>
                  <a:pt x="33" y="124"/>
                  <a:pt x="33" y="124"/>
                  <a:pt x="33" y="124"/>
                </a:cubicBezTo>
                <a:cubicBezTo>
                  <a:pt x="33" y="125"/>
                  <a:pt x="32" y="125"/>
                  <a:pt x="32" y="126"/>
                </a:cubicBezTo>
                <a:cubicBezTo>
                  <a:pt x="31" y="126"/>
                  <a:pt x="31" y="126"/>
                  <a:pt x="31" y="126"/>
                </a:cubicBezTo>
                <a:cubicBezTo>
                  <a:pt x="31" y="126"/>
                  <a:pt x="31" y="127"/>
                  <a:pt x="31" y="127"/>
                </a:cubicBezTo>
                <a:cubicBezTo>
                  <a:pt x="31" y="127"/>
                  <a:pt x="30" y="128"/>
                  <a:pt x="30" y="128"/>
                </a:cubicBezTo>
                <a:cubicBezTo>
                  <a:pt x="30" y="127"/>
                  <a:pt x="30" y="127"/>
                  <a:pt x="30" y="127"/>
                </a:cubicBezTo>
                <a:cubicBezTo>
                  <a:pt x="30" y="127"/>
                  <a:pt x="31" y="126"/>
                  <a:pt x="31" y="126"/>
                </a:cubicBezTo>
                <a:cubicBezTo>
                  <a:pt x="30" y="126"/>
                  <a:pt x="30" y="126"/>
                  <a:pt x="31" y="126"/>
                </a:cubicBezTo>
                <a:cubicBezTo>
                  <a:pt x="31" y="126"/>
                  <a:pt x="31" y="126"/>
                  <a:pt x="31" y="126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31" y="124"/>
                  <a:pt x="32" y="123"/>
                  <a:pt x="32" y="122"/>
                </a:cubicBezTo>
                <a:cubicBezTo>
                  <a:pt x="32" y="121"/>
                  <a:pt x="32" y="120"/>
                  <a:pt x="32" y="120"/>
                </a:cubicBezTo>
                <a:cubicBezTo>
                  <a:pt x="32" y="120"/>
                  <a:pt x="32" y="120"/>
                  <a:pt x="32" y="120"/>
                </a:cubicBezTo>
                <a:cubicBezTo>
                  <a:pt x="31" y="118"/>
                  <a:pt x="31" y="117"/>
                  <a:pt x="29" y="117"/>
                </a:cubicBezTo>
                <a:cubicBezTo>
                  <a:pt x="28" y="116"/>
                  <a:pt x="27" y="116"/>
                  <a:pt x="27" y="115"/>
                </a:cubicBezTo>
                <a:cubicBezTo>
                  <a:pt x="23" y="115"/>
                  <a:pt x="23" y="115"/>
                  <a:pt x="23" y="115"/>
                </a:cubicBezTo>
                <a:cubicBezTo>
                  <a:pt x="23" y="115"/>
                  <a:pt x="22" y="115"/>
                  <a:pt x="21" y="115"/>
                </a:cubicBezTo>
                <a:cubicBezTo>
                  <a:pt x="19" y="114"/>
                  <a:pt x="18" y="114"/>
                  <a:pt x="18" y="114"/>
                </a:cubicBezTo>
                <a:cubicBezTo>
                  <a:pt x="18" y="112"/>
                  <a:pt x="19" y="112"/>
                  <a:pt x="19" y="111"/>
                </a:cubicBezTo>
                <a:cubicBezTo>
                  <a:pt x="20" y="110"/>
                  <a:pt x="20" y="109"/>
                  <a:pt x="21" y="108"/>
                </a:cubicBezTo>
                <a:cubicBezTo>
                  <a:pt x="20" y="108"/>
                  <a:pt x="19" y="107"/>
                  <a:pt x="19" y="107"/>
                </a:cubicBezTo>
                <a:cubicBezTo>
                  <a:pt x="18" y="107"/>
                  <a:pt x="18" y="106"/>
                  <a:pt x="18" y="105"/>
                </a:cubicBezTo>
                <a:cubicBezTo>
                  <a:pt x="18" y="104"/>
                  <a:pt x="18" y="104"/>
                  <a:pt x="18" y="104"/>
                </a:cubicBezTo>
                <a:cubicBezTo>
                  <a:pt x="19" y="103"/>
                  <a:pt x="19" y="103"/>
                  <a:pt x="19" y="103"/>
                </a:cubicBezTo>
                <a:cubicBezTo>
                  <a:pt x="18" y="101"/>
                  <a:pt x="18" y="100"/>
                  <a:pt x="17" y="100"/>
                </a:cubicBezTo>
                <a:cubicBezTo>
                  <a:pt x="17" y="100"/>
                  <a:pt x="16" y="100"/>
                  <a:pt x="15" y="99"/>
                </a:cubicBezTo>
                <a:cubicBezTo>
                  <a:pt x="15" y="98"/>
                  <a:pt x="15" y="98"/>
                  <a:pt x="15" y="98"/>
                </a:cubicBezTo>
                <a:cubicBezTo>
                  <a:pt x="15" y="97"/>
                  <a:pt x="16" y="97"/>
                  <a:pt x="16" y="96"/>
                </a:cubicBezTo>
                <a:cubicBezTo>
                  <a:pt x="16" y="95"/>
                  <a:pt x="15" y="94"/>
                  <a:pt x="15" y="93"/>
                </a:cubicBezTo>
                <a:cubicBezTo>
                  <a:pt x="14" y="92"/>
                  <a:pt x="14" y="91"/>
                  <a:pt x="14" y="91"/>
                </a:cubicBezTo>
                <a:cubicBezTo>
                  <a:pt x="14" y="89"/>
                  <a:pt x="13" y="88"/>
                  <a:pt x="13" y="88"/>
                </a:cubicBezTo>
                <a:cubicBezTo>
                  <a:pt x="12" y="88"/>
                  <a:pt x="12" y="88"/>
                  <a:pt x="12" y="88"/>
                </a:cubicBezTo>
                <a:cubicBezTo>
                  <a:pt x="12" y="88"/>
                  <a:pt x="11" y="88"/>
                  <a:pt x="11" y="88"/>
                </a:cubicBezTo>
                <a:cubicBezTo>
                  <a:pt x="11" y="88"/>
                  <a:pt x="11" y="88"/>
                  <a:pt x="11" y="88"/>
                </a:cubicBezTo>
                <a:cubicBezTo>
                  <a:pt x="9" y="88"/>
                  <a:pt x="9" y="87"/>
                  <a:pt x="9" y="86"/>
                </a:cubicBezTo>
                <a:cubicBezTo>
                  <a:pt x="11" y="85"/>
                  <a:pt x="12" y="85"/>
                  <a:pt x="13" y="85"/>
                </a:cubicBezTo>
                <a:cubicBezTo>
                  <a:pt x="14" y="86"/>
                  <a:pt x="14" y="85"/>
                  <a:pt x="14" y="82"/>
                </a:cubicBezTo>
                <a:cubicBezTo>
                  <a:pt x="15" y="81"/>
                  <a:pt x="15" y="81"/>
                  <a:pt x="15" y="81"/>
                </a:cubicBezTo>
                <a:cubicBezTo>
                  <a:pt x="15" y="80"/>
                  <a:pt x="15" y="79"/>
                  <a:pt x="15" y="78"/>
                </a:cubicBezTo>
                <a:cubicBezTo>
                  <a:pt x="15" y="74"/>
                  <a:pt x="15" y="74"/>
                  <a:pt x="15" y="74"/>
                </a:cubicBezTo>
                <a:cubicBezTo>
                  <a:pt x="14" y="73"/>
                  <a:pt x="14" y="73"/>
                  <a:pt x="14" y="73"/>
                </a:cubicBezTo>
                <a:cubicBezTo>
                  <a:pt x="14" y="72"/>
                  <a:pt x="13" y="72"/>
                  <a:pt x="13" y="71"/>
                </a:cubicBezTo>
                <a:cubicBezTo>
                  <a:pt x="14" y="71"/>
                  <a:pt x="14" y="71"/>
                  <a:pt x="14" y="70"/>
                </a:cubicBezTo>
                <a:cubicBezTo>
                  <a:pt x="16" y="70"/>
                  <a:pt x="16" y="70"/>
                  <a:pt x="16" y="70"/>
                </a:cubicBezTo>
                <a:cubicBezTo>
                  <a:pt x="17" y="70"/>
                  <a:pt x="17" y="69"/>
                  <a:pt x="18" y="68"/>
                </a:cubicBezTo>
                <a:cubicBezTo>
                  <a:pt x="19" y="67"/>
                  <a:pt x="20" y="66"/>
                  <a:pt x="20" y="65"/>
                </a:cubicBezTo>
                <a:cubicBezTo>
                  <a:pt x="19" y="64"/>
                  <a:pt x="18" y="63"/>
                  <a:pt x="18" y="62"/>
                </a:cubicBezTo>
                <a:cubicBezTo>
                  <a:pt x="18" y="61"/>
                  <a:pt x="19" y="61"/>
                  <a:pt x="21" y="61"/>
                </a:cubicBezTo>
                <a:cubicBezTo>
                  <a:pt x="21" y="60"/>
                  <a:pt x="21" y="60"/>
                  <a:pt x="21" y="60"/>
                </a:cubicBezTo>
                <a:cubicBezTo>
                  <a:pt x="22" y="60"/>
                  <a:pt x="22" y="60"/>
                  <a:pt x="22" y="60"/>
                </a:cubicBezTo>
                <a:cubicBezTo>
                  <a:pt x="23" y="60"/>
                  <a:pt x="23" y="60"/>
                  <a:pt x="23" y="60"/>
                </a:cubicBezTo>
                <a:cubicBezTo>
                  <a:pt x="22" y="58"/>
                  <a:pt x="22" y="58"/>
                  <a:pt x="22" y="58"/>
                </a:cubicBezTo>
                <a:cubicBezTo>
                  <a:pt x="22" y="57"/>
                  <a:pt x="23" y="56"/>
                  <a:pt x="23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6" y="57"/>
                  <a:pt x="26" y="57"/>
                </a:cubicBezTo>
                <a:cubicBezTo>
                  <a:pt x="26" y="57"/>
                  <a:pt x="26" y="57"/>
                  <a:pt x="26" y="57"/>
                </a:cubicBezTo>
                <a:cubicBezTo>
                  <a:pt x="27" y="57"/>
                  <a:pt x="27" y="56"/>
                  <a:pt x="28" y="55"/>
                </a:cubicBezTo>
                <a:cubicBezTo>
                  <a:pt x="27" y="55"/>
                  <a:pt x="27" y="54"/>
                  <a:pt x="27" y="52"/>
                </a:cubicBezTo>
                <a:cubicBezTo>
                  <a:pt x="27" y="52"/>
                  <a:pt x="28" y="52"/>
                  <a:pt x="28" y="52"/>
                </a:cubicBezTo>
                <a:cubicBezTo>
                  <a:pt x="28" y="52"/>
                  <a:pt x="28" y="52"/>
                  <a:pt x="29" y="52"/>
                </a:cubicBezTo>
                <a:cubicBezTo>
                  <a:pt x="29" y="52"/>
                  <a:pt x="29" y="52"/>
                  <a:pt x="30" y="52"/>
                </a:cubicBezTo>
                <a:cubicBezTo>
                  <a:pt x="30" y="53"/>
                  <a:pt x="30" y="53"/>
                  <a:pt x="30" y="53"/>
                </a:cubicBezTo>
                <a:cubicBezTo>
                  <a:pt x="30" y="53"/>
                  <a:pt x="30" y="53"/>
                  <a:pt x="31" y="53"/>
                </a:cubicBezTo>
                <a:cubicBezTo>
                  <a:pt x="31" y="53"/>
                  <a:pt x="31" y="53"/>
                  <a:pt x="31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2" y="53"/>
                  <a:pt x="33" y="52"/>
                </a:cubicBezTo>
                <a:cubicBezTo>
                  <a:pt x="33" y="52"/>
                  <a:pt x="33" y="52"/>
                  <a:pt x="33" y="52"/>
                </a:cubicBezTo>
                <a:cubicBezTo>
                  <a:pt x="33" y="52"/>
                  <a:pt x="34" y="51"/>
                  <a:pt x="34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5" y="49"/>
                  <a:pt x="35" y="48"/>
                  <a:pt x="36" y="48"/>
                </a:cubicBezTo>
                <a:cubicBezTo>
                  <a:pt x="36" y="48"/>
                  <a:pt x="36" y="48"/>
                  <a:pt x="36" y="48"/>
                </a:cubicBezTo>
                <a:cubicBezTo>
                  <a:pt x="36" y="45"/>
                  <a:pt x="36" y="45"/>
                  <a:pt x="36" y="45"/>
                </a:cubicBezTo>
                <a:cubicBezTo>
                  <a:pt x="36" y="44"/>
                  <a:pt x="35" y="44"/>
                  <a:pt x="35" y="43"/>
                </a:cubicBezTo>
                <a:cubicBezTo>
                  <a:pt x="35" y="43"/>
                  <a:pt x="35" y="42"/>
                  <a:pt x="36" y="42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41"/>
                  <a:pt x="36" y="41"/>
                  <a:pt x="36" y="41"/>
                </a:cubicBezTo>
                <a:cubicBezTo>
                  <a:pt x="36" y="41"/>
                  <a:pt x="36" y="41"/>
                  <a:pt x="36" y="41"/>
                </a:cubicBezTo>
                <a:cubicBezTo>
                  <a:pt x="35" y="41"/>
                  <a:pt x="35" y="41"/>
                  <a:pt x="35" y="40"/>
                </a:cubicBezTo>
                <a:cubicBezTo>
                  <a:pt x="36" y="40"/>
                  <a:pt x="36" y="40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7" y="42"/>
                  <a:pt x="38" y="43"/>
                  <a:pt x="38" y="44"/>
                </a:cubicBezTo>
                <a:cubicBezTo>
                  <a:pt x="40" y="44"/>
                  <a:pt x="40" y="44"/>
                  <a:pt x="40" y="44"/>
                </a:cubicBezTo>
                <a:cubicBezTo>
                  <a:pt x="41" y="46"/>
                  <a:pt x="41" y="46"/>
                  <a:pt x="41" y="46"/>
                </a:cubicBezTo>
                <a:cubicBezTo>
                  <a:pt x="41" y="46"/>
                  <a:pt x="42" y="47"/>
                  <a:pt x="43" y="47"/>
                </a:cubicBezTo>
                <a:cubicBezTo>
                  <a:pt x="44" y="45"/>
                  <a:pt x="44" y="45"/>
                  <a:pt x="44" y="45"/>
                </a:cubicBezTo>
                <a:cubicBezTo>
                  <a:pt x="46" y="44"/>
                  <a:pt x="46" y="44"/>
                  <a:pt x="46" y="44"/>
                </a:cubicBezTo>
                <a:cubicBezTo>
                  <a:pt x="46" y="44"/>
                  <a:pt x="47" y="44"/>
                  <a:pt x="48" y="44"/>
                </a:cubicBezTo>
                <a:cubicBezTo>
                  <a:pt x="48" y="44"/>
                  <a:pt x="49" y="44"/>
                  <a:pt x="50" y="44"/>
                </a:cubicBezTo>
                <a:cubicBezTo>
                  <a:pt x="50" y="43"/>
                  <a:pt x="50" y="43"/>
                  <a:pt x="50" y="43"/>
                </a:cubicBezTo>
                <a:cubicBezTo>
                  <a:pt x="51" y="43"/>
                  <a:pt x="52" y="43"/>
                  <a:pt x="52" y="43"/>
                </a:cubicBezTo>
                <a:cubicBezTo>
                  <a:pt x="53" y="43"/>
                  <a:pt x="53" y="43"/>
                  <a:pt x="55" y="42"/>
                </a:cubicBezTo>
                <a:cubicBezTo>
                  <a:pt x="55" y="42"/>
                  <a:pt x="55" y="42"/>
                  <a:pt x="55" y="42"/>
                </a:cubicBezTo>
                <a:cubicBezTo>
                  <a:pt x="55" y="41"/>
                  <a:pt x="55" y="41"/>
                  <a:pt x="55" y="41"/>
                </a:cubicBezTo>
                <a:cubicBezTo>
                  <a:pt x="55" y="41"/>
                  <a:pt x="55" y="41"/>
                  <a:pt x="55" y="40"/>
                </a:cubicBezTo>
                <a:cubicBezTo>
                  <a:pt x="56" y="37"/>
                  <a:pt x="56" y="37"/>
                  <a:pt x="56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7" y="37"/>
                  <a:pt x="57" y="37"/>
                  <a:pt x="57" y="37"/>
                </a:cubicBezTo>
                <a:cubicBezTo>
                  <a:pt x="57" y="37"/>
                  <a:pt x="57" y="37"/>
                  <a:pt x="57" y="37"/>
                </a:cubicBezTo>
                <a:cubicBezTo>
                  <a:pt x="57" y="37"/>
                  <a:pt x="57" y="37"/>
                  <a:pt x="57" y="38"/>
                </a:cubicBezTo>
                <a:cubicBezTo>
                  <a:pt x="58" y="38"/>
                  <a:pt x="58" y="38"/>
                  <a:pt x="58" y="38"/>
                </a:cubicBezTo>
                <a:cubicBezTo>
                  <a:pt x="58" y="41"/>
                  <a:pt x="58" y="43"/>
                  <a:pt x="58" y="43"/>
                </a:cubicBezTo>
                <a:cubicBezTo>
                  <a:pt x="59" y="44"/>
                  <a:pt x="59" y="44"/>
                  <a:pt x="60" y="44"/>
                </a:cubicBezTo>
                <a:cubicBezTo>
                  <a:pt x="62" y="45"/>
                  <a:pt x="62" y="45"/>
                  <a:pt x="62" y="45"/>
                </a:cubicBezTo>
                <a:cubicBezTo>
                  <a:pt x="63" y="45"/>
                  <a:pt x="63" y="44"/>
                  <a:pt x="64" y="43"/>
                </a:cubicBezTo>
                <a:cubicBezTo>
                  <a:pt x="65" y="43"/>
                  <a:pt x="66" y="42"/>
                  <a:pt x="67" y="42"/>
                </a:cubicBezTo>
                <a:cubicBezTo>
                  <a:pt x="67" y="43"/>
                  <a:pt x="67" y="44"/>
                  <a:pt x="67" y="45"/>
                </a:cubicBezTo>
                <a:cubicBezTo>
                  <a:pt x="67" y="46"/>
                  <a:pt x="68" y="47"/>
                  <a:pt x="69" y="47"/>
                </a:cubicBezTo>
                <a:cubicBezTo>
                  <a:pt x="69" y="46"/>
                  <a:pt x="70" y="46"/>
                  <a:pt x="70" y="46"/>
                </a:cubicBezTo>
                <a:cubicBezTo>
                  <a:pt x="71" y="46"/>
                  <a:pt x="71" y="46"/>
                  <a:pt x="72" y="47"/>
                </a:cubicBezTo>
                <a:cubicBezTo>
                  <a:pt x="72" y="47"/>
                  <a:pt x="73" y="47"/>
                  <a:pt x="73" y="48"/>
                </a:cubicBezTo>
                <a:cubicBezTo>
                  <a:pt x="73" y="47"/>
                  <a:pt x="74" y="47"/>
                  <a:pt x="74" y="47"/>
                </a:cubicBezTo>
                <a:cubicBezTo>
                  <a:pt x="75" y="47"/>
                  <a:pt x="75" y="47"/>
                  <a:pt x="75" y="47"/>
                </a:cubicBezTo>
                <a:cubicBezTo>
                  <a:pt x="77" y="46"/>
                  <a:pt x="77" y="46"/>
                  <a:pt x="77" y="46"/>
                </a:cubicBezTo>
                <a:cubicBezTo>
                  <a:pt x="78" y="45"/>
                  <a:pt x="78" y="45"/>
                  <a:pt x="79" y="45"/>
                </a:cubicBezTo>
                <a:cubicBezTo>
                  <a:pt x="79" y="46"/>
                  <a:pt x="79" y="46"/>
                  <a:pt x="79" y="46"/>
                </a:cubicBezTo>
                <a:cubicBezTo>
                  <a:pt x="78" y="47"/>
                  <a:pt x="78" y="48"/>
                  <a:pt x="78" y="48"/>
                </a:cubicBezTo>
                <a:cubicBezTo>
                  <a:pt x="78" y="49"/>
                  <a:pt x="78" y="49"/>
                  <a:pt x="78" y="49"/>
                </a:cubicBezTo>
                <a:cubicBezTo>
                  <a:pt x="78" y="49"/>
                  <a:pt x="78" y="49"/>
                  <a:pt x="79" y="49"/>
                </a:cubicBezTo>
                <a:cubicBezTo>
                  <a:pt x="79" y="49"/>
                  <a:pt x="80" y="49"/>
                  <a:pt x="80" y="49"/>
                </a:cubicBezTo>
                <a:cubicBezTo>
                  <a:pt x="81" y="49"/>
                  <a:pt x="81" y="49"/>
                  <a:pt x="82" y="49"/>
                </a:cubicBezTo>
                <a:cubicBezTo>
                  <a:pt x="82" y="49"/>
                  <a:pt x="82" y="50"/>
                  <a:pt x="82" y="51"/>
                </a:cubicBezTo>
                <a:cubicBezTo>
                  <a:pt x="82" y="52"/>
                  <a:pt x="81" y="53"/>
                  <a:pt x="81" y="54"/>
                </a:cubicBezTo>
                <a:cubicBezTo>
                  <a:pt x="82" y="54"/>
                  <a:pt x="82" y="54"/>
                  <a:pt x="82" y="54"/>
                </a:cubicBezTo>
                <a:cubicBezTo>
                  <a:pt x="82" y="55"/>
                  <a:pt x="82" y="55"/>
                  <a:pt x="82" y="55"/>
                </a:cubicBezTo>
                <a:cubicBezTo>
                  <a:pt x="83" y="55"/>
                  <a:pt x="83" y="55"/>
                  <a:pt x="83" y="55"/>
                </a:cubicBezTo>
                <a:cubicBezTo>
                  <a:pt x="83" y="55"/>
                  <a:pt x="83" y="55"/>
                  <a:pt x="83" y="55"/>
                </a:cubicBezTo>
                <a:cubicBezTo>
                  <a:pt x="84" y="55"/>
                  <a:pt x="84" y="55"/>
                  <a:pt x="84" y="55"/>
                </a:cubicBezTo>
                <a:cubicBezTo>
                  <a:pt x="84" y="56"/>
                  <a:pt x="84" y="56"/>
                  <a:pt x="84" y="56"/>
                </a:cubicBezTo>
                <a:cubicBezTo>
                  <a:pt x="84" y="57"/>
                  <a:pt x="85" y="57"/>
                  <a:pt x="85" y="57"/>
                </a:cubicBezTo>
                <a:cubicBezTo>
                  <a:pt x="85" y="57"/>
                  <a:pt x="86" y="57"/>
                  <a:pt x="87" y="58"/>
                </a:cubicBezTo>
                <a:cubicBezTo>
                  <a:pt x="88" y="55"/>
                  <a:pt x="89" y="54"/>
                  <a:pt x="91" y="54"/>
                </a:cubicBezTo>
                <a:cubicBezTo>
                  <a:pt x="91" y="55"/>
                  <a:pt x="91" y="56"/>
                  <a:pt x="91" y="57"/>
                </a:cubicBezTo>
                <a:cubicBezTo>
                  <a:pt x="91" y="57"/>
                  <a:pt x="91" y="57"/>
                  <a:pt x="91" y="57"/>
                </a:cubicBezTo>
                <a:cubicBezTo>
                  <a:pt x="90" y="58"/>
                  <a:pt x="90" y="58"/>
                  <a:pt x="90" y="58"/>
                </a:cubicBezTo>
                <a:cubicBezTo>
                  <a:pt x="89" y="58"/>
                  <a:pt x="89" y="58"/>
                  <a:pt x="89" y="58"/>
                </a:cubicBezTo>
                <a:cubicBezTo>
                  <a:pt x="89" y="58"/>
                  <a:pt x="89" y="58"/>
                  <a:pt x="89" y="58"/>
                </a:cubicBezTo>
                <a:cubicBezTo>
                  <a:pt x="88" y="58"/>
                  <a:pt x="88" y="58"/>
                  <a:pt x="88" y="58"/>
                </a:cubicBezTo>
                <a:cubicBezTo>
                  <a:pt x="88" y="60"/>
                  <a:pt x="88" y="61"/>
                  <a:pt x="88" y="62"/>
                </a:cubicBezTo>
                <a:cubicBezTo>
                  <a:pt x="89" y="63"/>
                  <a:pt x="90" y="63"/>
                  <a:pt x="91" y="63"/>
                </a:cubicBezTo>
                <a:cubicBezTo>
                  <a:pt x="91" y="63"/>
                  <a:pt x="91" y="63"/>
                  <a:pt x="91" y="63"/>
                </a:cubicBezTo>
                <a:cubicBezTo>
                  <a:pt x="92" y="63"/>
                  <a:pt x="92" y="63"/>
                  <a:pt x="93" y="63"/>
                </a:cubicBezTo>
                <a:cubicBezTo>
                  <a:pt x="93" y="63"/>
                  <a:pt x="94" y="63"/>
                  <a:pt x="94" y="63"/>
                </a:cubicBezTo>
                <a:cubicBezTo>
                  <a:pt x="94" y="63"/>
                  <a:pt x="94" y="63"/>
                  <a:pt x="94" y="63"/>
                </a:cubicBezTo>
                <a:cubicBezTo>
                  <a:pt x="95" y="63"/>
                  <a:pt x="96" y="63"/>
                  <a:pt x="96" y="62"/>
                </a:cubicBezTo>
                <a:cubicBezTo>
                  <a:pt x="97" y="62"/>
                  <a:pt x="98" y="62"/>
                  <a:pt x="100" y="62"/>
                </a:cubicBezTo>
                <a:cubicBezTo>
                  <a:pt x="100" y="62"/>
                  <a:pt x="100" y="62"/>
                  <a:pt x="100" y="62"/>
                </a:cubicBezTo>
                <a:cubicBezTo>
                  <a:pt x="100" y="62"/>
                  <a:pt x="99" y="62"/>
                  <a:pt x="99" y="62"/>
                </a:cubicBezTo>
                <a:cubicBezTo>
                  <a:pt x="99" y="63"/>
                  <a:pt x="99" y="63"/>
                  <a:pt x="99" y="63"/>
                </a:cubicBezTo>
                <a:cubicBezTo>
                  <a:pt x="98" y="63"/>
                  <a:pt x="98" y="63"/>
                  <a:pt x="98" y="63"/>
                </a:cubicBezTo>
                <a:cubicBezTo>
                  <a:pt x="97" y="63"/>
                  <a:pt x="95" y="64"/>
                  <a:pt x="94" y="65"/>
                </a:cubicBezTo>
                <a:cubicBezTo>
                  <a:pt x="93" y="66"/>
                  <a:pt x="93" y="66"/>
                  <a:pt x="93" y="66"/>
                </a:cubicBezTo>
                <a:lnTo>
                  <a:pt x="93" y="67"/>
                </a:lnTo>
                <a:close/>
                <a:moveTo>
                  <a:pt x="85" y="115"/>
                </a:moveTo>
                <a:cubicBezTo>
                  <a:pt x="85" y="114"/>
                  <a:pt x="86" y="113"/>
                  <a:pt x="88" y="113"/>
                </a:cubicBezTo>
                <a:cubicBezTo>
                  <a:pt x="87" y="114"/>
                  <a:pt x="87" y="115"/>
                  <a:pt x="85" y="115"/>
                </a:cubicBezTo>
                <a:close/>
                <a:moveTo>
                  <a:pt x="9" y="70"/>
                </a:moveTo>
                <a:cubicBezTo>
                  <a:pt x="8" y="69"/>
                  <a:pt x="8" y="69"/>
                  <a:pt x="7" y="69"/>
                </a:cubicBezTo>
                <a:cubicBezTo>
                  <a:pt x="2" y="68"/>
                  <a:pt x="2" y="68"/>
                  <a:pt x="2" y="68"/>
                </a:cubicBezTo>
                <a:cubicBezTo>
                  <a:pt x="2" y="67"/>
                  <a:pt x="2" y="67"/>
                  <a:pt x="1" y="67"/>
                </a:cubicBezTo>
                <a:cubicBezTo>
                  <a:pt x="1" y="67"/>
                  <a:pt x="1" y="67"/>
                  <a:pt x="0" y="67"/>
                </a:cubicBezTo>
                <a:cubicBezTo>
                  <a:pt x="1" y="67"/>
                  <a:pt x="1" y="66"/>
                  <a:pt x="1" y="66"/>
                </a:cubicBezTo>
                <a:cubicBezTo>
                  <a:pt x="2" y="66"/>
                  <a:pt x="4" y="67"/>
                  <a:pt x="6" y="67"/>
                </a:cubicBezTo>
                <a:cubicBezTo>
                  <a:pt x="8" y="67"/>
                  <a:pt x="10" y="68"/>
                  <a:pt x="10" y="69"/>
                </a:cubicBezTo>
                <a:cubicBezTo>
                  <a:pt x="10" y="69"/>
                  <a:pt x="10" y="69"/>
                  <a:pt x="10" y="69"/>
                </a:cubicBezTo>
                <a:cubicBezTo>
                  <a:pt x="10" y="70"/>
                  <a:pt x="10" y="70"/>
                  <a:pt x="10" y="70"/>
                </a:cubicBezTo>
                <a:lnTo>
                  <a:pt x="9" y="70"/>
                </a:lnTo>
                <a:close/>
                <a:moveTo>
                  <a:pt x="30" y="128"/>
                </a:moveTo>
                <a:cubicBezTo>
                  <a:pt x="30" y="129"/>
                  <a:pt x="30" y="129"/>
                  <a:pt x="30" y="129"/>
                </a:cubicBezTo>
                <a:cubicBezTo>
                  <a:pt x="30" y="129"/>
                  <a:pt x="30" y="129"/>
                  <a:pt x="30" y="129"/>
                </a:cubicBezTo>
                <a:cubicBezTo>
                  <a:pt x="30" y="129"/>
                  <a:pt x="30" y="129"/>
                  <a:pt x="30" y="128"/>
                </a:cubicBezTo>
                <a:close/>
                <a:moveTo>
                  <a:pt x="42" y="138"/>
                </a:moveTo>
                <a:cubicBezTo>
                  <a:pt x="42" y="138"/>
                  <a:pt x="41" y="139"/>
                  <a:pt x="41" y="139"/>
                </a:cubicBezTo>
                <a:cubicBezTo>
                  <a:pt x="41" y="139"/>
                  <a:pt x="40" y="139"/>
                  <a:pt x="40" y="138"/>
                </a:cubicBezTo>
                <a:cubicBezTo>
                  <a:pt x="41" y="138"/>
                  <a:pt x="41" y="138"/>
                  <a:pt x="41" y="138"/>
                </a:cubicBezTo>
                <a:cubicBezTo>
                  <a:pt x="41" y="138"/>
                  <a:pt x="41" y="137"/>
                  <a:pt x="41" y="137"/>
                </a:cubicBezTo>
                <a:lnTo>
                  <a:pt x="42" y="138"/>
                </a:lnTo>
                <a:close/>
                <a:moveTo>
                  <a:pt x="33" y="33"/>
                </a:moveTo>
                <a:cubicBezTo>
                  <a:pt x="32" y="32"/>
                  <a:pt x="32" y="31"/>
                  <a:pt x="31" y="29"/>
                </a:cubicBezTo>
                <a:cubicBezTo>
                  <a:pt x="30" y="28"/>
                  <a:pt x="30" y="27"/>
                  <a:pt x="30" y="25"/>
                </a:cubicBezTo>
                <a:cubicBezTo>
                  <a:pt x="31" y="26"/>
                  <a:pt x="31" y="26"/>
                  <a:pt x="31" y="26"/>
                </a:cubicBezTo>
                <a:cubicBezTo>
                  <a:pt x="31" y="27"/>
                  <a:pt x="31" y="27"/>
                  <a:pt x="31" y="28"/>
                </a:cubicBezTo>
                <a:cubicBezTo>
                  <a:pt x="32" y="31"/>
                  <a:pt x="32" y="31"/>
                  <a:pt x="32" y="31"/>
                </a:cubicBezTo>
                <a:cubicBezTo>
                  <a:pt x="33" y="31"/>
                  <a:pt x="33" y="32"/>
                  <a:pt x="33" y="33"/>
                </a:cubicBezTo>
                <a:close/>
                <a:moveTo>
                  <a:pt x="42" y="6"/>
                </a:moveTo>
                <a:cubicBezTo>
                  <a:pt x="41" y="6"/>
                  <a:pt x="40" y="4"/>
                  <a:pt x="40" y="2"/>
                </a:cubicBezTo>
                <a:cubicBezTo>
                  <a:pt x="40" y="1"/>
                  <a:pt x="40" y="0"/>
                  <a:pt x="41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42" y="0"/>
                  <a:pt x="43" y="1"/>
                  <a:pt x="43" y="1"/>
                </a:cubicBezTo>
                <a:cubicBezTo>
                  <a:pt x="43" y="1"/>
                  <a:pt x="43" y="2"/>
                  <a:pt x="43" y="4"/>
                </a:cubicBezTo>
                <a:cubicBezTo>
                  <a:pt x="42" y="4"/>
                  <a:pt x="42" y="5"/>
                  <a:pt x="42" y="6"/>
                </a:cubicBezTo>
                <a:close/>
                <a:moveTo>
                  <a:pt x="49" y="15"/>
                </a:moveTo>
                <a:cubicBezTo>
                  <a:pt x="47" y="15"/>
                  <a:pt x="47" y="15"/>
                  <a:pt x="47" y="15"/>
                </a:cubicBezTo>
                <a:cubicBezTo>
                  <a:pt x="49" y="14"/>
                  <a:pt x="49" y="14"/>
                  <a:pt x="49" y="14"/>
                </a:cubicBezTo>
                <a:lnTo>
                  <a:pt x="49" y="15"/>
                </a:lnTo>
                <a:close/>
                <a:moveTo>
                  <a:pt x="67" y="2"/>
                </a:moveTo>
                <a:cubicBezTo>
                  <a:pt x="66" y="2"/>
                  <a:pt x="66" y="2"/>
                  <a:pt x="66" y="2"/>
                </a:cubicBezTo>
                <a:cubicBezTo>
                  <a:pt x="65" y="2"/>
                  <a:pt x="65" y="1"/>
                  <a:pt x="64" y="1"/>
                </a:cubicBezTo>
                <a:cubicBezTo>
                  <a:pt x="64" y="1"/>
                  <a:pt x="65" y="0"/>
                  <a:pt x="65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6" y="0"/>
                  <a:pt x="68" y="0"/>
                  <a:pt x="69" y="0"/>
                </a:cubicBezTo>
                <a:cubicBezTo>
                  <a:pt x="71" y="1"/>
                  <a:pt x="72" y="2"/>
                  <a:pt x="72" y="2"/>
                </a:cubicBezTo>
                <a:cubicBezTo>
                  <a:pt x="73" y="2"/>
                  <a:pt x="73" y="2"/>
                  <a:pt x="73" y="2"/>
                </a:cubicBezTo>
                <a:cubicBezTo>
                  <a:pt x="73" y="3"/>
                  <a:pt x="73" y="3"/>
                  <a:pt x="73" y="3"/>
                </a:cubicBezTo>
                <a:cubicBezTo>
                  <a:pt x="73" y="4"/>
                  <a:pt x="73" y="4"/>
                  <a:pt x="73" y="4"/>
                </a:cubicBezTo>
                <a:cubicBezTo>
                  <a:pt x="73" y="4"/>
                  <a:pt x="72" y="4"/>
                  <a:pt x="71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0" y="4"/>
                  <a:pt x="70" y="4"/>
                  <a:pt x="69" y="4"/>
                </a:cubicBezTo>
                <a:cubicBezTo>
                  <a:pt x="67" y="3"/>
                  <a:pt x="67" y="3"/>
                  <a:pt x="67" y="3"/>
                </a:cubicBezTo>
                <a:cubicBezTo>
                  <a:pt x="67" y="3"/>
                  <a:pt x="67" y="3"/>
                  <a:pt x="67" y="2"/>
                </a:cubicBezTo>
                <a:close/>
                <a:moveTo>
                  <a:pt x="52" y="15"/>
                </a:moveTo>
                <a:cubicBezTo>
                  <a:pt x="52" y="15"/>
                  <a:pt x="51" y="15"/>
                  <a:pt x="51" y="15"/>
                </a:cubicBezTo>
                <a:cubicBezTo>
                  <a:pt x="50" y="15"/>
                  <a:pt x="50" y="15"/>
                  <a:pt x="49" y="15"/>
                </a:cubicBezTo>
                <a:cubicBezTo>
                  <a:pt x="50" y="15"/>
                  <a:pt x="51" y="15"/>
                  <a:pt x="52" y="15"/>
                </a:cubicBezTo>
                <a:cubicBezTo>
                  <a:pt x="53" y="15"/>
                  <a:pt x="53" y="15"/>
                  <a:pt x="55" y="15"/>
                </a:cubicBezTo>
                <a:cubicBezTo>
                  <a:pt x="55" y="16"/>
                  <a:pt x="55" y="16"/>
                  <a:pt x="55" y="16"/>
                </a:cubicBezTo>
                <a:cubicBezTo>
                  <a:pt x="53" y="16"/>
                  <a:pt x="53" y="16"/>
                  <a:pt x="53" y="16"/>
                </a:cubicBezTo>
                <a:cubicBezTo>
                  <a:pt x="53" y="16"/>
                  <a:pt x="52" y="16"/>
                  <a:pt x="52" y="15"/>
                </a:cubicBezTo>
                <a:close/>
                <a:moveTo>
                  <a:pt x="33" y="35"/>
                </a:moveTo>
                <a:cubicBezTo>
                  <a:pt x="34" y="35"/>
                  <a:pt x="34" y="35"/>
                  <a:pt x="34" y="35"/>
                </a:cubicBezTo>
                <a:cubicBezTo>
                  <a:pt x="34" y="35"/>
                  <a:pt x="34" y="35"/>
                  <a:pt x="34" y="35"/>
                </a:cubicBezTo>
                <a:cubicBezTo>
                  <a:pt x="34" y="35"/>
                  <a:pt x="34" y="36"/>
                  <a:pt x="35" y="36"/>
                </a:cubicBezTo>
                <a:cubicBezTo>
                  <a:pt x="33" y="35"/>
                  <a:pt x="33" y="35"/>
                  <a:pt x="33" y="35"/>
                </a:cubicBezTo>
                <a:cubicBezTo>
                  <a:pt x="33" y="35"/>
                  <a:pt x="33" y="35"/>
                  <a:pt x="33" y="35"/>
                </a:cubicBezTo>
                <a:close/>
                <a:moveTo>
                  <a:pt x="20" y="60"/>
                </a:moveTo>
                <a:cubicBezTo>
                  <a:pt x="20" y="60"/>
                  <a:pt x="20" y="60"/>
                  <a:pt x="20" y="60"/>
                </a:cubicBezTo>
                <a:cubicBezTo>
                  <a:pt x="20" y="60"/>
                  <a:pt x="19" y="60"/>
                  <a:pt x="19" y="60"/>
                </a:cubicBezTo>
                <a:cubicBezTo>
                  <a:pt x="19" y="59"/>
                  <a:pt x="19" y="59"/>
                  <a:pt x="19" y="59"/>
                </a:cubicBezTo>
                <a:cubicBezTo>
                  <a:pt x="20" y="59"/>
                  <a:pt x="20" y="59"/>
                  <a:pt x="20" y="59"/>
                </a:cubicBezTo>
                <a:cubicBezTo>
                  <a:pt x="20" y="59"/>
                  <a:pt x="20" y="60"/>
                  <a:pt x="21" y="60"/>
                </a:cubicBezTo>
                <a:lnTo>
                  <a:pt x="20" y="60"/>
                </a:lnTo>
                <a:close/>
                <a:moveTo>
                  <a:pt x="8" y="99"/>
                </a:moveTo>
                <a:cubicBezTo>
                  <a:pt x="8" y="99"/>
                  <a:pt x="8" y="100"/>
                  <a:pt x="8" y="100"/>
                </a:cubicBezTo>
                <a:cubicBezTo>
                  <a:pt x="8" y="100"/>
                  <a:pt x="8" y="100"/>
                  <a:pt x="8" y="100"/>
                </a:cubicBezTo>
                <a:cubicBezTo>
                  <a:pt x="8" y="100"/>
                  <a:pt x="7" y="100"/>
                  <a:pt x="7" y="100"/>
                </a:cubicBezTo>
                <a:cubicBezTo>
                  <a:pt x="7" y="100"/>
                  <a:pt x="7" y="100"/>
                  <a:pt x="7" y="100"/>
                </a:cubicBezTo>
                <a:lnTo>
                  <a:pt x="8" y="99"/>
                </a:lnTo>
                <a:close/>
                <a:moveTo>
                  <a:pt x="27" y="15"/>
                </a:moveTo>
                <a:cubicBezTo>
                  <a:pt x="26" y="15"/>
                  <a:pt x="25" y="15"/>
                  <a:pt x="25" y="14"/>
                </a:cubicBezTo>
                <a:cubicBezTo>
                  <a:pt x="24" y="14"/>
                  <a:pt x="24" y="13"/>
                  <a:pt x="24" y="12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12"/>
                  <a:pt x="26" y="13"/>
                  <a:pt x="26" y="13"/>
                </a:cubicBezTo>
                <a:cubicBezTo>
                  <a:pt x="27" y="13"/>
                  <a:pt x="27" y="14"/>
                  <a:pt x="27" y="15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43548" tIns="21773" rIns="43548" bIns="21773" anchor="t"/>
          <a:lstStyle/>
          <a:p>
            <a:endParaRPr sz="855"/>
          </a:p>
        </p:txBody>
      </p:sp>
      <p:sp>
        <p:nvSpPr>
          <p:cNvPr id="9" name="Freeform 95"/>
          <p:cNvSpPr>
            <a:spLocks noGrp="1"/>
          </p:cNvSpPr>
          <p:nvPr/>
        </p:nvSpPr>
        <p:spPr>
          <a:xfrm>
            <a:off x="8213905" y="5233502"/>
            <a:ext cx="1483637" cy="1273192"/>
          </a:xfrm>
          <a:custGeom>
            <a:avLst/>
            <a:gdLst>
              <a:gd name="T0" fmla="*/ 176 w 193"/>
              <a:gd name="T1" fmla="*/ 80 h 166"/>
              <a:gd name="T2" fmla="*/ 178 w 193"/>
              <a:gd name="T3" fmla="*/ 87 h 166"/>
              <a:gd name="T4" fmla="*/ 175 w 193"/>
              <a:gd name="T5" fmla="*/ 95 h 166"/>
              <a:gd name="T6" fmla="*/ 174 w 193"/>
              <a:gd name="T7" fmla="*/ 104 h 166"/>
              <a:gd name="T8" fmla="*/ 163 w 193"/>
              <a:gd name="T9" fmla="*/ 112 h 166"/>
              <a:gd name="T10" fmla="*/ 161 w 193"/>
              <a:gd name="T11" fmla="*/ 118 h 166"/>
              <a:gd name="T12" fmla="*/ 154 w 193"/>
              <a:gd name="T13" fmla="*/ 127 h 166"/>
              <a:gd name="T14" fmla="*/ 153 w 193"/>
              <a:gd name="T15" fmla="*/ 134 h 166"/>
              <a:gd name="T16" fmla="*/ 142 w 193"/>
              <a:gd name="T17" fmla="*/ 153 h 166"/>
              <a:gd name="T18" fmla="*/ 132 w 193"/>
              <a:gd name="T19" fmla="*/ 133 h 166"/>
              <a:gd name="T20" fmla="*/ 118 w 193"/>
              <a:gd name="T21" fmla="*/ 128 h 166"/>
              <a:gd name="T22" fmla="*/ 111 w 193"/>
              <a:gd name="T23" fmla="*/ 107 h 166"/>
              <a:gd name="T24" fmla="*/ 110 w 193"/>
              <a:gd name="T25" fmla="*/ 93 h 166"/>
              <a:gd name="T26" fmla="*/ 103 w 193"/>
              <a:gd name="T27" fmla="*/ 87 h 166"/>
              <a:gd name="T28" fmla="*/ 114 w 193"/>
              <a:gd name="T29" fmla="*/ 75 h 166"/>
              <a:gd name="T30" fmla="*/ 103 w 193"/>
              <a:gd name="T31" fmla="*/ 72 h 166"/>
              <a:gd name="T32" fmla="*/ 105 w 193"/>
              <a:gd name="T33" fmla="*/ 65 h 166"/>
              <a:gd name="T34" fmla="*/ 118 w 193"/>
              <a:gd name="T35" fmla="*/ 72 h 166"/>
              <a:gd name="T36" fmla="*/ 119 w 193"/>
              <a:gd name="T37" fmla="*/ 63 h 166"/>
              <a:gd name="T38" fmla="*/ 129 w 193"/>
              <a:gd name="T39" fmla="*/ 57 h 166"/>
              <a:gd name="T40" fmla="*/ 148 w 193"/>
              <a:gd name="T41" fmla="*/ 55 h 166"/>
              <a:gd name="T42" fmla="*/ 161 w 193"/>
              <a:gd name="T43" fmla="*/ 61 h 166"/>
              <a:gd name="T44" fmla="*/ 44 w 193"/>
              <a:gd name="T45" fmla="*/ 13 h 166"/>
              <a:gd name="T46" fmla="*/ 50 w 193"/>
              <a:gd name="T47" fmla="*/ 24 h 166"/>
              <a:gd name="T48" fmla="*/ 32 w 193"/>
              <a:gd name="T49" fmla="*/ 37 h 166"/>
              <a:gd name="T50" fmla="*/ 23 w 193"/>
              <a:gd name="T51" fmla="*/ 42 h 166"/>
              <a:gd name="T52" fmla="*/ 8 w 193"/>
              <a:gd name="T53" fmla="*/ 42 h 166"/>
              <a:gd name="T54" fmla="*/ 15 w 193"/>
              <a:gd name="T55" fmla="*/ 27 h 166"/>
              <a:gd name="T56" fmla="*/ 25 w 193"/>
              <a:gd name="T57" fmla="*/ 23 h 166"/>
              <a:gd name="T58" fmla="*/ 44 w 193"/>
              <a:gd name="T59" fmla="*/ 13 h 166"/>
              <a:gd name="T60" fmla="*/ 153 w 193"/>
              <a:gd name="T61" fmla="*/ 19 h 166"/>
              <a:gd name="T62" fmla="*/ 158 w 193"/>
              <a:gd name="T63" fmla="*/ 25 h 166"/>
              <a:gd name="T64" fmla="*/ 157 w 193"/>
              <a:gd name="T65" fmla="*/ 37 h 166"/>
              <a:gd name="T66" fmla="*/ 149 w 193"/>
              <a:gd name="T67" fmla="*/ 43 h 166"/>
              <a:gd name="T68" fmla="*/ 142 w 193"/>
              <a:gd name="T69" fmla="*/ 47 h 166"/>
              <a:gd name="T70" fmla="*/ 131 w 193"/>
              <a:gd name="T71" fmla="*/ 29 h 166"/>
              <a:gd name="T72" fmla="*/ 144 w 193"/>
              <a:gd name="T73" fmla="*/ 20 h 166"/>
              <a:gd name="T74" fmla="*/ 187 w 193"/>
              <a:gd name="T75" fmla="*/ 147 h 166"/>
              <a:gd name="T76" fmla="*/ 16 w 193"/>
              <a:gd name="T77" fmla="*/ 20 h 166"/>
              <a:gd name="T78" fmla="*/ 187 w 193"/>
              <a:gd name="T79" fmla="*/ 94 h 166"/>
              <a:gd name="T80" fmla="*/ 111 w 193"/>
              <a:gd name="T81" fmla="*/ 139 h 166"/>
              <a:gd name="T82" fmla="*/ 42 w 193"/>
              <a:gd name="T83" fmla="*/ 1 h 166"/>
              <a:gd name="T84" fmla="*/ 134 w 193"/>
              <a:gd name="T85" fmla="*/ 155 h 166"/>
              <a:gd name="T86" fmla="*/ 98 w 193"/>
              <a:gd name="T87" fmla="*/ 59 h 166"/>
              <a:gd name="T88" fmla="*/ 95 w 193"/>
              <a:gd name="T89" fmla="*/ 75 h 166"/>
              <a:gd name="T90" fmla="*/ 6 w 193"/>
              <a:gd name="T91" fmla="*/ 43 h 166"/>
              <a:gd name="T92" fmla="*/ 167 w 193"/>
              <a:gd name="T93" fmla="*/ 112 h 166"/>
              <a:gd name="T94" fmla="*/ 168 w 193"/>
              <a:gd name="T95" fmla="*/ 64 h 166"/>
              <a:gd name="T96" fmla="*/ 125 w 193"/>
              <a:gd name="T97" fmla="*/ 36 h 166"/>
              <a:gd name="T98" fmla="*/ 129 w 193"/>
              <a:gd name="T99" fmla="*/ 45 h 166"/>
              <a:gd name="T100" fmla="*/ 184 w 193"/>
              <a:gd name="T101" fmla="*/ 104 h 166"/>
              <a:gd name="T102" fmla="*/ 84 w 193"/>
              <a:gd name="T103" fmla="*/ 58 h 166"/>
              <a:gd name="T104" fmla="*/ 110 w 193"/>
              <a:gd name="T105" fmla="*/ 61 h 166"/>
              <a:gd name="T106" fmla="*/ 60 w 193"/>
              <a:gd name="T107" fmla="*/ 84 h 166"/>
              <a:gd name="T108" fmla="*/ 146 w 193"/>
              <a:gd name="T109" fmla="*/ 45 h 166"/>
              <a:gd name="T110" fmla="*/ 28 w 193"/>
              <a:gd name="T111" fmla="*/ 34 h 166"/>
              <a:gd name="T112" fmla="*/ 130 w 193"/>
              <a:gd name="T113" fmla="*/ 49 h 166"/>
            </a:gdLst>
            <a:ahLst/>
            <a:cxnLst/>
            <a:rect l="0" t="0" r="r" b="b"/>
            <a:pathLst>
              <a:path w="193" h="166">
                <a:moveTo>
                  <a:pt x="168" y="64"/>
                </a:moveTo>
                <a:cubicBezTo>
                  <a:pt x="168" y="65"/>
                  <a:pt x="168" y="65"/>
                  <a:pt x="168" y="65"/>
                </a:cubicBezTo>
                <a:cubicBezTo>
                  <a:pt x="168" y="65"/>
                  <a:pt x="168" y="66"/>
                  <a:pt x="169" y="66"/>
                </a:cubicBezTo>
                <a:cubicBezTo>
                  <a:pt x="168" y="66"/>
                  <a:pt x="168" y="66"/>
                  <a:pt x="168" y="67"/>
                </a:cubicBezTo>
                <a:cubicBezTo>
                  <a:pt x="168" y="70"/>
                  <a:pt x="169" y="71"/>
                  <a:pt x="172" y="71"/>
                </a:cubicBezTo>
                <a:cubicBezTo>
                  <a:pt x="174" y="72"/>
                  <a:pt x="175" y="72"/>
                  <a:pt x="175" y="73"/>
                </a:cubicBezTo>
                <a:cubicBezTo>
                  <a:pt x="175" y="75"/>
                  <a:pt x="175" y="76"/>
                  <a:pt x="174" y="76"/>
                </a:cubicBezTo>
                <a:cubicBezTo>
                  <a:pt x="174" y="77"/>
                  <a:pt x="174" y="78"/>
                  <a:pt x="174" y="79"/>
                </a:cubicBezTo>
                <a:cubicBezTo>
                  <a:pt x="174" y="80"/>
                  <a:pt x="174" y="80"/>
                  <a:pt x="176" y="80"/>
                </a:cubicBezTo>
                <a:cubicBezTo>
                  <a:pt x="177" y="80"/>
                  <a:pt x="178" y="80"/>
                  <a:pt x="178" y="81"/>
                </a:cubicBezTo>
                <a:cubicBezTo>
                  <a:pt x="178" y="81"/>
                  <a:pt x="177" y="81"/>
                  <a:pt x="177" y="82"/>
                </a:cubicBezTo>
                <a:cubicBezTo>
                  <a:pt x="176" y="82"/>
                  <a:pt x="175" y="83"/>
                  <a:pt x="175" y="84"/>
                </a:cubicBezTo>
                <a:cubicBezTo>
                  <a:pt x="175" y="84"/>
                  <a:pt x="175" y="85"/>
                  <a:pt x="175" y="85"/>
                </a:cubicBezTo>
                <a:cubicBezTo>
                  <a:pt x="175" y="85"/>
                  <a:pt x="176" y="85"/>
                  <a:pt x="176" y="86"/>
                </a:cubicBezTo>
                <a:cubicBezTo>
                  <a:pt x="176" y="86"/>
                  <a:pt x="175" y="87"/>
                  <a:pt x="175" y="87"/>
                </a:cubicBezTo>
                <a:cubicBezTo>
                  <a:pt x="175" y="87"/>
                  <a:pt x="175" y="87"/>
                  <a:pt x="175" y="88"/>
                </a:cubicBezTo>
                <a:cubicBezTo>
                  <a:pt x="175" y="88"/>
                  <a:pt x="176" y="88"/>
                  <a:pt x="177" y="87"/>
                </a:cubicBezTo>
                <a:cubicBezTo>
                  <a:pt x="177" y="87"/>
                  <a:pt x="178" y="87"/>
                  <a:pt x="178" y="87"/>
                </a:cubicBezTo>
                <a:cubicBezTo>
                  <a:pt x="179" y="87"/>
                  <a:pt x="179" y="87"/>
                  <a:pt x="180" y="87"/>
                </a:cubicBezTo>
                <a:cubicBezTo>
                  <a:pt x="180" y="87"/>
                  <a:pt x="181" y="88"/>
                  <a:pt x="181" y="89"/>
                </a:cubicBezTo>
                <a:cubicBezTo>
                  <a:pt x="181" y="89"/>
                  <a:pt x="180" y="89"/>
                  <a:pt x="180" y="90"/>
                </a:cubicBezTo>
                <a:cubicBezTo>
                  <a:pt x="179" y="90"/>
                  <a:pt x="179" y="90"/>
                  <a:pt x="178" y="90"/>
                </a:cubicBezTo>
                <a:cubicBezTo>
                  <a:pt x="177" y="90"/>
                  <a:pt x="176" y="89"/>
                  <a:pt x="174" y="88"/>
                </a:cubicBezTo>
                <a:cubicBezTo>
                  <a:pt x="174" y="88"/>
                  <a:pt x="174" y="88"/>
                  <a:pt x="174" y="89"/>
                </a:cubicBezTo>
                <a:cubicBezTo>
                  <a:pt x="174" y="90"/>
                  <a:pt x="175" y="91"/>
                  <a:pt x="176" y="91"/>
                </a:cubicBezTo>
                <a:cubicBezTo>
                  <a:pt x="178" y="90"/>
                  <a:pt x="178" y="91"/>
                  <a:pt x="178" y="92"/>
                </a:cubicBezTo>
                <a:cubicBezTo>
                  <a:pt x="178" y="92"/>
                  <a:pt x="177" y="93"/>
                  <a:pt x="175" y="95"/>
                </a:cubicBezTo>
                <a:cubicBezTo>
                  <a:pt x="172" y="96"/>
                  <a:pt x="171" y="97"/>
                  <a:pt x="171" y="99"/>
                </a:cubicBezTo>
                <a:cubicBezTo>
                  <a:pt x="171" y="100"/>
                  <a:pt x="172" y="100"/>
                  <a:pt x="173" y="101"/>
                </a:cubicBezTo>
                <a:cubicBezTo>
                  <a:pt x="174" y="101"/>
                  <a:pt x="175" y="101"/>
                  <a:pt x="176" y="101"/>
                </a:cubicBezTo>
                <a:cubicBezTo>
                  <a:pt x="176" y="101"/>
                  <a:pt x="176" y="101"/>
                  <a:pt x="176" y="101"/>
                </a:cubicBezTo>
                <a:cubicBezTo>
                  <a:pt x="176" y="101"/>
                  <a:pt x="178" y="101"/>
                  <a:pt x="179" y="101"/>
                </a:cubicBezTo>
                <a:cubicBezTo>
                  <a:pt x="181" y="101"/>
                  <a:pt x="182" y="102"/>
                  <a:pt x="182" y="103"/>
                </a:cubicBezTo>
                <a:cubicBezTo>
                  <a:pt x="182" y="104"/>
                  <a:pt x="181" y="104"/>
                  <a:pt x="180" y="105"/>
                </a:cubicBezTo>
                <a:cubicBezTo>
                  <a:pt x="179" y="105"/>
                  <a:pt x="177" y="106"/>
                  <a:pt x="176" y="106"/>
                </a:cubicBezTo>
                <a:cubicBezTo>
                  <a:pt x="175" y="105"/>
                  <a:pt x="174" y="105"/>
                  <a:pt x="174" y="104"/>
                </a:cubicBezTo>
                <a:cubicBezTo>
                  <a:pt x="173" y="103"/>
                  <a:pt x="173" y="103"/>
                  <a:pt x="172" y="102"/>
                </a:cubicBezTo>
                <a:cubicBezTo>
                  <a:pt x="171" y="102"/>
                  <a:pt x="170" y="103"/>
                  <a:pt x="170" y="104"/>
                </a:cubicBezTo>
                <a:cubicBezTo>
                  <a:pt x="170" y="104"/>
                  <a:pt x="171" y="105"/>
                  <a:pt x="171" y="105"/>
                </a:cubicBezTo>
                <a:cubicBezTo>
                  <a:pt x="171" y="105"/>
                  <a:pt x="170" y="105"/>
                  <a:pt x="170" y="105"/>
                </a:cubicBezTo>
                <a:cubicBezTo>
                  <a:pt x="171" y="107"/>
                  <a:pt x="171" y="108"/>
                  <a:pt x="171" y="109"/>
                </a:cubicBezTo>
                <a:cubicBezTo>
                  <a:pt x="170" y="109"/>
                  <a:pt x="170" y="109"/>
                  <a:pt x="169" y="109"/>
                </a:cubicBezTo>
                <a:cubicBezTo>
                  <a:pt x="169" y="109"/>
                  <a:pt x="168" y="109"/>
                  <a:pt x="167" y="109"/>
                </a:cubicBezTo>
                <a:cubicBezTo>
                  <a:pt x="166" y="109"/>
                  <a:pt x="165" y="109"/>
                  <a:pt x="164" y="110"/>
                </a:cubicBezTo>
                <a:cubicBezTo>
                  <a:pt x="163" y="110"/>
                  <a:pt x="163" y="111"/>
                  <a:pt x="163" y="112"/>
                </a:cubicBezTo>
                <a:cubicBezTo>
                  <a:pt x="162" y="112"/>
                  <a:pt x="162" y="112"/>
                  <a:pt x="162" y="112"/>
                </a:cubicBezTo>
                <a:cubicBezTo>
                  <a:pt x="162" y="112"/>
                  <a:pt x="162" y="112"/>
                  <a:pt x="162" y="113"/>
                </a:cubicBezTo>
                <a:cubicBezTo>
                  <a:pt x="162" y="114"/>
                  <a:pt x="162" y="114"/>
                  <a:pt x="162" y="114"/>
                </a:cubicBezTo>
                <a:cubicBezTo>
                  <a:pt x="165" y="118"/>
                  <a:pt x="167" y="122"/>
                  <a:pt x="170" y="127"/>
                </a:cubicBezTo>
                <a:cubicBezTo>
                  <a:pt x="177" y="140"/>
                  <a:pt x="177" y="140"/>
                  <a:pt x="177" y="140"/>
                </a:cubicBezTo>
                <a:cubicBezTo>
                  <a:pt x="176" y="140"/>
                  <a:pt x="175" y="139"/>
                  <a:pt x="174" y="137"/>
                </a:cubicBezTo>
                <a:cubicBezTo>
                  <a:pt x="172" y="135"/>
                  <a:pt x="171" y="133"/>
                  <a:pt x="169" y="130"/>
                </a:cubicBezTo>
                <a:cubicBezTo>
                  <a:pt x="167" y="127"/>
                  <a:pt x="165" y="124"/>
                  <a:pt x="163" y="120"/>
                </a:cubicBezTo>
                <a:cubicBezTo>
                  <a:pt x="162" y="118"/>
                  <a:pt x="161" y="118"/>
                  <a:pt x="161" y="118"/>
                </a:cubicBezTo>
                <a:cubicBezTo>
                  <a:pt x="160" y="118"/>
                  <a:pt x="160" y="118"/>
                  <a:pt x="159" y="119"/>
                </a:cubicBezTo>
                <a:cubicBezTo>
                  <a:pt x="158" y="120"/>
                  <a:pt x="157" y="121"/>
                  <a:pt x="157" y="122"/>
                </a:cubicBezTo>
                <a:cubicBezTo>
                  <a:pt x="157" y="122"/>
                  <a:pt x="157" y="123"/>
                  <a:pt x="158" y="124"/>
                </a:cubicBezTo>
                <a:cubicBezTo>
                  <a:pt x="158" y="125"/>
                  <a:pt x="158" y="125"/>
                  <a:pt x="158" y="126"/>
                </a:cubicBezTo>
                <a:cubicBezTo>
                  <a:pt x="158" y="127"/>
                  <a:pt x="158" y="127"/>
                  <a:pt x="157" y="127"/>
                </a:cubicBezTo>
                <a:cubicBezTo>
                  <a:pt x="157" y="127"/>
                  <a:pt x="157" y="127"/>
                  <a:pt x="157" y="126"/>
                </a:cubicBezTo>
                <a:cubicBezTo>
                  <a:pt x="157" y="126"/>
                  <a:pt x="156" y="125"/>
                  <a:pt x="156" y="125"/>
                </a:cubicBezTo>
                <a:cubicBezTo>
                  <a:pt x="155" y="126"/>
                  <a:pt x="155" y="126"/>
                  <a:pt x="154" y="127"/>
                </a:cubicBezTo>
                <a:cubicBezTo>
                  <a:pt x="154" y="127"/>
                  <a:pt x="154" y="127"/>
                  <a:pt x="154" y="127"/>
                </a:cubicBezTo>
                <a:cubicBezTo>
                  <a:pt x="153" y="128"/>
                  <a:pt x="153" y="128"/>
                  <a:pt x="153" y="128"/>
                </a:cubicBezTo>
                <a:cubicBezTo>
                  <a:pt x="153" y="129"/>
                  <a:pt x="153" y="129"/>
                  <a:pt x="153" y="130"/>
                </a:cubicBezTo>
                <a:cubicBezTo>
                  <a:pt x="154" y="131"/>
                  <a:pt x="154" y="132"/>
                  <a:pt x="154" y="133"/>
                </a:cubicBezTo>
                <a:cubicBezTo>
                  <a:pt x="154" y="132"/>
                  <a:pt x="155" y="132"/>
                  <a:pt x="156" y="132"/>
                </a:cubicBezTo>
                <a:cubicBezTo>
                  <a:pt x="158" y="132"/>
                  <a:pt x="159" y="133"/>
                  <a:pt x="159" y="134"/>
                </a:cubicBezTo>
                <a:cubicBezTo>
                  <a:pt x="159" y="135"/>
                  <a:pt x="158" y="135"/>
                  <a:pt x="158" y="136"/>
                </a:cubicBezTo>
                <a:cubicBezTo>
                  <a:pt x="158" y="136"/>
                  <a:pt x="157" y="137"/>
                  <a:pt x="156" y="137"/>
                </a:cubicBezTo>
                <a:cubicBezTo>
                  <a:pt x="156" y="136"/>
                  <a:pt x="155" y="136"/>
                  <a:pt x="155" y="135"/>
                </a:cubicBezTo>
                <a:cubicBezTo>
                  <a:pt x="154" y="135"/>
                  <a:pt x="154" y="135"/>
                  <a:pt x="153" y="134"/>
                </a:cubicBezTo>
                <a:cubicBezTo>
                  <a:pt x="153" y="135"/>
                  <a:pt x="152" y="135"/>
                  <a:pt x="150" y="135"/>
                </a:cubicBezTo>
                <a:cubicBezTo>
                  <a:pt x="149" y="135"/>
                  <a:pt x="148" y="135"/>
                  <a:pt x="148" y="135"/>
                </a:cubicBezTo>
                <a:cubicBezTo>
                  <a:pt x="147" y="135"/>
                  <a:pt x="146" y="135"/>
                  <a:pt x="146" y="134"/>
                </a:cubicBezTo>
                <a:cubicBezTo>
                  <a:pt x="146" y="133"/>
                  <a:pt x="146" y="133"/>
                  <a:pt x="146" y="133"/>
                </a:cubicBezTo>
                <a:cubicBezTo>
                  <a:pt x="144" y="133"/>
                  <a:pt x="143" y="134"/>
                  <a:pt x="143" y="135"/>
                </a:cubicBezTo>
                <a:cubicBezTo>
                  <a:pt x="143" y="137"/>
                  <a:pt x="143" y="138"/>
                  <a:pt x="143" y="139"/>
                </a:cubicBezTo>
                <a:cubicBezTo>
                  <a:pt x="143" y="140"/>
                  <a:pt x="143" y="141"/>
                  <a:pt x="143" y="141"/>
                </a:cubicBezTo>
                <a:cubicBezTo>
                  <a:pt x="142" y="143"/>
                  <a:pt x="142" y="145"/>
                  <a:pt x="142" y="147"/>
                </a:cubicBezTo>
                <a:cubicBezTo>
                  <a:pt x="142" y="150"/>
                  <a:pt x="142" y="152"/>
                  <a:pt x="142" y="153"/>
                </a:cubicBezTo>
                <a:cubicBezTo>
                  <a:pt x="142" y="154"/>
                  <a:pt x="142" y="154"/>
                  <a:pt x="142" y="155"/>
                </a:cubicBezTo>
                <a:cubicBezTo>
                  <a:pt x="141" y="156"/>
                  <a:pt x="141" y="157"/>
                  <a:pt x="140" y="157"/>
                </a:cubicBezTo>
                <a:cubicBezTo>
                  <a:pt x="140" y="157"/>
                  <a:pt x="139" y="156"/>
                  <a:pt x="139" y="155"/>
                </a:cubicBezTo>
                <a:cubicBezTo>
                  <a:pt x="139" y="154"/>
                  <a:pt x="139" y="154"/>
                  <a:pt x="139" y="153"/>
                </a:cubicBezTo>
                <a:cubicBezTo>
                  <a:pt x="139" y="151"/>
                  <a:pt x="139" y="148"/>
                  <a:pt x="139" y="145"/>
                </a:cubicBezTo>
                <a:cubicBezTo>
                  <a:pt x="140" y="138"/>
                  <a:pt x="140" y="138"/>
                  <a:pt x="140" y="138"/>
                </a:cubicBezTo>
                <a:cubicBezTo>
                  <a:pt x="139" y="137"/>
                  <a:pt x="138" y="135"/>
                  <a:pt x="137" y="134"/>
                </a:cubicBezTo>
                <a:cubicBezTo>
                  <a:pt x="135" y="132"/>
                  <a:pt x="134" y="131"/>
                  <a:pt x="132" y="131"/>
                </a:cubicBezTo>
                <a:cubicBezTo>
                  <a:pt x="132" y="132"/>
                  <a:pt x="132" y="132"/>
                  <a:pt x="132" y="133"/>
                </a:cubicBezTo>
                <a:cubicBezTo>
                  <a:pt x="132" y="134"/>
                  <a:pt x="133" y="135"/>
                  <a:pt x="133" y="135"/>
                </a:cubicBezTo>
                <a:cubicBezTo>
                  <a:pt x="133" y="136"/>
                  <a:pt x="132" y="137"/>
                  <a:pt x="131" y="137"/>
                </a:cubicBezTo>
                <a:cubicBezTo>
                  <a:pt x="130" y="137"/>
                  <a:pt x="129" y="136"/>
                  <a:pt x="129" y="135"/>
                </a:cubicBezTo>
                <a:cubicBezTo>
                  <a:pt x="129" y="135"/>
                  <a:pt x="129" y="134"/>
                  <a:pt x="129" y="134"/>
                </a:cubicBezTo>
                <a:cubicBezTo>
                  <a:pt x="129" y="134"/>
                  <a:pt x="129" y="133"/>
                  <a:pt x="129" y="133"/>
                </a:cubicBezTo>
                <a:cubicBezTo>
                  <a:pt x="129" y="131"/>
                  <a:pt x="129" y="129"/>
                  <a:pt x="128" y="129"/>
                </a:cubicBezTo>
                <a:cubicBezTo>
                  <a:pt x="127" y="128"/>
                  <a:pt x="126" y="128"/>
                  <a:pt x="124" y="127"/>
                </a:cubicBezTo>
                <a:cubicBezTo>
                  <a:pt x="123" y="128"/>
                  <a:pt x="122" y="129"/>
                  <a:pt x="121" y="129"/>
                </a:cubicBezTo>
                <a:cubicBezTo>
                  <a:pt x="119" y="129"/>
                  <a:pt x="118" y="129"/>
                  <a:pt x="118" y="128"/>
                </a:cubicBezTo>
                <a:cubicBezTo>
                  <a:pt x="116" y="128"/>
                  <a:pt x="115" y="129"/>
                  <a:pt x="114" y="129"/>
                </a:cubicBezTo>
                <a:cubicBezTo>
                  <a:pt x="114" y="130"/>
                  <a:pt x="113" y="130"/>
                  <a:pt x="111" y="130"/>
                </a:cubicBezTo>
                <a:cubicBezTo>
                  <a:pt x="111" y="130"/>
                  <a:pt x="111" y="130"/>
                  <a:pt x="110" y="130"/>
                </a:cubicBezTo>
                <a:cubicBezTo>
                  <a:pt x="110" y="130"/>
                  <a:pt x="110" y="130"/>
                  <a:pt x="110" y="129"/>
                </a:cubicBezTo>
                <a:cubicBezTo>
                  <a:pt x="110" y="128"/>
                  <a:pt x="110" y="127"/>
                  <a:pt x="112" y="125"/>
                </a:cubicBezTo>
                <a:cubicBezTo>
                  <a:pt x="113" y="124"/>
                  <a:pt x="114" y="122"/>
                  <a:pt x="114" y="120"/>
                </a:cubicBezTo>
                <a:cubicBezTo>
                  <a:pt x="114" y="118"/>
                  <a:pt x="113" y="117"/>
                  <a:pt x="112" y="115"/>
                </a:cubicBezTo>
                <a:cubicBezTo>
                  <a:pt x="111" y="114"/>
                  <a:pt x="110" y="113"/>
                  <a:pt x="110" y="114"/>
                </a:cubicBezTo>
                <a:cubicBezTo>
                  <a:pt x="110" y="113"/>
                  <a:pt x="110" y="110"/>
                  <a:pt x="111" y="107"/>
                </a:cubicBezTo>
                <a:cubicBezTo>
                  <a:pt x="112" y="104"/>
                  <a:pt x="112" y="102"/>
                  <a:pt x="113" y="101"/>
                </a:cubicBezTo>
                <a:cubicBezTo>
                  <a:pt x="112" y="101"/>
                  <a:pt x="112" y="100"/>
                  <a:pt x="112" y="100"/>
                </a:cubicBezTo>
                <a:cubicBezTo>
                  <a:pt x="112" y="100"/>
                  <a:pt x="112" y="99"/>
                  <a:pt x="113" y="99"/>
                </a:cubicBezTo>
                <a:cubicBezTo>
                  <a:pt x="113" y="99"/>
                  <a:pt x="113" y="98"/>
                  <a:pt x="113" y="98"/>
                </a:cubicBezTo>
                <a:cubicBezTo>
                  <a:pt x="113" y="97"/>
                  <a:pt x="113" y="97"/>
                  <a:pt x="112" y="96"/>
                </a:cubicBezTo>
                <a:cubicBezTo>
                  <a:pt x="111" y="96"/>
                  <a:pt x="111" y="95"/>
                  <a:pt x="111" y="94"/>
                </a:cubicBezTo>
                <a:cubicBezTo>
                  <a:pt x="111" y="94"/>
                  <a:pt x="111" y="93"/>
                  <a:pt x="111" y="93"/>
                </a:cubicBezTo>
                <a:cubicBezTo>
                  <a:pt x="111" y="92"/>
                  <a:pt x="111" y="92"/>
                  <a:pt x="111" y="92"/>
                </a:cubicBezTo>
                <a:cubicBezTo>
                  <a:pt x="110" y="92"/>
                  <a:pt x="110" y="93"/>
                  <a:pt x="110" y="93"/>
                </a:cubicBezTo>
                <a:cubicBezTo>
                  <a:pt x="109" y="93"/>
                  <a:pt x="109" y="92"/>
                  <a:pt x="109" y="92"/>
                </a:cubicBezTo>
                <a:cubicBezTo>
                  <a:pt x="109" y="91"/>
                  <a:pt x="109" y="91"/>
                  <a:pt x="111" y="91"/>
                </a:cubicBezTo>
                <a:cubicBezTo>
                  <a:pt x="110" y="90"/>
                  <a:pt x="110" y="90"/>
                  <a:pt x="108" y="89"/>
                </a:cubicBezTo>
                <a:cubicBezTo>
                  <a:pt x="107" y="89"/>
                  <a:pt x="106" y="89"/>
                  <a:pt x="105" y="88"/>
                </a:cubicBezTo>
                <a:cubicBezTo>
                  <a:pt x="103" y="88"/>
                  <a:pt x="101" y="87"/>
                  <a:pt x="99" y="87"/>
                </a:cubicBezTo>
                <a:cubicBezTo>
                  <a:pt x="99" y="87"/>
                  <a:pt x="99" y="87"/>
                  <a:pt x="100" y="87"/>
                </a:cubicBezTo>
                <a:cubicBezTo>
                  <a:pt x="100" y="87"/>
                  <a:pt x="100" y="87"/>
                  <a:pt x="100" y="87"/>
                </a:cubicBezTo>
                <a:cubicBezTo>
                  <a:pt x="101" y="87"/>
                  <a:pt x="101" y="87"/>
                  <a:pt x="101" y="87"/>
                </a:cubicBezTo>
                <a:cubicBezTo>
                  <a:pt x="102" y="87"/>
                  <a:pt x="102" y="87"/>
                  <a:pt x="103" y="87"/>
                </a:cubicBezTo>
                <a:cubicBezTo>
                  <a:pt x="103" y="87"/>
                  <a:pt x="104" y="87"/>
                  <a:pt x="105" y="87"/>
                </a:cubicBezTo>
                <a:cubicBezTo>
                  <a:pt x="105" y="87"/>
                  <a:pt x="106" y="87"/>
                  <a:pt x="106" y="87"/>
                </a:cubicBezTo>
                <a:cubicBezTo>
                  <a:pt x="107" y="87"/>
                  <a:pt x="107" y="87"/>
                  <a:pt x="108" y="87"/>
                </a:cubicBezTo>
                <a:cubicBezTo>
                  <a:pt x="108" y="87"/>
                  <a:pt x="109" y="87"/>
                  <a:pt x="110" y="86"/>
                </a:cubicBezTo>
                <a:cubicBezTo>
                  <a:pt x="111" y="85"/>
                  <a:pt x="112" y="84"/>
                  <a:pt x="113" y="83"/>
                </a:cubicBezTo>
                <a:cubicBezTo>
                  <a:pt x="115" y="80"/>
                  <a:pt x="115" y="80"/>
                  <a:pt x="115" y="80"/>
                </a:cubicBezTo>
                <a:cubicBezTo>
                  <a:pt x="116" y="79"/>
                  <a:pt x="117" y="79"/>
                  <a:pt x="117" y="79"/>
                </a:cubicBezTo>
                <a:cubicBezTo>
                  <a:pt x="115" y="77"/>
                  <a:pt x="115" y="77"/>
                  <a:pt x="115" y="77"/>
                </a:cubicBezTo>
                <a:cubicBezTo>
                  <a:pt x="114" y="75"/>
                  <a:pt x="114" y="75"/>
                  <a:pt x="114" y="75"/>
                </a:cubicBezTo>
                <a:cubicBezTo>
                  <a:pt x="113" y="74"/>
                  <a:pt x="112" y="74"/>
                  <a:pt x="112" y="74"/>
                </a:cubicBezTo>
                <a:cubicBezTo>
                  <a:pt x="111" y="74"/>
                  <a:pt x="111" y="75"/>
                  <a:pt x="111" y="76"/>
                </a:cubicBezTo>
                <a:cubicBezTo>
                  <a:pt x="111" y="77"/>
                  <a:pt x="111" y="77"/>
                  <a:pt x="110" y="77"/>
                </a:cubicBezTo>
                <a:cubicBezTo>
                  <a:pt x="110" y="77"/>
                  <a:pt x="109" y="77"/>
                  <a:pt x="109" y="76"/>
                </a:cubicBezTo>
                <a:cubicBezTo>
                  <a:pt x="109" y="76"/>
                  <a:pt x="109" y="76"/>
                  <a:pt x="109" y="76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106" y="76"/>
                  <a:pt x="105" y="75"/>
                  <a:pt x="105" y="75"/>
                </a:cubicBezTo>
                <a:cubicBezTo>
                  <a:pt x="104" y="74"/>
                  <a:pt x="103" y="73"/>
                  <a:pt x="103" y="72"/>
                </a:cubicBezTo>
                <a:cubicBezTo>
                  <a:pt x="102" y="70"/>
                  <a:pt x="101" y="69"/>
                  <a:pt x="100" y="68"/>
                </a:cubicBezTo>
                <a:cubicBezTo>
                  <a:pt x="100" y="67"/>
                  <a:pt x="98" y="66"/>
                  <a:pt x="97" y="66"/>
                </a:cubicBezTo>
                <a:cubicBezTo>
                  <a:pt x="96" y="65"/>
                  <a:pt x="94" y="64"/>
                  <a:pt x="92" y="63"/>
                </a:cubicBezTo>
                <a:cubicBezTo>
                  <a:pt x="90" y="62"/>
                  <a:pt x="89" y="61"/>
                  <a:pt x="89" y="61"/>
                </a:cubicBezTo>
                <a:cubicBezTo>
                  <a:pt x="89" y="61"/>
                  <a:pt x="89" y="61"/>
                  <a:pt x="90" y="61"/>
                </a:cubicBezTo>
                <a:cubicBezTo>
                  <a:pt x="90" y="61"/>
                  <a:pt x="90" y="61"/>
                  <a:pt x="90" y="61"/>
                </a:cubicBezTo>
                <a:cubicBezTo>
                  <a:pt x="91" y="62"/>
                  <a:pt x="94" y="63"/>
                  <a:pt x="97" y="64"/>
                </a:cubicBezTo>
                <a:cubicBezTo>
                  <a:pt x="101" y="66"/>
                  <a:pt x="103" y="66"/>
                  <a:pt x="103" y="66"/>
                </a:cubicBezTo>
                <a:cubicBezTo>
                  <a:pt x="104" y="66"/>
                  <a:pt x="104" y="66"/>
                  <a:pt x="105" y="65"/>
                </a:cubicBezTo>
                <a:cubicBezTo>
                  <a:pt x="105" y="64"/>
                  <a:pt x="106" y="64"/>
                  <a:pt x="108" y="64"/>
                </a:cubicBezTo>
                <a:cubicBezTo>
                  <a:pt x="109" y="64"/>
                  <a:pt x="110" y="64"/>
                  <a:pt x="111" y="65"/>
                </a:cubicBezTo>
                <a:cubicBezTo>
                  <a:pt x="111" y="66"/>
                  <a:pt x="112" y="66"/>
                  <a:pt x="113" y="67"/>
                </a:cubicBezTo>
                <a:cubicBezTo>
                  <a:pt x="113" y="68"/>
                  <a:pt x="113" y="69"/>
                  <a:pt x="114" y="69"/>
                </a:cubicBezTo>
                <a:cubicBezTo>
                  <a:pt x="114" y="69"/>
                  <a:pt x="114" y="69"/>
                  <a:pt x="114" y="69"/>
                </a:cubicBezTo>
                <a:cubicBezTo>
                  <a:pt x="114" y="70"/>
                  <a:pt x="114" y="70"/>
                  <a:pt x="113" y="71"/>
                </a:cubicBezTo>
                <a:cubicBezTo>
                  <a:pt x="113" y="71"/>
                  <a:pt x="113" y="72"/>
                  <a:pt x="113" y="72"/>
                </a:cubicBezTo>
                <a:cubicBezTo>
                  <a:pt x="114" y="73"/>
                  <a:pt x="115" y="74"/>
                  <a:pt x="116" y="74"/>
                </a:cubicBezTo>
                <a:cubicBezTo>
                  <a:pt x="117" y="74"/>
                  <a:pt x="118" y="73"/>
                  <a:pt x="118" y="72"/>
                </a:cubicBezTo>
                <a:cubicBezTo>
                  <a:pt x="118" y="71"/>
                  <a:pt x="118" y="70"/>
                  <a:pt x="119" y="69"/>
                </a:cubicBezTo>
                <a:cubicBezTo>
                  <a:pt x="118" y="68"/>
                  <a:pt x="117" y="67"/>
                  <a:pt x="117" y="67"/>
                </a:cubicBezTo>
                <a:cubicBezTo>
                  <a:pt x="117" y="66"/>
                  <a:pt x="117" y="66"/>
                  <a:pt x="117" y="66"/>
                </a:cubicBezTo>
                <a:cubicBezTo>
                  <a:pt x="118" y="66"/>
                  <a:pt x="118" y="65"/>
                  <a:pt x="118" y="65"/>
                </a:cubicBezTo>
                <a:cubicBezTo>
                  <a:pt x="117" y="65"/>
                  <a:pt x="116" y="64"/>
                  <a:pt x="115" y="63"/>
                </a:cubicBezTo>
                <a:cubicBezTo>
                  <a:pt x="115" y="63"/>
                  <a:pt x="114" y="62"/>
                  <a:pt x="114" y="62"/>
                </a:cubicBezTo>
                <a:cubicBezTo>
                  <a:pt x="114" y="61"/>
                  <a:pt x="114" y="61"/>
                  <a:pt x="115" y="61"/>
                </a:cubicBezTo>
                <a:cubicBezTo>
                  <a:pt x="116" y="61"/>
                  <a:pt x="117" y="61"/>
                  <a:pt x="118" y="62"/>
                </a:cubicBezTo>
                <a:cubicBezTo>
                  <a:pt x="118" y="63"/>
                  <a:pt x="119" y="63"/>
                  <a:pt x="119" y="63"/>
                </a:cubicBezTo>
                <a:cubicBezTo>
                  <a:pt x="120" y="63"/>
                  <a:pt x="120" y="63"/>
                  <a:pt x="120" y="62"/>
                </a:cubicBezTo>
                <a:cubicBezTo>
                  <a:pt x="120" y="61"/>
                  <a:pt x="121" y="61"/>
                  <a:pt x="121" y="61"/>
                </a:cubicBezTo>
                <a:cubicBezTo>
                  <a:pt x="123" y="61"/>
                  <a:pt x="124" y="60"/>
                  <a:pt x="124" y="59"/>
                </a:cubicBezTo>
                <a:cubicBezTo>
                  <a:pt x="124" y="58"/>
                  <a:pt x="123" y="57"/>
                  <a:pt x="123" y="57"/>
                </a:cubicBezTo>
                <a:cubicBezTo>
                  <a:pt x="122" y="56"/>
                  <a:pt x="122" y="55"/>
                  <a:pt x="121" y="55"/>
                </a:cubicBezTo>
                <a:cubicBezTo>
                  <a:pt x="121" y="54"/>
                  <a:pt x="122" y="54"/>
                  <a:pt x="122" y="54"/>
                </a:cubicBezTo>
                <a:cubicBezTo>
                  <a:pt x="123" y="54"/>
                  <a:pt x="124" y="55"/>
                  <a:pt x="125" y="57"/>
                </a:cubicBezTo>
                <a:cubicBezTo>
                  <a:pt x="126" y="58"/>
                  <a:pt x="127" y="59"/>
                  <a:pt x="128" y="59"/>
                </a:cubicBezTo>
                <a:cubicBezTo>
                  <a:pt x="128" y="59"/>
                  <a:pt x="129" y="59"/>
                  <a:pt x="129" y="57"/>
                </a:cubicBezTo>
                <a:cubicBezTo>
                  <a:pt x="129" y="57"/>
                  <a:pt x="129" y="56"/>
                  <a:pt x="129" y="55"/>
                </a:cubicBezTo>
                <a:cubicBezTo>
                  <a:pt x="128" y="54"/>
                  <a:pt x="128" y="53"/>
                  <a:pt x="128" y="53"/>
                </a:cubicBezTo>
                <a:cubicBezTo>
                  <a:pt x="128" y="52"/>
                  <a:pt x="128" y="52"/>
                  <a:pt x="129" y="51"/>
                </a:cubicBezTo>
                <a:cubicBezTo>
                  <a:pt x="129" y="51"/>
                  <a:pt x="129" y="51"/>
                  <a:pt x="129" y="50"/>
                </a:cubicBezTo>
                <a:cubicBezTo>
                  <a:pt x="129" y="51"/>
                  <a:pt x="130" y="52"/>
                  <a:pt x="132" y="54"/>
                </a:cubicBezTo>
                <a:cubicBezTo>
                  <a:pt x="134" y="55"/>
                  <a:pt x="134" y="56"/>
                  <a:pt x="134" y="56"/>
                </a:cubicBezTo>
                <a:cubicBezTo>
                  <a:pt x="135" y="56"/>
                  <a:pt x="136" y="56"/>
                  <a:pt x="138" y="55"/>
                </a:cubicBezTo>
                <a:cubicBezTo>
                  <a:pt x="140" y="54"/>
                  <a:pt x="141" y="53"/>
                  <a:pt x="143" y="52"/>
                </a:cubicBezTo>
                <a:cubicBezTo>
                  <a:pt x="145" y="52"/>
                  <a:pt x="146" y="53"/>
                  <a:pt x="148" y="55"/>
                </a:cubicBezTo>
                <a:cubicBezTo>
                  <a:pt x="150" y="56"/>
                  <a:pt x="151" y="57"/>
                  <a:pt x="152" y="57"/>
                </a:cubicBezTo>
                <a:cubicBezTo>
                  <a:pt x="153" y="57"/>
                  <a:pt x="153" y="56"/>
                  <a:pt x="154" y="56"/>
                </a:cubicBezTo>
                <a:cubicBezTo>
                  <a:pt x="154" y="54"/>
                  <a:pt x="154" y="54"/>
                  <a:pt x="154" y="54"/>
                </a:cubicBezTo>
                <a:cubicBezTo>
                  <a:pt x="155" y="53"/>
                  <a:pt x="155" y="53"/>
                  <a:pt x="155" y="53"/>
                </a:cubicBezTo>
                <a:cubicBezTo>
                  <a:pt x="155" y="52"/>
                  <a:pt x="156" y="52"/>
                  <a:pt x="157" y="52"/>
                </a:cubicBezTo>
                <a:cubicBezTo>
                  <a:pt x="158" y="52"/>
                  <a:pt x="158" y="53"/>
                  <a:pt x="158" y="53"/>
                </a:cubicBezTo>
                <a:cubicBezTo>
                  <a:pt x="159" y="54"/>
                  <a:pt x="159" y="55"/>
                  <a:pt x="159" y="56"/>
                </a:cubicBezTo>
                <a:cubicBezTo>
                  <a:pt x="159" y="57"/>
                  <a:pt x="159" y="58"/>
                  <a:pt x="159" y="59"/>
                </a:cubicBezTo>
                <a:cubicBezTo>
                  <a:pt x="160" y="60"/>
                  <a:pt x="160" y="60"/>
                  <a:pt x="161" y="61"/>
                </a:cubicBezTo>
                <a:cubicBezTo>
                  <a:pt x="162" y="60"/>
                  <a:pt x="163" y="59"/>
                  <a:pt x="165" y="59"/>
                </a:cubicBezTo>
                <a:cubicBezTo>
                  <a:pt x="165" y="59"/>
                  <a:pt x="165" y="59"/>
                  <a:pt x="165" y="60"/>
                </a:cubicBezTo>
                <a:cubicBezTo>
                  <a:pt x="165" y="61"/>
                  <a:pt x="165" y="62"/>
                  <a:pt x="165" y="62"/>
                </a:cubicBezTo>
                <a:cubicBezTo>
                  <a:pt x="165" y="63"/>
                  <a:pt x="164" y="63"/>
                  <a:pt x="164" y="64"/>
                </a:cubicBezTo>
                <a:cubicBezTo>
                  <a:pt x="164" y="64"/>
                  <a:pt x="165" y="65"/>
                  <a:pt x="165" y="65"/>
                </a:cubicBezTo>
                <a:cubicBezTo>
                  <a:pt x="165" y="66"/>
                  <a:pt x="166" y="66"/>
                  <a:pt x="166" y="66"/>
                </a:cubicBezTo>
                <a:cubicBezTo>
                  <a:pt x="167" y="66"/>
                  <a:pt x="167" y="66"/>
                  <a:pt x="167" y="65"/>
                </a:cubicBezTo>
                <a:cubicBezTo>
                  <a:pt x="167" y="65"/>
                  <a:pt x="168" y="65"/>
                  <a:pt x="168" y="64"/>
                </a:cubicBezTo>
                <a:close/>
                <a:moveTo>
                  <a:pt x="44" y="13"/>
                </a:moveTo>
                <a:cubicBezTo>
                  <a:pt x="44" y="13"/>
                  <a:pt x="45" y="13"/>
                  <a:pt x="46" y="13"/>
                </a:cubicBezTo>
                <a:cubicBezTo>
                  <a:pt x="46" y="14"/>
                  <a:pt x="46" y="16"/>
                  <a:pt x="46" y="17"/>
                </a:cubicBezTo>
                <a:cubicBezTo>
                  <a:pt x="46" y="19"/>
                  <a:pt x="46" y="20"/>
                  <a:pt x="45" y="21"/>
                </a:cubicBezTo>
                <a:cubicBezTo>
                  <a:pt x="45" y="22"/>
                  <a:pt x="46" y="23"/>
                  <a:pt x="46" y="23"/>
                </a:cubicBezTo>
                <a:cubicBezTo>
                  <a:pt x="47" y="23"/>
                  <a:pt x="48" y="22"/>
                  <a:pt x="49" y="22"/>
                </a:cubicBezTo>
                <a:cubicBezTo>
                  <a:pt x="49" y="21"/>
                  <a:pt x="50" y="20"/>
                  <a:pt x="51" y="20"/>
                </a:cubicBezTo>
                <a:cubicBezTo>
                  <a:pt x="51" y="20"/>
                  <a:pt x="51" y="20"/>
                  <a:pt x="51" y="20"/>
                </a:cubicBezTo>
                <a:cubicBezTo>
                  <a:pt x="51" y="21"/>
                  <a:pt x="51" y="22"/>
                  <a:pt x="50" y="22"/>
                </a:cubicBezTo>
                <a:cubicBezTo>
                  <a:pt x="50" y="22"/>
                  <a:pt x="50" y="23"/>
                  <a:pt x="50" y="24"/>
                </a:cubicBezTo>
                <a:cubicBezTo>
                  <a:pt x="50" y="25"/>
                  <a:pt x="50" y="26"/>
                  <a:pt x="49" y="27"/>
                </a:cubicBezTo>
                <a:cubicBezTo>
                  <a:pt x="48" y="28"/>
                  <a:pt x="48" y="30"/>
                  <a:pt x="48" y="32"/>
                </a:cubicBezTo>
                <a:cubicBezTo>
                  <a:pt x="49" y="33"/>
                  <a:pt x="49" y="33"/>
                  <a:pt x="49" y="33"/>
                </a:cubicBezTo>
                <a:cubicBezTo>
                  <a:pt x="50" y="34"/>
                  <a:pt x="50" y="34"/>
                  <a:pt x="50" y="34"/>
                </a:cubicBezTo>
                <a:cubicBezTo>
                  <a:pt x="49" y="35"/>
                  <a:pt x="47" y="36"/>
                  <a:pt x="46" y="39"/>
                </a:cubicBezTo>
                <a:cubicBezTo>
                  <a:pt x="46" y="38"/>
                  <a:pt x="45" y="37"/>
                  <a:pt x="43" y="37"/>
                </a:cubicBezTo>
                <a:cubicBezTo>
                  <a:pt x="43" y="37"/>
                  <a:pt x="41" y="37"/>
                  <a:pt x="38" y="38"/>
                </a:cubicBezTo>
                <a:cubicBezTo>
                  <a:pt x="36" y="38"/>
                  <a:pt x="34" y="39"/>
                  <a:pt x="33" y="39"/>
                </a:cubicBezTo>
                <a:cubicBezTo>
                  <a:pt x="33" y="39"/>
                  <a:pt x="33" y="38"/>
                  <a:pt x="32" y="37"/>
                </a:cubicBezTo>
                <a:cubicBezTo>
                  <a:pt x="31" y="38"/>
                  <a:pt x="31" y="38"/>
                  <a:pt x="30" y="38"/>
                </a:cubicBezTo>
                <a:cubicBezTo>
                  <a:pt x="30" y="38"/>
                  <a:pt x="30" y="38"/>
                  <a:pt x="30" y="38"/>
                </a:cubicBezTo>
                <a:cubicBezTo>
                  <a:pt x="30" y="38"/>
                  <a:pt x="30" y="37"/>
                  <a:pt x="31" y="37"/>
                </a:cubicBezTo>
                <a:cubicBezTo>
                  <a:pt x="31" y="37"/>
                  <a:pt x="31" y="37"/>
                  <a:pt x="31" y="36"/>
                </a:cubicBezTo>
                <a:cubicBezTo>
                  <a:pt x="31" y="35"/>
                  <a:pt x="31" y="35"/>
                  <a:pt x="31" y="35"/>
                </a:cubicBezTo>
                <a:cubicBezTo>
                  <a:pt x="29" y="36"/>
                  <a:pt x="28" y="37"/>
                  <a:pt x="27" y="38"/>
                </a:cubicBezTo>
                <a:cubicBezTo>
                  <a:pt x="27" y="39"/>
                  <a:pt x="26" y="40"/>
                  <a:pt x="25" y="42"/>
                </a:cubicBezTo>
                <a:cubicBezTo>
                  <a:pt x="25" y="42"/>
                  <a:pt x="25" y="42"/>
                  <a:pt x="24" y="42"/>
                </a:cubicBezTo>
                <a:cubicBezTo>
                  <a:pt x="24" y="42"/>
                  <a:pt x="24" y="42"/>
                  <a:pt x="23" y="42"/>
                </a:cubicBezTo>
                <a:cubicBezTo>
                  <a:pt x="23" y="42"/>
                  <a:pt x="23" y="42"/>
                  <a:pt x="23" y="42"/>
                </a:cubicBezTo>
                <a:cubicBezTo>
                  <a:pt x="23" y="42"/>
                  <a:pt x="23" y="43"/>
                  <a:pt x="22" y="43"/>
                </a:cubicBezTo>
                <a:cubicBezTo>
                  <a:pt x="21" y="42"/>
                  <a:pt x="21" y="42"/>
                  <a:pt x="21" y="42"/>
                </a:cubicBezTo>
                <a:cubicBezTo>
                  <a:pt x="21" y="42"/>
                  <a:pt x="21" y="42"/>
                  <a:pt x="20" y="43"/>
                </a:cubicBezTo>
                <a:cubicBezTo>
                  <a:pt x="20" y="43"/>
                  <a:pt x="20" y="43"/>
                  <a:pt x="19" y="43"/>
                </a:cubicBezTo>
                <a:cubicBezTo>
                  <a:pt x="19" y="43"/>
                  <a:pt x="18" y="42"/>
                  <a:pt x="18" y="41"/>
                </a:cubicBezTo>
                <a:cubicBezTo>
                  <a:pt x="18" y="40"/>
                  <a:pt x="17" y="39"/>
                  <a:pt x="15" y="39"/>
                </a:cubicBezTo>
                <a:cubicBezTo>
                  <a:pt x="15" y="39"/>
                  <a:pt x="14" y="40"/>
                  <a:pt x="13" y="40"/>
                </a:cubicBezTo>
                <a:cubicBezTo>
                  <a:pt x="12" y="41"/>
                  <a:pt x="10" y="42"/>
                  <a:pt x="8" y="42"/>
                </a:cubicBezTo>
                <a:cubicBezTo>
                  <a:pt x="8" y="42"/>
                  <a:pt x="8" y="41"/>
                  <a:pt x="8" y="41"/>
                </a:cubicBezTo>
                <a:cubicBezTo>
                  <a:pt x="8" y="40"/>
                  <a:pt x="9" y="39"/>
                  <a:pt x="10" y="39"/>
                </a:cubicBezTo>
                <a:cubicBezTo>
                  <a:pt x="12" y="38"/>
                  <a:pt x="13" y="38"/>
                  <a:pt x="15" y="36"/>
                </a:cubicBezTo>
                <a:cubicBezTo>
                  <a:pt x="14" y="36"/>
                  <a:pt x="14" y="35"/>
                  <a:pt x="13" y="35"/>
                </a:cubicBezTo>
                <a:cubicBezTo>
                  <a:pt x="13" y="34"/>
                  <a:pt x="12" y="33"/>
                  <a:pt x="12" y="33"/>
                </a:cubicBezTo>
                <a:cubicBezTo>
                  <a:pt x="12" y="33"/>
                  <a:pt x="13" y="32"/>
                  <a:pt x="13" y="32"/>
                </a:cubicBezTo>
                <a:cubicBezTo>
                  <a:pt x="13" y="32"/>
                  <a:pt x="14" y="32"/>
                  <a:pt x="14" y="31"/>
                </a:cubicBezTo>
                <a:cubicBezTo>
                  <a:pt x="14" y="30"/>
                  <a:pt x="13" y="29"/>
                  <a:pt x="12" y="29"/>
                </a:cubicBezTo>
                <a:cubicBezTo>
                  <a:pt x="13" y="28"/>
                  <a:pt x="14" y="28"/>
                  <a:pt x="15" y="27"/>
                </a:cubicBezTo>
                <a:cubicBezTo>
                  <a:pt x="16" y="27"/>
                  <a:pt x="17" y="27"/>
                  <a:pt x="17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8" y="26"/>
                  <a:pt x="18" y="26"/>
                </a:cubicBezTo>
                <a:cubicBezTo>
                  <a:pt x="19" y="26"/>
                  <a:pt x="19" y="26"/>
                  <a:pt x="20" y="26"/>
                </a:cubicBezTo>
                <a:cubicBezTo>
                  <a:pt x="21" y="26"/>
                  <a:pt x="22" y="26"/>
                  <a:pt x="23" y="26"/>
                </a:cubicBezTo>
                <a:cubicBezTo>
                  <a:pt x="24" y="27"/>
                  <a:pt x="26" y="27"/>
                  <a:pt x="27" y="27"/>
                </a:cubicBezTo>
                <a:cubicBezTo>
                  <a:pt x="28" y="27"/>
                  <a:pt x="28" y="26"/>
                  <a:pt x="28" y="26"/>
                </a:cubicBezTo>
                <a:cubicBezTo>
                  <a:pt x="28" y="25"/>
                  <a:pt x="28" y="24"/>
                  <a:pt x="27" y="24"/>
                </a:cubicBezTo>
                <a:cubicBezTo>
                  <a:pt x="27" y="24"/>
                  <a:pt x="26" y="23"/>
                  <a:pt x="25" y="23"/>
                </a:cubicBezTo>
                <a:cubicBezTo>
                  <a:pt x="26" y="23"/>
                  <a:pt x="26" y="23"/>
                  <a:pt x="27" y="23"/>
                </a:cubicBezTo>
                <a:cubicBezTo>
                  <a:pt x="28" y="24"/>
                  <a:pt x="28" y="24"/>
                  <a:pt x="29" y="24"/>
                </a:cubicBezTo>
                <a:cubicBezTo>
                  <a:pt x="30" y="22"/>
                  <a:pt x="31" y="21"/>
                  <a:pt x="31" y="18"/>
                </a:cubicBezTo>
                <a:cubicBezTo>
                  <a:pt x="32" y="19"/>
                  <a:pt x="32" y="19"/>
                  <a:pt x="33" y="19"/>
                </a:cubicBezTo>
                <a:cubicBezTo>
                  <a:pt x="37" y="13"/>
                  <a:pt x="37" y="13"/>
                  <a:pt x="37" y="13"/>
                </a:cubicBezTo>
                <a:cubicBezTo>
                  <a:pt x="38" y="14"/>
                  <a:pt x="38" y="15"/>
                  <a:pt x="38" y="16"/>
                </a:cubicBezTo>
                <a:cubicBezTo>
                  <a:pt x="38" y="17"/>
                  <a:pt x="39" y="18"/>
                  <a:pt x="41" y="18"/>
                </a:cubicBezTo>
                <a:cubicBezTo>
                  <a:pt x="42" y="18"/>
                  <a:pt x="43" y="17"/>
                  <a:pt x="43" y="16"/>
                </a:cubicBezTo>
                <a:cubicBezTo>
                  <a:pt x="43" y="15"/>
                  <a:pt x="44" y="14"/>
                  <a:pt x="44" y="13"/>
                </a:cubicBezTo>
                <a:close/>
                <a:moveTo>
                  <a:pt x="144" y="14"/>
                </a:moveTo>
                <a:cubicBezTo>
                  <a:pt x="144" y="13"/>
                  <a:pt x="144" y="13"/>
                  <a:pt x="144" y="13"/>
                </a:cubicBezTo>
                <a:cubicBezTo>
                  <a:pt x="144" y="13"/>
                  <a:pt x="145" y="13"/>
                  <a:pt x="145" y="14"/>
                </a:cubicBezTo>
                <a:cubicBezTo>
                  <a:pt x="145" y="15"/>
                  <a:pt x="145" y="16"/>
                  <a:pt x="146" y="17"/>
                </a:cubicBezTo>
                <a:cubicBezTo>
                  <a:pt x="146" y="18"/>
                  <a:pt x="147" y="19"/>
                  <a:pt x="147" y="20"/>
                </a:cubicBezTo>
                <a:cubicBezTo>
                  <a:pt x="148" y="21"/>
                  <a:pt x="148" y="21"/>
                  <a:pt x="149" y="21"/>
                </a:cubicBezTo>
                <a:cubicBezTo>
                  <a:pt x="151" y="21"/>
                  <a:pt x="152" y="21"/>
                  <a:pt x="151" y="20"/>
                </a:cubicBezTo>
                <a:cubicBezTo>
                  <a:pt x="151" y="19"/>
                  <a:pt x="151" y="18"/>
                  <a:pt x="152" y="18"/>
                </a:cubicBezTo>
                <a:cubicBezTo>
                  <a:pt x="153" y="18"/>
                  <a:pt x="153" y="19"/>
                  <a:pt x="153" y="19"/>
                </a:cubicBezTo>
                <a:cubicBezTo>
                  <a:pt x="153" y="20"/>
                  <a:pt x="152" y="21"/>
                  <a:pt x="152" y="22"/>
                </a:cubicBezTo>
                <a:cubicBezTo>
                  <a:pt x="152" y="23"/>
                  <a:pt x="152" y="23"/>
                  <a:pt x="152" y="23"/>
                </a:cubicBezTo>
                <a:cubicBezTo>
                  <a:pt x="153" y="23"/>
                  <a:pt x="153" y="22"/>
                  <a:pt x="153" y="22"/>
                </a:cubicBezTo>
                <a:cubicBezTo>
                  <a:pt x="154" y="22"/>
                  <a:pt x="154" y="21"/>
                  <a:pt x="154" y="21"/>
                </a:cubicBezTo>
                <a:cubicBezTo>
                  <a:pt x="154" y="22"/>
                  <a:pt x="154" y="22"/>
                  <a:pt x="154" y="23"/>
                </a:cubicBezTo>
                <a:cubicBezTo>
                  <a:pt x="154" y="23"/>
                  <a:pt x="154" y="23"/>
                  <a:pt x="154" y="24"/>
                </a:cubicBezTo>
                <a:cubicBezTo>
                  <a:pt x="154" y="25"/>
                  <a:pt x="155" y="26"/>
                  <a:pt x="156" y="26"/>
                </a:cubicBezTo>
                <a:cubicBezTo>
                  <a:pt x="156" y="26"/>
                  <a:pt x="157" y="25"/>
                  <a:pt x="157" y="25"/>
                </a:cubicBezTo>
                <a:cubicBezTo>
                  <a:pt x="157" y="25"/>
                  <a:pt x="158" y="25"/>
                  <a:pt x="158" y="25"/>
                </a:cubicBezTo>
                <a:cubicBezTo>
                  <a:pt x="158" y="26"/>
                  <a:pt x="158" y="27"/>
                  <a:pt x="158" y="26"/>
                </a:cubicBezTo>
                <a:cubicBezTo>
                  <a:pt x="157" y="26"/>
                  <a:pt x="157" y="26"/>
                  <a:pt x="156" y="28"/>
                </a:cubicBezTo>
                <a:cubicBezTo>
                  <a:pt x="157" y="28"/>
                  <a:pt x="158" y="28"/>
                  <a:pt x="158" y="29"/>
                </a:cubicBezTo>
                <a:cubicBezTo>
                  <a:pt x="158" y="29"/>
                  <a:pt x="157" y="30"/>
                  <a:pt x="157" y="30"/>
                </a:cubicBezTo>
                <a:cubicBezTo>
                  <a:pt x="157" y="30"/>
                  <a:pt x="156" y="30"/>
                  <a:pt x="156" y="31"/>
                </a:cubicBezTo>
                <a:cubicBezTo>
                  <a:pt x="156" y="32"/>
                  <a:pt x="157" y="32"/>
                  <a:pt x="158" y="33"/>
                </a:cubicBezTo>
                <a:cubicBezTo>
                  <a:pt x="158" y="34"/>
                  <a:pt x="159" y="35"/>
                  <a:pt x="159" y="35"/>
                </a:cubicBezTo>
                <a:cubicBezTo>
                  <a:pt x="159" y="35"/>
                  <a:pt x="158" y="36"/>
                  <a:pt x="158" y="36"/>
                </a:cubicBezTo>
                <a:cubicBezTo>
                  <a:pt x="157" y="36"/>
                  <a:pt x="157" y="36"/>
                  <a:pt x="157" y="37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7" y="38"/>
                  <a:pt x="157" y="38"/>
                  <a:pt x="157" y="39"/>
                </a:cubicBezTo>
                <a:cubicBezTo>
                  <a:pt x="154" y="39"/>
                  <a:pt x="154" y="39"/>
                  <a:pt x="154" y="39"/>
                </a:cubicBezTo>
                <a:cubicBezTo>
                  <a:pt x="154" y="40"/>
                  <a:pt x="154" y="41"/>
                  <a:pt x="154" y="41"/>
                </a:cubicBezTo>
                <a:cubicBezTo>
                  <a:pt x="153" y="41"/>
                  <a:pt x="153" y="41"/>
                  <a:pt x="152" y="41"/>
                </a:cubicBezTo>
                <a:cubicBezTo>
                  <a:pt x="152" y="41"/>
                  <a:pt x="151" y="41"/>
                  <a:pt x="151" y="42"/>
                </a:cubicBezTo>
                <a:cubicBezTo>
                  <a:pt x="150" y="42"/>
                  <a:pt x="150" y="42"/>
                  <a:pt x="150" y="43"/>
                </a:cubicBezTo>
                <a:cubicBezTo>
                  <a:pt x="150" y="43"/>
                  <a:pt x="150" y="43"/>
                  <a:pt x="149" y="43"/>
                </a:cubicBezTo>
                <a:cubicBezTo>
                  <a:pt x="149" y="43"/>
                  <a:pt x="149" y="43"/>
                  <a:pt x="149" y="43"/>
                </a:cubicBezTo>
                <a:cubicBezTo>
                  <a:pt x="149" y="43"/>
                  <a:pt x="149" y="43"/>
                  <a:pt x="148" y="43"/>
                </a:cubicBezTo>
                <a:cubicBezTo>
                  <a:pt x="148" y="43"/>
                  <a:pt x="148" y="43"/>
                  <a:pt x="148" y="43"/>
                </a:cubicBezTo>
                <a:cubicBezTo>
                  <a:pt x="148" y="44"/>
                  <a:pt x="148" y="44"/>
                  <a:pt x="147" y="44"/>
                </a:cubicBezTo>
                <a:cubicBezTo>
                  <a:pt x="146" y="43"/>
                  <a:pt x="146" y="43"/>
                  <a:pt x="145" y="43"/>
                </a:cubicBezTo>
                <a:cubicBezTo>
                  <a:pt x="144" y="43"/>
                  <a:pt x="143" y="44"/>
                  <a:pt x="143" y="46"/>
                </a:cubicBezTo>
                <a:cubicBezTo>
                  <a:pt x="143" y="46"/>
                  <a:pt x="143" y="47"/>
                  <a:pt x="143" y="47"/>
                </a:cubicBezTo>
                <a:cubicBezTo>
                  <a:pt x="143" y="48"/>
                  <a:pt x="143" y="48"/>
                  <a:pt x="143" y="49"/>
                </a:cubicBezTo>
                <a:cubicBezTo>
                  <a:pt x="143" y="50"/>
                  <a:pt x="143" y="50"/>
                  <a:pt x="143" y="50"/>
                </a:cubicBezTo>
                <a:cubicBezTo>
                  <a:pt x="143" y="49"/>
                  <a:pt x="142" y="48"/>
                  <a:pt x="142" y="47"/>
                </a:cubicBezTo>
                <a:cubicBezTo>
                  <a:pt x="142" y="45"/>
                  <a:pt x="142" y="43"/>
                  <a:pt x="140" y="41"/>
                </a:cubicBezTo>
                <a:cubicBezTo>
                  <a:pt x="138" y="41"/>
                  <a:pt x="138" y="40"/>
                  <a:pt x="138" y="38"/>
                </a:cubicBezTo>
                <a:cubicBezTo>
                  <a:pt x="137" y="38"/>
                  <a:pt x="137" y="38"/>
                  <a:pt x="136" y="38"/>
                </a:cubicBezTo>
                <a:cubicBezTo>
                  <a:pt x="136" y="38"/>
                  <a:pt x="136" y="38"/>
                  <a:pt x="136" y="38"/>
                </a:cubicBezTo>
                <a:cubicBezTo>
                  <a:pt x="136" y="37"/>
                  <a:pt x="136" y="37"/>
                  <a:pt x="136" y="36"/>
                </a:cubicBezTo>
                <a:cubicBezTo>
                  <a:pt x="137" y="36"/>
                  <a:pt x="137" y="36"/>
                  <a:pt x="137" y="36"/>
                </a:cubicBezTo>
                <a:cubicBezTo>
                  <a:pt x="137" y="34"/>
                  <a:pt x="136" y="32"/>
                  <a:pt x="134" y="31"/>
                </a:cubicBezTo>
                <a:cubicBezTo>
                  <a:pt x="132" y="31"/>
                  <a:pt x="131" y="30"/>
                  <a:pt x="131" y="30"/>
                </a:cubicBezTo>
                <a:cubicBezTo>
                  <a:pt x="131" y="30"/>
                  <a:pt x="131" y="29"/>
                  <a:pt x="131" y="29"/>
                </a:cubicBezTo>
                <a:cubicBezTo>
                  <a:pt x="132" y="29"/>
                  <a:pt x="132" y="30"/>
                  <a:pt x="133" y="30"/>
                </a:cubicBezTo>
                <a:cubicBezTo>
                  <a:pt x="133" y="30"/>
                  <a:pt x="134" y="30"/>
                  <a:pt x="134" y="30"/>
                </a:cubicBezTo>
                <a:cubicBezTo>
                  <a:pt x="135" y="30"/>
                  <a:pt x="136" y="30"/>
                  <a:pt x="136" y="28"/>
                </a:cubicBezTo>
                <a:cubicBezTo>
                  <a:pt x="136" y="27"/>
                  <a:pt x="136" y="26"/>
                  <a:pt x="136" y="25"/>
                </a:cubicBezTo>
                <a:cubicBezTo>
                  <a:pt x="136" y="24"/>
                  <a:pt x="136" y="24"/>
                  <a:pt x="136" y="23"/>
                </a:cubicBezTo>
                <a:cubicBezTo>
                  <a:pt x="135" y="23"/>
                  <a:pt x="135" y="22"/>
                  <a:pt x="135" y="21"/>
                </a:cubicBezTo>
                <a:cubicBezTo>
                  <a:pt x="137" y="22"/>
                  <a:pt x="138" y="22"/>
                  <a:pt x="139" y="22"/>
                </a:cubicBezTo>
                <a:cubicBezTo>
                  <a:pt x="140" y="22"/>
                  <a:pt x="142" y="22"/>
                  <a:pt x="143" y="22"/>
                </a:cubicBezTo>
                <a:cubicBezTo>
                  <a:pt x="144" y="22"/>
                  <a:pt x="144" y="22"/>
                  <a:pt x="144" y="20"/>
                </a:cubicBezTo>
                <a:cubicBezTo>
                  <a:pt x="144" y="19"/>
                  <a:pt x="144" y="18"/>
                  <a:pt x="144" y="18"/>
                </a:cubicBezTo>
                <a:cubicBezTo>
                  <a:pt x="144" y="17"/>
                  <a:pt x="144" y="17"/>
                  <a:pt x="144" y="16"/>
                </a:cubicBezTo>
                <a:cubicBezTo>
                  <a:pt x="144" y="16"/>
                  <a:pt x="144" y="15"/>
                  <a:pt x="144" y="14"/>
                </a:cubicBezTo>
                <a:close/>
                <a:moveTo>
                  <a:pt x="184" y="136"/>
                </a:moveTo>
                <a:cubicBezTo>
                  <a:pt x="185" y="136"/>
                  <a:pt x="186" y="135"/>
                  <a:pt x="186" y="135"/>
                </a:cubicBezTo>
                <a:cubicBezTo>
                  <a:pt x="188" y="135"/>
                  <a:pt x="190" y="136"/>
                  <a:pt x="191" y="137"/>
                </a:cubicBezTo>
                <a:cubicBezTo>
                  <a:pt x="191" y="139"/>
                  <a:pt x="192" y="140"/>
                  <a:pt x="192" y="142"/>
                </a:cubicBezTo>
                <a:cubicBezTo>
                  <a:pt x="192" y="143"/>
                  <a:pt x="191" y="144"/>
                  <a:pt x="190" y="146"/>
                </a:cubicBezTo>
                <a:cubicBezTo>
                  <a:pt x="189" y="147"/>
                  <a:pt x="188" y="147"/>
                  <a:pt x="187" y="147"/>
                </a:cubicBezTo>
                <a:cubicBezTo>
                  <a:pt x="185" y="147"/>
                  <a:pt x="184" y="147"/>
                  <a:pt x="182" y="146"/>
                </a:cubicBezTo>
                <a:cubicBezTo>
                  <a:pt x="181" y="145"/>
                  <a:pt x="181" y="144"/>
                  <a:pt x="181" y="142"/>
                </a:cubicBezTo>
                <a:cubicBezTo>
                  <a:pt x="181" y="139"/>
                  <a:pt x="182" y="137"/>
                  <a:pt x="184" y="136"/>
                </a:cubicBezTo>
                <a:close/>
                <a:moveTo>
                  <a:pt x="14" y="14"/>
                </a:moveTo>
                <a:cubicBezTo>
                  <a:pt x="16" y="14"/>
                  <a:pt x="18" y="15"/>
                  <a:pt x="20" y="17"/>
                </a:cubicBezTo>
                <a:cubicBezTo>
                  <a:pt x="22" y="19"/>
                  <a:pt x="24" y="21"/>
                  <a:pt x="25" y="23"/>
                </a:cubicBezTo>
                <a:cubicBezTo>
                  <a:pt x="25" y="24"/>
                  <a:pt x="24" y="24"/>
                  <a:pt x="24" y="24"/>
                </a:cubicBezTo>
                <a:cubicBezTo>
                  <a:pt x="23" y="24"/>
                  <a:pt x="22" y="24"/>
                  <a:pt x="22" y="24"/>
                </a:cubicBezTo>
                <a:cubicBezTo>
                  <a:pt x="20" y="24"/>
                  <a:pt x="18" y="23"/>
                  <a:pt x="16" y="20"/>
                </a:cubicBezTo>
                <a:cubicBezTo>
                  <a:pt x="12" y="16"/>
                  <a:pt x="12" y="16"/>
                  <a:pt x="12" y="16"/>
                </a:cubicBezTo>
                <a:cubicBezTo>
                  <a:pt x="12" y="14"/>
                  <a:pt x="13" y="14"/>
                  <a:pt x="14" y="14"/>
                </a:cubicBezTo>
                <a:close/>
                <a:moveTo>
                  <a:pt x="187" y="94"/>
                </a:moveTo>
                <a:cubicBezTo>
                  <a:pt x="188" y="93"/>
                  <a:pt x="188" y="93"/>
                  <a:pt x="189" y="93"/>
                </a:cubicBezTo>
                <a:cubicBezTo>
                  <a:pt x="190" y="93"/>
                  <a:pt x="191" y="94"/>
                  <a:pt x="192" y="95"/>
                </a:cubicBezTo>
                <a:cubicBezTo>
                  <a:pt x="193" y="96"/>
                  <a:pt x="193" y="97"/>
                  <a:pt x="193" y="98"/>
                </a:cubicBezTo>
                <a:cubicBezTo>
                  <a:pt x="193" y="100"/>
                  <a:pt x="192" y="102"/>
                  <a:pt x="188" y="102"/>
                </a:cubicBezTo>
                <a:cubicBezTo>
                  <a:pt x="186" y="102"/>
                  <a:pt x="184" y="100"/>
                  <a:pt x="184" y="98"/>
                </a:cubicBezTo>
                <a:cubicBezTo>
                  <a:pt x="184" y="96"/>
                  <a:pt x="185" y="94"/>
                  <a:pt x="187" y="94"/>
                </a:cubicBezTo>
                <a:close/>
                <a:moveTo>
                  <a:pt x="157" y="157"/>
                </a:moveTo>
                <a:cubicBezTo>
                  <a:pt x="158" y="158"/>
                  <a:pt x="160" y="159"/>
                  <a:pt x="161" y="160"/>
                </a:cubicBezTo>
                <a:cubicBezTo>
                  <a:pt x="162" y="162"/>
                  <a:pt x="162" y="164"/>
                  <a:pt x="162" y="166"/>
                </a:cubicBezTo>
                <a:cubicBezTo>
                  <a:pt x="162" y="166"/>
                  <a:pt x="162" y="166"/>
                  <a:pt x="161" y="166"/>
                </a:cubicBezTo>
                <a:cubicBezTo>
                  <a:pt x="161" y="166"/>
                  <a:pt x="160" y="165"/>
                  <a:pt x="159" y="163"/>
                </a:cubicBezTo>
                <a:cubicBezTo>
                  <a:pt x="157" y="161"/>
                  <a:pt x="157" y="159"/>
                  <a:pt x="156" y="158"/>
                </a:cubicBezTo>
                <a:lnTo>
                  <a:pt x="157" y="157"/>
                </a:lnTo>
                <a:close/>
                <a:moveTo>
                  <a:pt x="109" y="140"/>
                </a:moveTo>
                <a:cubicBezTo>
                  <a:pt x="110" y="139"/>
                  <a:pt x="111" y="139"/>
                  <a:pt x="111" y="139"/>
                </a:cubicBezTo>
                <a:cubicBezTo>
                  <a:pt x="112" y="139"/>
                  <a:pt x="113" y="139"/>
                  <a:pt x="114" y="139"/>
                </a:cubicBezTo>
                <a:cubicBezTo>
                  <a:pt x="113" y="139"/>
                  <a:pt x="111" y="140"/>
                  <a:pt x="110" y="142"/>
                </a:cubicBezTo>
                <a:cubicBezTo>
                  <a:pt x="108" y="144"/>
                  <a:pt x="107" y="144"/>
                  <a:pt x="106" y="144"/>
                </a:cubicBezTo>
                <a:cubicBezTo>
                  <a:pt x="106" y="144"/>
                  <a:pt x="105" y="144"/>
                  <a:pt x="105" y="143"/>
                </a:cubicBezTo>
                <a:cubicBezTo>
                  <a:pt x="105" y="142"/>
                  <a:pt x="106" y="141"/>
                  <a:pt x="107" y="140"/>
                </a:cubicBezTo>
                <a:cubicBezTo>
                  <a:pt x="108" y="140"/>
                  <a:pt x="108" y="140"/>
                  <a:pt x="109" y="140"/>
                </a:cubicBezTo>
                <a:close/>
                <a:moveTo>
                  <a:pt x="39" y="0"/>
                </a:moveTo>
                <a:cubicBezTo>
                  <a:pt x="41" y="0"/>
                  <a:pt x="41" y="0"/>
                  <a:pt x="41" y="0"/>
                </a:cubicBezTo>
                <a:cubicBezTo>
                  <a:pt x="42" y="0"/>
                  <a:pt x="42" y="1"/>
                  <a:pt x="42" y="1"/>
                </a:cubicBezTo>
                <a:cubicBezTo>
                  <a:pt x="42" y="3"/>
                  <a:pt x="41" y="4"/>
                  <a:pt x="40" y="4"/>
                </a:cubicBezTo>
                <a:cubicBezTo>
                  <a:pt x="38" y="4"/>
                  <a:pt x="37" y="4"/>
                  <a:pt x="37" y="3"/>
                </a:cubicBezTo>
                <a:cubicBezTo>
                  <a:pt x="37" y="2"/>
                  <a:pt x="38" y="1"/>
                  <a:pt x="39" y="0"/>
                </a:cubicBezTo>
                <a:close/>
                <a:moveTo>
                  <a:pt x="134" y="155"/>
                </a:moveTo>
                <a:cubicBezTo>
                  <a:pt x="136" y="156"/>
                  <a:pt x="137" y="157"/>
                  <a:pt x="137" y="159"/>
                </a:cubicBezTo>
                <a:cubicBezTo>
                  <a:pt x="137" y="160"/>
                  <a:pt x="136" y="161"/>
                  <a:pt x="136" y="161"/>
                </a:cubicBezTo>
                <a:cubicBezTo>
                  <a:pt x="135" y="161"/>
                  <a:pt x="135" y="160"/>
                  <a:pt x="134" y="159"/>
                </a:cubicBezTo>
                <a:cubicBezTo>
                  <a:pt x="133" y="158"/>
                  <a:pt x="133" y="157"/>
                  <a:pt x="133" y="155"/>
                </a:cubicBezTo>
                <a:lnTo>
                  <a:pt x="134" y="155"/>
                </a:lnTo>
                <a:close/>
                <a:moveTo>
                  <a:pt x="88" y="88"/>
                </a:moveTo>
                <a:cubicBezTo>
                  <a:pt x="89" y="88"/>
                  <a:pt x="90" y="88"/>
                  <a:pt x="90" y="89"/>
                </a:cubicBezTo>
                <a:cubicBezTo>
                  <a:pt x="91" y="89"/>
                  <a:pt x="92" y="90"/>
                  <a:pt x="92" y="91"/>
                </a:cubicBezTo>
                <a:cubicBezTo>
                  <a:pt x="92" y="91"/>
                  <a:pt x="91" y="92"/>
                  <a:pt x="90" y="92"/>
                </a:cubicBezTo>
                <a:cubicBezTo>
                  <a:pt x="90" y="92"/>
                  <a:pt x="89" y="91"/>
                  <a:pt x="88" y="91"/>
                </a:cubicBezTo>
                <a:cubicBezTo>
                  <a:pt x="87" y="91"/>
                  <a:pt x="86" y="90"/>
                  <a:pt x="86" y="89"/>
                </a:cubicBezTo>
                <a:cubicBezTo>
                  <a:pt x="86" y="89"/>
                  <a:pt x="87" y="88"/>
                  <a:pt x="88" y="88"/>
                </a:cubicBezTo>
                <a:close/>
                <a:moveTo>
                  <a:pt x="98" y="59"/>
                </a:moveTo>
                <a:cubicBezTo>
                  <a:pt x="98" y="59"/>
                  <a:pt x="98" y="59"/>
                  <a:pt x="98" y="59"/>
                </a:cubicBezTo>
                <a:cubicBezTo>
                  <a:pt x="99" y="59"/>
                  <a:pt x="100" y="59"/>
                  <a:pt x="101" y="60"/>
                </a:cubicBezTo>
                <a:cubicBezTo>
                  <a:pt x="102" y="62"/>
                  <a:pt x="103" y="62"/>
                  <a:pt x="103" y="63"/>
                </a:cubicBezTo>
                <a:cubicBezTo>
                  <a:pt x="103" y="64"/>
                  <a:pt x="102" y="64"/>
                  <a:pt x="102" y="64"/>
                </a:cubicBezTo>
                <a:cubicBezTo>
                  <a:pt x="101" y="64"/>
                  <a:pt x="100" y="63"/>
                  <a:pt x="99" y="62"/>
                </a:cubicBezTo>
                <a:cubicBezTo>
                  <a:pt x="98" y="61"/>
                  <a:pt x="98" y="60"/>
                  <a:pt x="98" y="59"/>
                </a:cubicBezTo>
                <a:close/>
                <a:moveTo>
                  <a:pt x="91" y="74"/>
                </a:moveTo>
                <a:cubicBezTo>
                  <a:pt x="91" y="74"/>
                  <a:pt x="91" y="74"/>
                  <a:pt x="91" y="74"/>
                </a:cubicBezTo>
                <a:cubicBezTo>
                  <a:pt x="91" y="73"/>
                  <a:pt x="91" y="73"/>
                  <a:pt x="92" y="73"/>
                </a:cubicBezTo>
                <a:cubicBezTo>
                  <a:pt x="93" y="73"/>
                  <a:pt x="94" y="74"/>
                  <a:pt x="95" y="75"/>
                </a:cubicBezTo>
                <a:cubicBezTo>
                  <a:pt x="96" y="76"/>
                  <a:pt x="96" y="77"/>
                  <a:pt x="96" y="77"/>
                </a:cubicBezTo>
                <a:cubicBezTo>
                  <a:pt x="96" y="78"/>
                  <a:pt x="96" y="78"/>
                  <a:pt x="95" y="78"/>
                </a:cubicBezTo>
                <a:cubicBezTo>
                  <a:pt x="94" y="78"/>
                  <a:pt x="94" y="77"/>
                  <a:pt x="93" y="77"/>
                </a:cubicBezTo>
                <a:cubicBezTo>
                  <a:pt x="92" y="76"/>
                  <a:pt x="92" y="75"/>
                  <a:pt x="91" y="74"/>
                </a:cubicBezTo>
                <a:close/>
                <a:moveTo>
                  <a:pt x="3" y="43"/>
                </a:moveTo>
                <a:cubicBezTo>
                  <a:pt x="3" y="43"/>
                  <a:pt x="3" y="42"/>
                  <a:pt x="4" y="42"/>
                </a:cubicBezTo>
                <a:cubicBezTo>
                  <a:pt x="4" y="42"/>
                  <a:pt x="4" y="42"/>
                  <a:pt x="4" y="42"/>
                </a:cubicBezTo>
                <a:cubicBezTo>
                  <a:pt x="5" y="42"/>
                  <a:pt x="5" y="42"/>
                  <a:pt x="5" y="42"/>
                </a:cubicBezTo>
                <a:cubicBezTo>
                  <a:pt x="5" y="42"/>
                  <a:pt x="6" y="43"/>
                  <a:pt x="6" y="43"/>
                </a:cubicBezTo>
                <a:cubicBezTo>
                  <a:pt x="6" y="43"/>
                  <a:pt x="5" y="44"/>
                  <a:pt x="4" y="44"/>
                </a:cubicBezTo>
                <a:cubicBezTo>
                  <a:pt x="3" y="45"/>
                  <a:pt x="2" y="45"/>
                  <a:pt x="0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4"/>
                  <a:pt x="0" y="44"/>
                  <a:pt x="1" y="44"/>
                </a:cubicBezTo>
                <a:cubicBezTo>
                  <a:pt x="2" y="43"/>
                  <a:pt x="2" y="43"/>
                  <a:pt x="3" y="43"/>
                </a:cubicBezTo>
                <a:close/>
                <a:moveTo>
                  <a:pt x="168" y="110"/>
                </a:moveTo>
                <a:cubicBezTo>
                  <a:pt x="170" y="109"/>
                  <a:pt x="170" y="110"/>
                  <a:pt x="170" y="112"/>
                </a:cubicBezTo>
                <a:cubicBezTo>
                  <a:pt x="170" y="113"/>
                  <a:pt x="170" y="113"/>
                  <a:pt x="169" y="113"/>
                </a:cubicBezTo>
                <a:cubicBezTo>
                  <a:pt x="169" y="113"/>
                  <a:pt x="168" y="113"/>
                  <a:pt x="167" y="112"/>
                </a:cubicBezTo>
                <a:cubicBezTo>
                  <a:pt x="167" y="112"/>
                  <a:pt x="167" y="111"/>
                  <a:pt x="167" y="111"/>
                </a:cubicBezTo>
                <a:cubicBezTo>
                  <a:pt x="167" y="110"/>
                  <a:pt x="167" y="110"/>
                  <a:pt x="168" y="110"/>
                </a:cubicBezTo>
                <a:close/>
                <a:moveTo>
                  <a:pt x="168" y="64"/>
                </a:moveTo>
                <a:cubicBezTo>
                  <a:pt x="169" y="64"/>
                  <a:pt x="169" y="63"/>
                  <a:pt x="169" y="63"/>
                </a:cubicBezTo>
                <a:cubicBezTo>
                  <a:pt x="169" y="64"/>
                  <a:pt x="170" y="64"/>
                  <a:pt x="170" y="64"/>
                </a:cubicBezTo>
                <a:cubicBezTo>
                  <a:pt x="170" y="64"/>
                  <a:pt x="170" y="63"/>
                  <a:pt x="171" y="62"/>
                </a:cubicBezTo>
                <a:cubicBezTo>
                  <a:pt x="172" y="60"/>
                  <a:pt x="173" y="59"/>
                  <a:pt x="175" y="59"/>
                </a:cubicBezTo>
                <a:cubicBezTo>
                  <a:pt x="172" y="61"/>
                  <a:pt x="170" y="63"/>
                  <a:pt x="169" y="66"/>
                </a:cubicBezTo>
                <a:lnTo>
                  <a:pt x="168" y="64"/>
                </a:lnTo>
                <a:close/>
                <a:moveTo>
                  <a:pt x="101" y="98"/>
                </a:moveTo>
                <a:cubicBezTo>
                  <a:pt x="102" y="98"/>
                  <a:pt x="102" y="98"/>
                  <a:pt x="103" y="99"/>
                </a:cubicBezTo>
                <a:cubicBezTo>
                  <a:pt x="104" y="99"/>
                  <a:pt x="105" y="99"/>
                  <a:pt x="105" y="99"/>
                </a:cubicBezTo>
                <a:cubicBezTo>
                  <a:pt x="105" y="100"/>
                  <a:pt x="104" y="100"/>
                  <a:pt x="104" y="100"/>
                </a:cubicBezTo>
                <a:cubicBezTo>
                  <a:pt x="103" y="100"/>
                  <a:pt x="103" y="101"/>
                  <a:pt x="102" y="101"/>
                </a:cubicBezTo>
                <a:cubicBezTo>
                  <a:pt x="101" y="101"/>
                  <a:pt x="100" y="100"/>
                  <a:pt x="100" y="99"/>
                </a:cubicBezTo>
                <a:cubicBezTo>
                  <a:pt x="100" y="99"/>
                  <a:pt x="101" y="99"/>
                  <a:pt x="101" y="98"/>
                </a:cubicBezTo>
                <a:close/>
                <a:moveTo>
                  <a:pt x="126" y="39"/>
                </a:moveTo>
                <a:cubicBezTo>
                  <a:pt x="126" y="38"/>
                  <a:pt x="125" y="37"/>
                  <a:pt x="125" y="36"/>
                </a:cubicBezTo>
                <a:cubicBezTo>
                  <a:pt x="125" y="35"/>
                  <a:pt x="124" y="33"/>
                  <a:pt x="124" y="30"/>
                </a:cubicBezTo>
                <a:cubicBezTo>
                  <a:pt x="124" y="30"/>
                  <a:pt x="124" y="31"/>
                  <a:pt x="125" y="34"/>
                </a:cubicBezTo>
                <a:cubicBezTo>
                  <a:pt x="126" y="37"/>
                  <a:pt x="126" y="38"/>
                  <a:pt x="126" y="39"/>
                </a:cubicBezTo>
                <a:close/>
                <a:moveTo>
                  <a:pt x="127" y="41"/>
                </a:moveTo>
                <a:cubicBezTo>
                  <a:pt x="127" y="42"/>
                  <a:pt x="127" y="42"/>
                  <a:pt x="127" y="42"/>
                </a:cubicBezTo>
                <a:cubicBezTo>
                  <a:pt x="127" y="41"/>
                  <a:pt x="127" y="41"/>
                  <a:pt x="127" y="41"/>
                </a:cubicBezTo>
                <a:cubicBezTo>
                  <a:pt x="128" y="42"/>
                  <a:pt x="128" y="43"/>
                  <a:pt x="129" y="44"/>
                </a:cubicBezTo>
                <a:cubicBezTo>
                  <a:pt x="130" y="46"/>
                  <a:pt x="130" y="47"/>
                  <a:pt x="130" y="48"/>
                </a:cubicBezTo>
                <a:cubicBezTo>
                  <a:pt x="130" y="47"/>
                  <a:pt x="129" y="46"/>
                  <a:pt x="129" y="45"/>
                </a:cubicBezTo>
                <a:cubicBezTo>
                  <a:pt x="128" y="44"/>
                  <a:pt x="127" y="42"/>
                  <a:pt x="127" y="41"/>
                </a:cubicBezTo>
                <a:close/>
                <a:moveTo>
                  <a:pt x="184" y="104"/>
                </a:moveTo>
                <a:cubicBezTo>
                  <a:pt x="184" y="104"/>
                  <a:pt x="185" y="104"/>
                  <a:pt x="185" y="104"/>
                </a:cubicBezTo>
                <a:cubicBezTo>
                  <a:pt x="186" y="104"/>
                  <a:pt x="186" y="104"/>
                  <a:pt x="187" y="104"/>
                </a:cubicBezTo>
                <a:cubicBezTo>
                  <a:pt x="187" y="104"/>
                  <a:pt x="187" y="104"/>
                  <a:pt x="187" y="105"/>
                </a:cubicBezTo>
                <a:cubicBezTo>
                  <a:pt x="187" y="105"/>
                  <a:pt x="186" y="105"/>
                  <a:pt x="185" y="105"/>
                </a:cubicBezTo>
                <a:cubicBezTo>
                  <a:pt x="184" y="106"/>
                  <a:pt x="183" y="106"/>
                  <a:pt x="182" y="106"/>
                </a:cubicBezTo>
                <a:cubicBezTo>
                  <a:pt x="181" y="106"/>
                  <a:pt x="181" y="106"/>
                  <a:pt x="181" y="105"/>
                </a:cubicBezTo>
                <a:cubicBezTo>
                  <a:pt x="181" y="105"/>
                  <a:pt x="182" y="104"/>
                  <a:pt x="184" y="104"/>
                </a:cubicBezTo>
                <a:close/>
                <a:moveTo>
                  <a:pt x="108" y="105"/>
                </a:moveTo>
                <a:cubicBezTo>
                  <a:pt x="108" y="105"/>
                  <a:pt x="108" y="105"/>
                  <a:pt x="108" y="105"/>
                </a:cubicBezTo>
                <a:cubicBezTo>
                  <a:pt x="108" y="105"/>
                  <a:pt x="109" y="105"/>
                  <a:pt x="109" y="106"/>
                </a:cubicBezTo>
                <a:cubicBezTo>
                  <a:pt x="109" y="107"/>
                  <a:pt x="109" y="108"/>
                  <a:pt x="109" y="108"/>
                </a:cubicBezTo>
                <a:cubicBezTo>
                  <a:pt x="109" y="109"/>
                  <a:pt x="109" y="109"/>
                  <a:pt x="109" y="110"/>
                </a:cubicBezTo>
                <a:cubicBezTo>
                  <a:pt x="108" y="110"/>
                  <a:pt x="108" y="109"/>
                  <a:pt x="108" y="109"/>
                </a:cubicBezTo>
                <a:cubicBezTo>
                  <a:pt x="108" y="108"/>
                  <a:pt x="108" y="108"/>
                  <a:pt x="108" y="107"/>
                </a:cubicBezTo>
                <a:cubicBezTo>
                  <a:pt x="108" y="107"/>
                  <a:pt x="108" y="106"/>
                  <a:pt x="108" y="105"/>
                </a:cubicBezTo>
                <a:close/>
                <a:moveTo>
                  <a:pt x="84" y="58"/>
                </a:moveTo>
                <a:cubicBezTo>
                  <a:pt x="85" y="58"/>
                  <a:pt x="85" y="58"/>
                  <a:pt x="86" y="59"/>
                </a:cubicBezTo>
                <a:cubicBezTo>
                  <a:pt x="87" y="59"/>
                  <a:pt x="88" y="60"/>
                  <a:pt x="88" y="60"/>
                </a:cubicBezTo>
                <a:cubicBezTo>
                  <a:pt x="88" y="60"/>
                  <a:pt x="87" y="60"/>
                  <a:pt x="86" y="60"/>
                </a:cubicBezTo>
                <a:cubicBezTo>
                  <a:pt x="85" y="60"/>
                  <a:pt x="84" y="59"/>
                  <a:pt x="84" y="58"/>
                </a:cubicBezTo>
                <a:close/>
                <a:moveTo>
                  <a:pt x="110" y="61"/>
                </a:moveTo>
                <a:cubicBezTo>
                  <a:pt x="111" y="61"/>
                  <a:pt x="111" y="61"/>
                  <a:pt x="111" y="62"/>
                </a:cubicBezTo>
                <a:cubicBezTo>
                  <a:pt x="111" y="63"/>
                  <a:pt x="111" y="63"/>
                  <a:pt x="111" y="63"/>
                </a:cubicBezTo>
                <a:cubicBezTo>
                  <a:pt x="109" y="63"/>
                  <a:pt x="109" y="62"/>
                  <a:pt x="109" y="62"/>
                </a:cubicBezTo>
                <a:cubicBezTo>
                  <a:pt x="109" y="61"/>
                  <a:pt x="109" y="61"/>
                  <a:pt x="110" y="61"/>
                </a:cubicBezTo>
                <a:close/>
                <a:moveTo>
                  <a:pt x="92" y="118"/>
                </a:moveTo>
                <a:cubicBezTo>
                  <a:pt x="92" y="118"/>
                  <a:pt x="92" y="118"/>
                  <a:pt x="93" y="118"/>
                </a:cubicBezTo>
                <a:cubicBezTo>
                  <a:pt x="93" y="118"/>
                  <a:pt x="93" y="118"/>
                  <a:pt x="93" y="118"/>
                </a:cubicBezTo>
                <a:cubicBezTo>
                  <a:pt x="94" y="118"/>
                  <a:pt x="94" y="118"/>
                  <a:pt x="94" y="118"/>
                </a:cubicBezTo>
                <a:cubicBezTo>
                  <a:pt x="94" y="119"/>
                  <a:pt x="94" y="120"/>
                  <a:pt x="92" y="120"/>
                </a:cubicBezTo>
                <a:cubicBezTo>
                  <a:pt x="92" y="120"/>
                  <a:pt x="91" y="119"/>
                  <a:pt x="91" y="119"/>
                </a:cubicBezTo>
                <a:cubicBezTo>
                  <a:pt x="91" y="119"/>
                  <a:pt x="92" y="118"/>
                  <a:pt x="92" y="118"/>
                </a:cubicBezTo>
                <a:close/>
                <a:moveTo>
                  <a:pt x="60" y="86"/>
                </a:moveTo>
                <a:cubicBezTo>
                  <a:pt x="60" y="84"/>
                  <a:pt x="60" y="84"/>
                  <a:pt x="60" y="84"/>
                </a:cubicBezTo>
                <a:cubicBezTo>
                  <a:pt x="60" y="84"/>
                  <a:pt x="61" y="85"/>
                  <a:pt x="61" y="85"/>
                </a:cubicBezTo>
                <a:cubicBezTo>
                  <a:pt x="62" y="85"/>
                  <a:pt x="62" y="85"/>
                  <a:pt x="62" y="86"/>
                </a:cubicBezTo>
                <a:cubicBezTo>
                  <a:pt x="62" y="86"/>
                  <a:pt x="62" y="86"/>
                  <a:pt x="62" y="86"/>
                </a:cubicBezTo>
                <a:cubicBezTo>
                  <a:pt x="62" y="86"/>
                  <a:pt x="61" y="86"/>
                  <a:pt x="61" y="86"/>
                </a:cubicBezTo>
                <a:cubicBezTo>
                  <a:pt x="60" y="86"/>
                  <a:pt x="60" y="86"/>
                  <a:pt x="60" y="86"/>
                </a:cubicBezTo>
                <a:close/>
                <a:moveTo>
                  <a:pt x="146" y="48"/>
                </a:moveTo>
                <a:cubicBezTo>
                  <a:pt x="145" y="47"/>
                  <a:pt x="145" y="47"/>
                  <a:pt x="145" y="47"/>
                </a:cubicBezTo>
                <a:cubicBezTo>
                  <a:pt x="145" y="47"/>
                  <a:pt x="145" y="46"/>
                  <a:pt x="145" y="46"/>
                </a:cubicBezTo>
                <a:cubicBezTo>
                  <a:pt x="146" y="46"/>
                  <a:pt x="146" y="45"/>
                  <a:pt x="146" y="45"/>
                </a:cubicBezTo>
                <a:cubicBezTo>
                  <a:pt x="146" y="45"/>
                  <a:pt x="146" y="45"/>
                  <a:pt x="146" y="46"/>
                </a:cubicBezTo>
                <a:cubicBezTo>
                  <a:pt x="146" y="46"/>
                  <a:pt x="146" y="47"/>
                  <a:pt x="146" y="47"/>
                </a:cubicBezTo>
                <a:cubicBezTo>
                  <a:pt x="146" y="47"/>
                  <a:pt x="146" y="48"/>
                  <a:pt x="146" y="48"/>
                </a:cubicBezTo>
                <a:cubicBezTo>
                  <a:pt x="146" y="48"/>
                  <a:pt x="146" y="48"/>
                  <a:pt x="146" y="48"/>
                </a:cubicBezTo>
                <a:cubicBezTo>
                  <a:pt x="146" y="49"/>
                  <a:pt x="146" y="49"/>
                  <a:pt x="146" y="49"/>
                </a:cubicBezTo>
                <a:cubicBezTo>
                  <a:pt x="146" y="50"/>
                  <a:pt x="146" y="50"/>
                  <a:pt x="146" y="50"/>
                </a:cubicBezTo>
                <a:cubicBezTo>
                  <a:pt x="146" y="50"/>
                  <a:pt x="146" y="49"/>
                  <a:pt x="146" y="49"/>
                </a:cubicBezTo>
                <a:lnTo>
                  <a:pt x="146" y="48"/>
                </a:lnTo>
                <a:close/>
                <a:moveTo>
                  <a:pt x="28" y="34"/>
                </a:moveTo>
                <a:cubicBezTo>
                  <a:pt x="29" y="34"/>
                  <a:pt x="29" y="34"/>
                  <a:pt x="30" y="34"/>
                </a:cubicBezTo>
                <a:cubicBezTo>
                  <a:pt x="30" y="34"/>
                  <a:pt x="30" y="34"/>
                  <a:pt x="30" y="33"/>
                </a:cubicBezTo>
                <a:cubicBezTo>
                  <a:pt x="30" y="33"/>
                  <a:pt x="30" y="33"/>
                  <a:pt x="29" y="33"/>
                </a:cubicBezTo>
                <a:cubicBezTo>
                  <a:pt x="29" y="33"/>
                  <a:pt x="28" y="33"/>
                  <a:pt x="28" y="34"/>
                </a:cubicBezTo>
                <a:close/>
                <a:moveTo>
                  <a:pt x="130" y="49"/>
                </a:moveTo>
                <a:cubicBezTo>
                  <a:pt x="130" y="49"/>
                  <a:pt x="131" y="50"/>
                  <a:pt x="131" y="50"/>
                </a:cubicBezTo>
                <a:cubicBezTo>
                  <a:pt x="131" y="50"/>
                  <a:pt x="131" y="51"/>
                  <a:pt x="131" y="52"/>
                </a:cubicBezTo>
                <a:cubicBezTo>
                  <a:pt x="130" y="50"/>
                  <a:pt x="130" y="50"/>
                  <a:pt x="130" y="50"/>
                </a:cubicBezTo>
                <a:cubicBezTo>
                  <a:pt x="130" y="50"/>
                  <a:pt x="130" y="49"/>
                  <a:pt x="130" y="49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43548" tIns="21773" rIns="43548" bIns="21773" anchor="t"/>
          <a:lstStyle/>
          <a:p>
            <a:endParaRPr sz="855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9608" y="351306"/>
            <a:ext cx="11452785" cy="6155388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Freeform 56"/>
          <p:cNvSpPr>
            <a:spLocks noGrp="1"/>
          </p:cNvSpPr>
          <p:nvPr/>
        </p:nvSpPr>
        <p:spPr>
          <a:xfrm>
            <a:off x="1669787" y="1304052"/>
            <a:ext cx="1132058" cy="1200329"/>
          </a:xfrm>
          <a:custGeom>
            <a:avLst/>
            <a:gdLst>
              <a:gd name="T0" fmla="*/ 129 w 137"/>
              <a:gd name="T1" fmla="*/ 89 h 145"/>
              <a:gd name="T2" fmla="*/ 129 w 137"/>
              <a:gd name="T3" fmla="*/ 94 h 145"/>
              <a:gd name="T4" fmla="*/ 132 w 137"/>
              <a:gd name="T5" fmla="*/ 100 h 145"/>
              <a:gd name="T6" fmla="*/ 128 w 137"/>
              <a:gd name="T7" fmla="*/ 102 h 145"/>
              <a:gd name="T8" fmla="*/ 130 w 137"/>
              <a:gd name="T9" fmla="*/ 107 h 145"/>
              <a:gd name="T10" fmla="*/ 130 w 137"/>
              <a:gd name="T11" fmla="*/ 109 h 145"/>
              <a:gd name="T12" fmla="*/ 127 w 137"/>
              <a:gd name="T13" fmla="*/ 120 h 145"/>
              <a:gd name="T14" fmla="*/ 120 w 137"/>
              <a:gd name="T15" fmla="*/ 120 h 145"/>
              <a:gd name="T16" fmla="*/ 121 w 137"/>
              <a:gd name="T17" fmla="*/ 124 h 145"/>
              <a:gd name="T18" fmla="*/ 119 w 137"/>
              <a:gd name="T19" fmla="*/ 127 h 145"/>
              <a:gd name="T20" fmla="*/ 114 w 137"/>
              <a:gd name="T21" fmla="*/ 126 h 145"/>
              <a:gd name="T22" fmla="*/ 114 w 137"/>
              <a:gd name="T23" fmla="*/ 131 h 145"/>
              <a:gd name="T24" fmla="*/ 110 w 137"/>
              <a:gd name="T25" fmla="*/ 129 h 145"/>
              <a:gd name="T26" fmla="*/ 99 w 137"/>
              <a:gd name="T27" fmla="*/ 130 h 145"/>
              <a:gd name="T28" fmla="*/ 97 w 137"/>
              <a:gd name="T29" fmla="*/ 138 h 145"/>
              <a:gd name="T30" fmla="*/ 89 w 137"/>
              <a:gd name="T31" fmla="*/ 132 h 145"/>
              <a:gd name="T32" fmla="*/ 88 w 137"/>
              <a:gd name="T33" fmla="*/ 130 h 145"/>
              <a:gd name="T34" fmla="*/ 80 w 137"/>
              <a:gd name="T35" fmla="*/ 124 h 145"/>
              <a:gd name="T36" fmla="*/ 72 w 137"/>
              <a:gd name="T37" fmla="*/ 113 h 145"/>
              <a:gd name="T38" fmla="*/ 66 w 137"/>
              <a:gd name="T39" fmla="*/ 104 h 145"/>
              <a:gd name="T40" fmla="*/ 64 w 137"/>
              <a:gd name="T41" fmla="*/ 93 h 145"/>
              <a:gd name="T42" fmla="*/ 70 w 137"/>
              <a:gd name="T43" fmla="*/ 93 h 145"/>
              <a:gd name="T44" fmla="*/ 67 w 137"/>
              <a:gd name="T45" fmla="*/ 87 h 145"/>
              <a:gd name="T46" fmla="*/ 72 w 137"/>
              <a:gd name="T47" fmla="*/ 79 h 145"/>
              <a:gd name="T48" fmla="*/ 75 w 137"/>
              <a:gd name="T49" fmla="*/ 74 h 145"/>
              <a:gd name="T50" fmla="*/ 83 w 137"/>
              <a:gd name="T51" fmla="*/ 74 h 145"/>
              <a:gd name="T52" fmla="*/ 86 w 137"/>
              <a:gd name="T53" fmla="*/ 72 h 145"/>
              <a:gd name="T54" fmla="*/ 88 w 137"/>
              <a:gd name="T55" fmla="*/ 66 h 145"/>
              <a:gd name="T56" fmla="*/ 97 w 137"/>
              <a:gd name="T57" fmla="*/ 66 h 145"/>
              <a:gd name="T58" fmla="*/ 102 w 137"/>
              <a:gd name="T59" fmla="*/ 65 h 145"/>
              <a:gd name="T60" fmla="*/ 106 w 137"/>
              <a:gd name="T61" fmla="*/ 65 h 145"/>
              <a:gd name="T62" fmla="*/ 108 w 137"/>
              <a:gd name="T63" fmla="*/ 68 h 145"/>
              <a:gd name="T64" fmla="*/ 117 w 137"/>
              <a:gd name="T65" fmla="*/ 73 h 145"/>
              <a:gd name="T66" fmla="*/ 123 w 137"/>
              <a:gd name="T67" fmla="*/ 77 h 145"/>
              <a:gd name="T68" fmla="*/ 129 w 137"/>
              <a:gd name="T69" fmla="*/ 79 h 145"/>
              <a:gd name="T70" fmla="*/ 89 w 137"/>
              <a:gd name="T71" fmla="*/ 145 h 145"/>
              <a:gd name="T72" fmla="*/ 90 w 137"/>
              <a:gd name="T73" fmla="*/ 142 h 145"/>
              <a:gd name="T74" fmla="*/ 136 w 137"/>
              <a:gd name="T75" fmla="*/ 32 h 145"/>
              <a:gd name="T76" fmla="*/ 137 w 137"/>
              <a:gd name="T77" fmla="*/ 28 h 145"/>
              <a:gd name="T78" fmla="*/ 131 w 137"/>
              <a:gd name="T79" fmla="*/ 6 h 145"/>
              <a:gd name="T80" fmla="*/ 56 w 137"/>
              <a:gd name="T81" fmla="*/ 127 h 145"/>
              <a:gd name="T82" fmla="*/ 64 w 137"/>
              <a:gd name="T83" fmla="*/ 122 h 145"/>
              <a:gd name="T84" fmla="*/ 47 w 137"/>
              <a:gd name="T85" fmla="*/ 63 h 145"/>
              <a:gd name="T86" fmla="*/ 42 w 137"/>
              <a:gd name="T87" fmla="*/ 75 h 145"/>
              <a:gd name="T88" fmla="*/ 35 w 137"/>
              <a:gd name="T89" fmla="*/ 81 h 145"/>
              <a:gd name="T90" fmla="*/ 22 w 137"/>
              <a:gd name="T91" fmla="*/ 84 h 145"/>
              <a:gd name="T92" fmla="*/ 15 w 137"/>
              <a:gd name="T93" fmla="*/ 82 h 145"/>
              <a:gd name="T94" fmla="*/ 10 w 137"/>
              <a:gd name="T95" fmla="*/ 78 h 145"/>
              <a:gd name="T96" fmla="*/ 2 w 137"/>
              <a:gd name="T97" fmla="*/ 68 h 145"/>
              <a:gd name="T98" fmla="*/ 1 w 137"/>
              <a:gd name="T99" fmla="*/ 61 h 145"/>
              <a:gd name="T100" fmla="*/ 3 w 137"/>
              <a:gd name="T101" fmla="*/ 52 h 145"/>
              <a:gd name="T102" fmla="*/ 6 w 137"/>
              <a:gd name="T103" fmla="*/ 42 h 145"/>
              <a:gd name="T104" fmla="*/ 14 w 137"/>
              <a:gd name="T105" fmla="*/ 40 h 145"/>
              <a:gd name="T106" fmla="*/ 16 w 137"/>
              <a:gd name="T107" fmla="*/ 38 h 145"/>
              <a:gd name="T108" fmla="*/ 21 w 137"/>
              <a:gd name="T109" fmla="*/ 32 h 145"/>
              <a:gd name="T110" fmla="*/ 31 w 137"/>
              <a:gd name="T111" fmla="*/ 36 h 145"/>
              <a:gd name="T112" fmla="*/ 40 w 137"/>
              <a:gd name="T113" fmla="*/ 45 h 145"/>
              <a:gd name="T114" fmla="*/ 44 w 137"/>
              <a:gd name="T115" fmla="*/ 47 h 145"/>
              <a:gd name="T116" fmla="*/ 46 w 137"/>
              <a:gd name="T117" fmla="*/ 53 h 145"/>
            </a:gdLst>
            <a:ahLst/>
            <a:cxnLst/>
            <a:rect l="0" t="0" r="r" b="b"/>
            <a:pathLst>
              <a:path w="137" h="145">
                <a:moveTo>
                  <a:pt x="132" y="79"/>
                </a:moveTo>
                <a:cubicBezTo>
                  <a:pt x="131" y="80"/>
                  <a:pt x="130" y="81"/>
                  <a:pt x="130" y="83"/>
                </a:cubicBezTo>
                <a:cubicBezTo>
                  <a:pt x="129" y="85"/>
                  <a:pt x="129" y="86"/>
                  <a:pt x="129" y="87"/>
                </a:cubicBezTo>
                <a:cubicBezTo>
                  <a:pt x="129" y="88"/>
                  <a:pt x="129" y="89"/>
                  <a:pt x="129" y="89"/>
                </a:cubicBezTo>
                <a:cubicBezTo>
                  <a:pt x="129" y="90"/>
                  <a:pt x="129" y="90"/>
                  <a:pt x="129" y="91"/>
                </a:cubicBezTo>
                <a:cubicBezTo>
                  <a:pt x="129" y="91"/>
                  <a:pt x="129" y="92"/>
                  <a:pt x="129" y="92"/>
                </a:cubicBezTo>
                <a:cubicBezTo>
                  <a:pt x="129" y="92"/>
                  <a:pt x="129" y="93"/>
                  <a:pt x="129" y="93"/>
                </a:cubicBezTo>
                <a:cubicBezTo>
                  <a:pt x="129" y="93"/>
                  <a:pt x="129" y="94"/>
                  <a:pt x="129" y="94"/>
                </a:cubicBezTo>
                <a:cubicBezTo>
                  <a:pt x="129" y="94"/>
                  <a:pt x="129" y="94"/>
                  <a:pt x="129" y="94"/>
                </a:cubicBezTo>
                <a:cubicBezTo>
                  <a:pt x="128" y="94"/>
                  <a:pt x="128" y="94"/>
                  <a:pt x="128" y="95"/>
                </a:cubicBezTo>
                <a:cubicBezTo>
                  <a:pt x="128" y="97"/>
                  <a:pt x="129" y="98"/>
                  <a:pt x="130" y="99"/>
                </a:cubicBezTo>
                <a:cubicBezTo>
                  <a:pt x="132" y="100"/>
                  <a:pt x="132" y="100"/>
                  <a:pt x="132" y="100"/>
                </a:cubicBezTo>
                <a:cubicBezTo>
                  <a:pt x="132" y="100"/>
                  <a:pt x="132" y="101"/>
                  <a:pt x="132" y="101"/>
                </a:cubicBezTo>
                <a:cubicBezTo>
                  <a:pt x="131" y="101"/>
                  <a:pt x="131" y="100"/>
                  <a:pt x="130" y="100"/>
                </a:cubicBezTo>
                <a:cubicBezTo>
                  <a:pt x="130" y="100"/>
                  <a:pt x="129" y="100"/>
                  <a:pt x="129" y="100"/>
                </a:cubicBezTo>
                <a:cubicBezTo>
                  <a:pt x="129" y="101"/>
                  <a:pt x="129" y="101"/>
                  <a:pt x="128" y="102"/>
                </a:cubicBezTo>
                <a:cubicBezTo>
                  <a:pt x="130" y="102"/>
                  <a:pt x="130" y="102"/>
                  <a:pt x="130" y="102"/>
                </a:cubicBezTo>
                <a:cubicBezTo>
                  <a:pt x="130" y="103"/>
                  <a:pt x="129" y="103"/>
                  <a:pt x="128" y="104"/>
                </a:cubicBezTo>
                <a:cubicBezTo>
                  <a:pt x="129" y="105"/>
                  <a:pt x="129" y="105"/>
                  <a:pt x="129" y="106"/>
                </a:cubicBezTo>
                <a:cubicBezTo>
                  <a:pt x="129" y="106"/>
                  <a:pt x="129" y="107"/>
                  <a:pt x="130" y="107"/>
                </a:cubicBezTo>
                <a:cubicBezTo>
                  <a:pt x="130" y="108"/>
                  <a:pt x="129" y="108"/>
                  <a:pt x="129" y="108"/>
                </a:cubicBezTo>
                <a:cubicBezTo>
                  <a:pt x="129" y="108"/>
                  <a:pt x="129" y="108"/>
                  <a:pt x="129" y="108"/>
                </a:cubicBezTo>
                <a:cubicBezTo>
                  <a:pt x="129" y="108"/>
                  <a:pt x="129" y="108"/>
                  <a:pt x="129" y="108"/>
                </a:cubicBezTo>
                <a:cubicBezTo>
                  <a:pt x="130" y="109"/>
                  <a:pt x="130" y="109"/>
                  <a:pt x="130" y="109"/>
                </a:cubicBezTo>
                <a:cubicBezTo>
                  <a:pt x="130" y="110"/>
                  <a:pt x="129" y="111"/>
                  <a:pt x="129" y="112"/>
                </a:cubicBezTo>
                <a:cubicBezTo>
                  <a:pt x="128" y="113"/>
                  <a:pt x="127" y="114"/>
                  <a:pt x="127" y="114"/>
                </a:cubicBezTo>
                <a:cubicBezTo>
                  <a:pt x="128" y="115"/>
                  <a:pt x="129" y="116"/>
                  <a:pt x="129" y="117"/>
                </a:cubicBezTo>
                <a:cubicBezTo>
                  <a:pt x="129" y="118"/>
                  <a:pt x="128" y="119"/>
                  <a:pt x="127" y="120"/>
                </a:cubicBezTo>
                <a:cubicBezTo>
                  <a:pt x="126" y="121"/>
                  <a:pt x="125" y="121"/>
                  <a:pt x="124" y="121"/>
                </a:cubicBezTo>
                <a:cubicBezTo>
                  <a:pt x="123" y="121"/>
                  <a:pt x="123" y="121"/>
                  <a:pt x="123" y="120"/>
                </a:cubicBezTo>
                <a:cubicBezTo>
                  <a:pt x="122" y="120"/>
                  <a:pt x="122" y="119"/>
                  <a:pt x="122" y="119"/>
                </a:cubicBezTo>
                <a:cubicBezTo>
                  <a:pt x="121" y="119"/>
                  <a:pt x="121" y="119"/>
                  <a:pt x="120" y="120"/>
                </a:cubicBezTo>
                <a:cubicBezTo>
                  <a:pt x="120" y="120"/>
                  <a:pt x="120" y="121"/>
                  <a:pt x="120" y="121"/>
                </a:cubicBezTo>
                <a:cubicBezTo>
                  <a:pt x="120" y="121"/>
                  <a:pt x="120" y="122"/>
                  <a:pt x="120" y="122"/>
                </a:cubicBezTo>
                <a:cubicBezTo>
                  <a:pt x="122" y="124"/>
                  <a:pt x="122" y="124"/>
                  <a:pt x="122" y="124"/>
                </a:cubicBezTo>
                <a:cubicBezTo>
                  <a:pt x="122" y="124"/>
                  <a:pt x="121" y="124"/>
                  <a:pt x="121" y="124"/>
                </a:cubicBezTo>
                <a:cubicBezTo>
                  <a:pt x="121" y="123"/>
                  <a:pt x="120" y="123"/>
                  <a:pt x="120" y="123"/>
                </a:cubicBezTo>
                <a:cubicBezTo>
                  <a:pt x="119" y="123"/>
                  <a:pt x="118" y="123"/>
                  <a:pt x="118" y="124"/>
                </a:cubicBezTo>
                <a:cubicBezTo>
                  <a:pt x="118" y="124"/>
                  <a:pt x="119" y="125"/>
                  <a:pt x="119" y="125"/>
                </a:cubicBezTo>
                <a:cubicBezTo>
                  <a:pt x="119" y="126"/>
                  <a:pt x="119" y="126"/>
                  <a:pt x="119" y="127"/>
                </a:cubicBezTo>
                <a:cubicBezTo>
                  <a:pt x="119" y="127"/>
                  <a:pt x="119" y="128"/>
                  <a:pt x="118" y="128"/>
                </a:cubicBezTo>
                <a:cubicBezTo>
                  <a:pt x="118" y="128"/>
                  <a:pt x="117" y="127"/>
                  <a:pt x="117" y="127"/>
                </a:cubicBezTo>
                <a:cubicBezTo>
                  <a:pt x="116" y="126"/>
                  <a:pt x="116" y="125"/>
                  <a:pt x="115" y="125"/>
                </a:cubicBezTo>
                <a:cubicBezTo>
                  <a:pt x="115" y="125"/>
                  <a:pt x="115" y="126"/>
                  <a:pt x="114" y="126"/>
                </a:cubicBezTo>
                <a:cubicBezTo>
                  <a:pt x="114" y="126"/>
                  <a:pt x="113" y="127"/>
                  <a:pt x="113" y="127"/>
                </a:cubicBezTo>
                <a:cubicBezTo>
                  <a:pt x="112" y="128"/>
                  <a:pt x="111" y="129"/>
                  <a:pt x="110" y="129"/>
                </a:cubicBezTo>
                <a:cubicBezTo>
                  <a:pt x="110" y="130"/>
                  <a:pt x="111" y="131"/>
                  <a:pt x="112" y="132"/>
                </a:cubicBezTo>
                <a:cubicBezTo>
                  <a:pt x="112" y="131"/>
                  <a:pt x="113" y="131"/>
                  <a:pt x="114" y="131"/>
                </a:cubicBezTo>
                <a:cubicBezTo>
                  <a:pt x="116" y="131"/>
                  <a:pt x="117" y="132"/>
                  <a:pt x="117" y="133"/>
                </a:cubicBezTo>
                <a:cubicBezTo>
                  <a:pt x="117" y="135"/>
                  <a:pt x="116" y="135"/>
                  <a:pt x="115" y="135"/>
                </a:cubicBezTo>
                <a:cubicBezTo>
                  <a:pt x="112" y="135"/>
                  <a:pt x="111" y="135"/>
                  <a:pt x="110" y="133"/>
                </a:cubicBezTo>
                <a:cubicBezTo>
                  <a:pt x="110" y="132"/>
                  <a:pt x="110" y="130"/>
                  <a:pt x="110" y="129"/>
                </a:cubicBezTo>
                <a:cubicBezTo>
                  <a:pt x="108" y="129"/>
                  <a:pt x="108" y="129"/>
                  <a:pt x="108" y="129"/>
                </a:cubicBezTo>
                <a:cubicBezTo>
                  <a:pt x="108" y="133"/>
                  <a:pt x="108" y="133"/>
                  <a:pt x="108" y="133"/>
                </a:cubicBezTo>
                <a:cubicBezTo>
                  <a:pt x="106" y="130"/>
                  <a:pt x="104" y="129"/>
                  <a:pt x="102" y="129"/>
                </a:cubicBezTo>
                <a:cubicBezTo>
                  <a:pt x="101" y="129"/>
                  <a:pt x="100" y="129"/>
                  <a:pt x="99" y="130"/>
                </a:cubicBezTo>
                <a:cubicBezTo>
                  <a:pt x="99" y="132"/>
                  <a:pt x="98" y="133"/>
                  <a:pt x="98" y="135"/>
                </a:cubicBezTo>
                <a:cubicBezTo>
                  <a:pt x="98" y="136"/>
                  <a:pt x="98" y="138"/>
                  <a:pt x="97" y="139"/>
                </a:cubicBezTo>
                <a:cubicBezTo>
                  <a:pt x="97" y="140"/>
                  <a:pt x="97" y="141"/>
                  <a:pt x="96" y="141"/>
                </a:cubicBezTo>
                <a:cubicBezTo>
                  <a:pt x="96" y="140"/>
                  <a:pt x="96" y="139"/>
                  <a:pt x="97" y="138"/>
                </a:cubicBezTo>
                <a:cubicBezTo>
                  <a:pt x="97" y="137"/>
                  <a:pt x="97" y="136"/>
                  <a:pt x="97" y="134"/>
                </a:cubicBezTo>
                <a:cubicBezTo>
                  <a:pt x="97" y="132"/>
                  <a:pt x="96" y="130"/>
                  <a:pt x="95" y="130"/>
                </a:cubicBezTo>
                <a:cubicBezTo>
                  <a:pt x="93" y="129"/>
                  <a:pt x="92" y="128"/>
                  <a:pt x="90" y="127"/>
                </a:cubicBezTo>
                <a:cubicBezTo>
                  <a:pt x="90" y="129"/>
                  <a:pt x="89" y="131"/>
                  <a:pt x="89" y="132"/>
                </a:cubicBezTo>
                <a:cubicBezTo>
                  <a:pt x="88" y="133"/>
                  <a:pt x="87" y="135"/>
                  <a:pt x="86" y="136"/>
                </a:cubicBezTo>
                <a:cubicBezTo>
                  <a:pt x="86" y="136"/>
                  <a:pt x="85" y="136"/>
                  <a:pt x="85" y="135"/>
                </a:cubicBezTo>
                <a:cubicBezTo>
                  <a:pt x="85" y="135"/>
                  <a:pt x="86" y="134"/>
                  <a:pt x="87" y="133"/>
                </a:cubicBezTo>
                <a:cubicBezTo>
                  <a:pt x="88" y="132"/>
                  <a:pt x="88" y="131"/>
                  <a:pt x="88" y="130"/>
                </a:cubicBezTo>
                <a:cubicBezTo>
                  <a:pt x="88" y="127"/>
                  <a:pt x="87" y="126"/>
                  <a:pt x="85" y="125"/>
                </a:cubicBezTo>
                <a:cubicBezTo>
                  <a:pt x="85" y="125"/>
                  <a:pt x="85" y="126"/>
                  <a:pt x="84" y="126"/>
                </a:cubicBezTo>
                <a:cubicBezTo>
                  <a:pt x="84" y="126"/>
                  <a:pt x="84" y="126"/>
                  <a:pt x="83" y="126"/>
                </a:cubicBezTo>
                <a:cubicBezTo>
                  <a:pt x="82" y="126"/>
                  <a:pt x="81" y="126"/>
                  <a:pt x="80" y="124"/>
                </a:cubicBezTo>
                <a:cubicBezTo>
                  <a:pt x="79" y="123"/>
                  <a:pt x="78" y="122"/>
                  <a:pt x="78" y="121"/>
                </a:cubicBezTo>
                <a:cubicBezTo>
                  <a:pt x="75" y="121"/>
                  <a:pt x="75" y="121"/>
                  <a:pt x="75" y="121"/>
                </a:cubicBezTo>
                <a:cubicBezTo>
                  <a:pt x="76" y="118"/>
                  <a:pt x="76" y="118"/>
                  <a:pt x="76" y="118"/>
                </a:cubicBezTo>
                <a:cubicBezTo>
                  <a:pt x="75" y="117"/>
                  <a:pt x="73" y="116"/>
                  <a:pt x="72" y="113"/>
                </a:cubicBezTo>
                <a:cubicBezTo>
                  <a:pt x="70" y="111"/>
                  <a:pt x="69" y="109"/>
                  <a:pt x="69" y="107"/>
                </a:cubicBezTo>
                <a:cubicBezTo>
                  <a:pt x="69" y="107"/>
                  <a:pt x="69" y="106"/>
                  <a:pt x="69" y="106"/>
                </a:cubicBezTo>
                <a:cubicBezTo>
                  <a:pt x="69" y="106"/>
                  <a:pt x="69" y="105"/>
                  <a:pt x="69" y="105"/>
                </a:cubicBezTo>
                <a:cubicBezTo>
                  <a:pt x="69" y="105"/>
                  <a:pt x="68" y="105"/>
                  <a:pt x="66" y="104"/>
                </a:cubicBezTo>
                <a:cubicBezTo>
                  <a:pt x="65" y="104"/>
                  <a:pt x="63" y="104"/>
                  <a:pt x="63" y="104"/>
                </a:cubicBezTo>
                <a:cubicBezTo>
                  <a:pt x="63" y="103"/>
                  <a:pt x="64" y="103"/>
                  <a:pt x="65" y="103"/>
                </a:cubicBezTo>
                <a:cubicBezTo>
                  <a:pt x="66" y="102"/>
                  <a:pt x="68" y="100"/>
                  <a:pt x="69" y="96"/>
                </a:cubicBezTo>
                <a:cubicBezTo>
                  <a:pt x="67" y="95"/>
                  <a:pt x="66" y="94"/>
                  <a:pt x="64" y="93"/>
                </a:cubicBezTo>
                <a:cubicBezTo>
                  <a:pt x="62" y="92"/>
                  <a:pt x="60" y="92"/>
                  <a:pt x="59" y="91"/>
                </a:cubicBezTo>
                <a:cubicBezTo>
                  <a:pt x="59" y="91"/>
                  <a:pt x="59" y="91"/>
                  <a:pt x="59" y="91"/>
                </a:cubicBezTo>
                <a:cubicBezTo>
                  <a:pt x="61" y="91"/>
                  <a:pt x="62" y="91"/>
                  <a:pt x="64" y="92"/>
                </a:cubicBezTo>
                <a:cubicBezTo>
                  <a:pt x="66" y="93"/>
                  <a:pt x="68" y="93"/>
                  <a:pt x="70" y="93"/>
                </a:cubicBezTo>
                <a:cubicBezTo>
                  <a:pt x="70" y="93"/>
                  <a:pt x="70" y="92"/>
                  <a:pt x="70" y="92"/>
                </a:cubicBezTo>
                <a:cubicBezTo>
                  <a:pt x="70" y="92"/>
                  <a:pt x="71" y="91"/>
                  <a:pt x="71" y="91"/>
                </a:cubicBezTo>
                <a:cubicBezTo>
                  <a:pt x="71" y="89"/>
                  <a:pt x="70" y="88"/>
                  <a:pt x="67" y="88"/>
                </a:cubicBezTo>
                <a:cubicBezTo>
                  <a:pt x="67" y="87"/>
                  <a:pt x="67" y="87"/>
                  <a:pt x="67" y="87"/>
                </a:cubicBezTo>
                <a:cubicBezTo>
                  <a:pt x="68" y="87"/>
                  <a:pt x="69" y="87"/>
                  <a:pt x="70" y="87"/>
                </a:cubicBezTo>
                <a:cubicBezTo>
                  <a:pt x="70" y="87"/>
                  <a:pt x="71" y="87"/>
                  <a:pt x="72" y="87"/>
                </a:cubicBezTo>
                <a:cubicBezTo>
                  <a:pt x="73" y="87"/>
                  <a:pt x="73" y="86"/>
                  <a:pt x="73" y="85"/>
                </a:cubicBezTo>
                <a:cubicBezTo>
                  <a:pt x="72" y="79"/>
                  <a:pt x="72" y="79"/>
                  <a:pt x="72" y="79"/>
                </a:cubicBezTo>
                <a:cubicBezTo>
                  <a:pt x="74" y="79"/>
                  <a:pt x="75" y="79"/>
                  <a:pt x="76" y="79"/>
                </a:cubicBezTo>
                <a:cubicBezTo>
                  <a:pt x="76" y="79"/>
                  <a:pt x="77" y="78"/>
                  <a:pt x="77" y="77"/>
                </a:cubicBezTo>
                <a:cubicBezTo>
                  <a:pt x="77" y="76"/>
                  <a:pt x="76" y="75"/>
                  <a:pt x="75" y="74"/>
                </a:cubicBezTo>
                <a:cubicBezTo>
                  <a:pt x="75" y="74"/>
                  <a:pt x="75" y="74"/>
                  <a:pt x="75" y="74"/>
                </a:cubicBezTo>
                <a:cubicBezTo>
                  <a:pt x="76" y="74"/>
                  <a:pt x="77" y="74"/>
                  <a:pt x="77" y="75"/>
                </a:cubicBezTo>
                <a:cubicBezTo>
                  <a:pt x="78" y="77"/>
                  <a:pt x="79" y="77"/>
                  <a:pt x="80" y="77"/>
                </a:cubicBezTo>
                <a:cubicBezTo>
                  <a:pt x="81" y="77"/>
                  <a:pt x="82" y="77"/>
                  <a:pt x="82" y="76"/>
                </a:cubicBezTo>
                <a:cubicBezTo>
                  <a:pt x="83" y="75"/>
                  <a:pt x="83" y="74"/>
                  <a:pt x="83" y="74"/>
                </a:cubicBezTo>
                <a:cubicBezTo>
                  <a:pt x="83" y="72"/>
                  <a:pt x="83" y="71"/>
                  <a:pt x="82" y="70"/>
                </a:cubicBezTo>
                <a:cubicBezTo>
                  <a:pt x="81" y="69"/>
                  <a:pt x="81" y="68"/>
                  <a:pt x="81" y="68"/>
                </a:cubicBezTo>
                <a:cubicBezTo>
                  <a:pt x="82" y="68"/>
                  <a:pt x="83" y="68"/>
                  <a:pt x="83" y="70"/>
                </a:cubicBezTo>
                <a:cubicBezTo>
                  <a:pt x="84" y="71"/>
                  <a:pt x="85" y="72"/>
                  <a:pt x="86" y="72"/>
                </a:cubicBezTo>
                <a:cubicBezTo>
                  <a:pt x="87" y="72"/>
                  <a:pt x="87" y="71"/>
                  <a:pt x="87" y="70"/>
                </a:cubicBezTo>
                <a:cubicBezTo>
                  <a:pt x="87" y="69"/>
                  <a:pt x="87" y="68"/>
                  <a:pt x="86" y="67"/>
                </a:cubicBezTo>
                <a:cubicBezTo>
                  <a:pt x="85" y="63"/>
                  <a:pt x="85" y="63"/>
                  <a:pt x="85" y="63"/>
                </a:cubicBezTo>
                <a:cubicBezTo>
                  <a:pt x="86" y="63"/>
                  <a:pt x="87" y="64"/>
                  <a:pt x="88" y="66"/>
                </a:cubicBezTo>
                <a:cubicBezTo>
                  <a:pt x="88" y="67"/>
                  <a:pt x="89" y="69"/>
                  <a:pt x="89" y="70"/>
                </a:cubicBezTo>
                <a:cubicBezTo>
                  <a:pt x="95" y="70"/>
                  <a:pt x="95" y="70"/>
                  <a:pt x="95" y="70"/>
                </a:cubicBezTo>
                <a:cubicBezTo>
                  <a:pt x="95" y="70"/>
                  <a:pt x="95" y="69"/>
                  <a:pt x="95" y="68"/>
                </a:cubicBezTo>
                <a:cubicBezTo>
                  <a:pt x="95" y="66"/>
                  <a:pt x="95" y="66"/>
                  <a:pt x="97" y="66"/>
                </a:cubicBezTo>
                <a:cubicBezTo>
                  <a:pt x="97" y="66"/>
                  <a:pt x="97" y="66"/>
                  <a:pt x="97" y="67"/>
                </a:cubicBezTo>
                <a:cubicBezTo>
                  <a:pt x="97" y="68"/>
                  <a:pt x="97" y="68"/>
                  <a:pt x="98" y="68"/>
                </a:cubicBezTo>
                <a:cubicBezTo>
                  <a:pt x="99" y="68"/>
                  <a:pt x="100" y="68"/>
                  <a:pt x="100" y="67"/>
                </a:cubicBezTo>
                <a:cubicBezTo>
                  <a:pt x="101" y="66"/>
                  <a:pt x="101" y="65"/>
                  <a:pt x="102" y="65"/>
                </a:cubicBezTo>
                <a:cubicBezTo>
                  <a:pt x="102" y="65"/>
                  <a:pt x="102" y="66"/>
                  <a:pt x="102" y="67"/>
                </a:cubicBezTo>
                <a:cubicBezTo>
                  <a:pt x="102" y="68"/>
                  <a:pt x="103" y="69"/>
                  <a:pt x="103" y="69"/>
                </a:cubicBezTo>
                <a:cubicBezTo>
                  <a:pt x="104" y="69"/>
                  <a:pt x="105" y="69"/>
                  <a:pt x="105" y="68"/>
                </a:cubicBezTo>
                <a:cubicBezTo>
                  <a:pt x="106" y="67"/>
                  <a:pt x="106" y="66"/>
                  <a:pt x="106" y="65"/>
                </a:cubicBezTo>
                <a:cubicBezTo>
                  <a:pt x="106" y="64"/>
                  <a:pt x="107" y="63"/>
                  <a:pt x="107" y="62"/>
                </a:cubicBezTo>
                <a:cubicBezTo>
                  <a:pt x="107" y="61"/>
                  <a:pt x="108" y="61"/>
                  <a:pt x="109" y="61"/>
                </a:cubicBezTo>
                <a:cubicBezTo>
                  <a:pt x="108" y="62"/>
                  <a:pt x="108" y="63"/>
                  <a:pt x="108" y="64"/>
                </a:cubicBezTo>
                <a:cubicBezTo>
                  <a:pt x="108" y="66"/>
                  <a:pt x="108" y="67"/>
                  <a:pt x="108" y="68"/>
                </a:cubicBezTo>
                <a:cubicBezTo>
                  <a:pt x="108" y="69"/>
                  <a:pt x="108" y="70"/>
                  <a:pt x="109" y="70"/>
                </a:cubicBezTo>
                <a:cubicBezTo>
                  <a:pt x="110" y="70"/>
                  <a:pt x="110" y="70"/>
                  <a:pt x="111" y="70"/>
                </a:cubicBezTo>
                <a:cubicBezTo>
                  <a:pt x="112" y="70"/>
                  <a:pt x="113" y="70"/>
                  <a:pt x="115" y="69"/>
                </a:cubicBezTo>
                <a:cubicBezTo>
                  <a:pt x="116" y="70"/>
                  <a:pt x="116" y="71"/>
                  <a:pt x="117" y="73"/>
                </a:cubicBezTo>
                <a:cubicBezTo>
                  <a:pt x="117" y="75"/>
                  <a:pt x="118" y="76"/>
                  <a:pt x="119" y="76"/>
                </a:cubicBezTo>
                <a:cubicBezTo>
                  <a:pt x="120" y="76"/>
                  <a:pt x="120" y="76"/>
                  <a:pt x="121" y="76"/>
                </a:cubicBezTo>
                <a:cubicBezTo>
                  <a:pt x="122" y="75"/>
                  <a:pt x="123" y="75"/>
                  <a:pt x="123" y="75"/>
                </a:cubicBezTo>
                <a:cubicBezTo>
                  <a:pt x="123" y="76"/>
                  <a:pt x="123" y="76"/>
                  <a:pt x="123" y="77"/>
                </a:cubicBezTo>
                <a:cubicBezTo>
                  <a:pt x="123" y="78"/>
                  <a:pt x="123" y="78"/>
                  <a:pt x="123" y="79"/>
                </a:cubicBezTo>
                <a:cubicBezTo>
                  <a:pt x="123" y="79"/>
                  <a:pt x="124" y="79"/>
                  <a:pt x="125" y="79"/>
                </a:cubicBezTo>
                <a:cubicBezTo>
                  <a:pt x="126" y="79"/>
                  <a:pt x="126" y="79"/>
                  <a:pt x="127" y="79"/>
                </a:cubicBezTo>
                <a:cubicBezTo>
                  <a:pt x="128" y="79"/>
                  <a:pt x="128" y="79"/>
                  <a:pt x="129" y="79"/>
                </a:cubicBezTo>
                <a:cubicBezTo>
                  <a:pt x="130" y="78"/>
                  <a:pt x="131" y="78"/>
                  <a:pt x="132" y="78"/>
                </a:cubicBezTo>
                <a:cubicBezTo>
                  <a:pt x="132" y="78"/>
                  <a:pt x="132" y="79"/>
                  <a:pt x="132" y="79"/>
                </a:cubicBezTo>
                <a:close/>
                <a:moveTo>
                  <a:pt x="90" y="142"/>
                </a:moveTo>
                <a:cubicBezTo>
                  <a:pt x="90" y="143"/>
                  <a:pt x="90" y="144"/>
                  <a:pt x="89" y="145"/>
                </a:cubicBezTo>
                <a:cubicBezTo>
                  <a:pt x="88" y="145"/>
                  <a:pt x="88" y="145"/>
                  <a:pt x="87" y="145"/>
                </a:cubicBezTo>
                <a:cubicBezTo>
                  <a:pt x="87" y="145"/>
                  <a:pt x="87" y="145"/>
                  <a:pt x="87" y="145"/>
                </a:cubicBezTo>
                <a:cubicBezTo>
                  <a:pt x="88" y="143"/>
                  <a:pt x="89" y="142"/>
                  <a:pt x="89" y="142"/>
                </a:cubicBezTo>
                <a:lnTo>
                  <a:pt x="90" y="142"/>
                </a:lnTo>
                <a:close/>
                <a:moveTo>
                  <a:pt x="137" y="28"/>
                </a:moveTo>
                <a:cubicBezTo>
                  <a:pt x="137" y="29"/>
                  <a:pt x="137" y="30"/>
                  <a:pt x="137" y="31"/>
                </a:cubicBezTo>
                <a:cubicBezTo>
                  <a:pt x="137" y="32"/>
                  <a:pt x="137" y="32"/>
                  <a:pt x="137" y="33"/>
                </a:cubicBezTo>
                <a:cubicBezTo>
                  <a:pt x="136" y="33"/>
                  <a:pt x="136" y="33"/>
                  <a:pt x="136" y="32"/>
                </a:cubicBezTo>
                <a:cubicBezTo>
                  <a:pt x="136" y="31"/>
                  <a:pt x="135" y="31"/>
                  <a:pt x="135" y="31"/>
                </a:cubicBezTo>
                <a:cubicBezTo>
                  <a:pt x="135" y="30"/>
                  <a:pt x="136" y="30"/>
                  <a:pt x="136" y="29"/>
                </a:cubicBezTo>
                <a:cubicBezTo>
                  <a:pt x="136" y="28"/>
                  <a:pt x="136" y="28"/>
                  <a:pt x="136" y="27"/>
                </a:cubicBezTo>
                <a:cubicBezTo>
                  <a:pt x="136" y="27"/>
                  <a:pt x="137" y="27"/>
                  <a:pt x="137" y="28"/>
                </a:cubicBezTo>
                <a:close/>
                <a:moveTo>
                  <a:pt x="131" y="6"/>
                </a:moveTo>
                <a:cubicBezTo>
                  <a:pt x="130" y="5"/>
                  <a:pt x="130" y="3"/>
                  <a:pt x="130" y="0"/>
                </a:cubicBezTo>
                <a:cubicBezTo>
                  <a:pt x="130" y="0"/>
                  <a:pt x="131" y="1"/>
                  <a:pt x="131" y="3"/>
                </a:cubicBezTo>
                <a:cubicBezTo>
                  <a:pt x="131" y="5"/>
                  <a:pt x="131" y="6"/>
                  <a:pt x="131" y="6"/>
                </a:cubicBezTo>
                <a:cubicBezTo>
                  <a:pt x="131" y="6"/>
                  <a:pt x="131" y="6"/>
                  <a:pt x="131" y="6"/>
                </a:cubicBezTo>
                <a:close/>
                <a:moveTo>
                  <a:pt x="64" y="122"/>
                </a:moveTo>
                <a:cubicBezTo>
                  <a:pt x="64" y="123"/>
                  <a:pt x="63" y="124"/>
                  <a:pt x="61" y="125"/>
                </a:cubicBezTo>
                <a:cubicBezTo>
                  <a:pt x="59" y="126"/>
                  <a:pt x="57" y="127"/>
                  <a:pt x="56" y="127"/>
                </a:cubicBezTo>
                <a:cubicBezTo>
                  <a:pt x="56" y="127"/>
                  <a:pt x="56" y="127"/>
                  <a:pt x="56" y="127"/>
                </a:cubicBezTo>
                <a:cubicBezTo>
                  <a:pt x="56" y="127"/>
                  <a:pt x="57" y="126"/>
                  <a:pt x="59" y="125"/>
                </a:cubicBezTo>
                <a:cubicBezTo>
                  <a:pt x="61" y="125"/>
                  <a:pt x="62" y="124"/>
                  <a:pt x="64" y="123"/>
                </a:cubicBezTo>
                <a:lnTo>
                  <a:pt x="64" y="122"/>
                </a:lnTo>
                <a:close/>
                <a:moveTo>
                  <a:pt x="44" y="55"/>
                </a:moveTo>
                <a:cubicBezTo>
                  <a:pt x="44" y="56"/>
                  <a:pt x="45" y="56"/>
                  <a:pt x="46" y="57"/>
                </a:cubicBezTo>
                <a:cubicBezTo>
                  <a:pt x="46" y="57"/>
                  <a:pt x="47" y="58"/>
                  <a:pt x="47" y="58"/>
                </a:cubicBezTo>
                <a:cubicBezTo>
                  <a:pt x="47" y="63"/>
                  <a:pt x="47" y="63"/>
                  <a:pt x="47" y="63"/>
                </a:cubicBezTo>
                <a:cubicBezTo>
                  <a:pt x="45" y="64"/>
                  <a:pt x="45" y="65"/>
                  <a:pt x="44" y="66"/>
                </a:cubicBezTo>
                <a:cubicBezTo>
                  <a:pt x="44" y="68"/>
                  <a:pt x="44" y="69"/>
                  <a:pt x="43" y="70"/>
                </a:cubicBezTo>
                <a:cubicBezTo>
                  <a:pt x="43" y="74"/>
                  <a:pt x="43" y="74"/>
                  <a:pt x="43" y="74"/>
                </a:cubicBezTo>
                <a:cubicBezTo>
                  <a:pt x="43" y="75"/>
                  <a:pt x="42" y="75"/>
                  <a:pt x="42" y="75"/>
                </a:cubicBezTo>
                <a:cubicBezTo>
                  <a:pt x="41" y="75"/>
                  <a:pt x="41" y="75"/>
                  <a:pt x="41" y="75"/>
                </a:cubicBezTo>
                <a:cubicBezTo>
                  <a:pt x="41" y="75"/>
                  <a:pt x="40" y="75"/>
                  <a:pt x="40" y="75"/>
                </a:cubicBezTo>
                <a:cubicBezTo>
                  <a:pt x="39" y="75"/>
                  <a:pt x="38" y="76"/>
                  <a:pt x="37" y="77"/>
                </a:cubicBezTo>
                <a:cubicBezTo>
                  <a:pt x="35" y="78"/>
                  <a:pt x="35" y="80"/>
                  <a:pt x="35" y="81"/>
                </a:cubicBezTo>
                <a:cubicBezTo>
                  <a:pt x="34" y="81"/>
                  <a:pt x="33" y="81"/>
                  <a:pt x="33" y="81"/>
                </a:cubicBezTo>
                <a:cubicBezTo>
                  <a:pt x="32" y="80"/>
                  <a:pt x="31" y="80"/>
                  <a:pt x="31" y="80"/>
                </a:cubicBezTo>
                <a:cubicBezTo>
                  <a:pt x="30" y="80"/>
                  <a:pt x="29" y="81"/>
                  <a:pt x="27" y="82"/>
                </a:cubicBezTo>
                <a:cubicBezTo>
                  <a:pt x="24" y="83"/>
                  <a:pt x="23" y="84"/>
                  <a:pt x="22" y="84"/>
                </a:cubicBezTo>
                <a:cubicBezTo>
                  <a:pt x="22" y="84"/>
                  <a:pt x="21" y="83"/>
                  <a:pt x="20" y="82"/>
                </a:cubicBezTo>
                <a:cubicBezTo>
                  <a:pt x="20" y="81"/>
                  <a:pt x="19" y="81"/>
                  <a:pt x="17" y="81"/>
                </a:cubicBezTo>
                <a:cubicBezTo>
                  <a:pt x="17" y="81"/>
                  <a:pt x="17" y="81"/>
                  <a:pt x="16" y="81"/>
                </a:cubicBezTo>
                <a:cubicBezTo>
                  <a:pt x="16" y="82"/>
                  <a:pt x="16" y="82"/>
                  <a:pt x="15" y="82"/>
                </a:cubicBezTo>
                <a:cubicBezTo>
                  <a:pt x="14" y="82"/>
                  <a:pt x="14" y="82"/>
                  <a:pt x="13" y="81"/>
                </a:cubicBezTo>
                <a:cubicBezTo>
                  <a:pt x="13" y="80"/>
                  <a:pt x="13" y="80"/>
                  <a:pt x="13" y="80"/>
                </a:cubicBezTo>
                <a:cubicBezTo>
                  <a:pt x="13" y="79"/>
                  <a:pt x="13" y="79"/>
                  <a:pt x="12" y="78"/>
                </a:cubicBezTo>
                <a:cubicBezTo>
                  <a:pt x="12" y="78"/>
                  <a:pt x="11" y="78"/>
                  <a:pt x="10" y="78"/>
                </a:cubicBezTo>
                <a:cubicBezTo>
                  <a:pt x="8" y="77"/>
                  <a:pt x="7" y="76"/>
                  <a:pt x="6" y="75"/>
                </a:cubicBezTo>
                <a:cubicBezTo>
                  <a:pt x="5" y="74"/>
                  <a:pt x="4" y="73"/>
                  <a:pt x="3" y="73"/>
                </a:cubicBezTo>
                <a:cubicBezTo>
                  <a:pt x="2" y="72"/>
                  <a:pt x="1" y="71"/>
                  <a:pt x="1" y="71"/>
                </a:cubicBezTo>
                <a:cubicBezTo>
                  <a:pt x="1" y="69"/>
                  <a:pt x="2" y="68"/>
                  <a:pt x="2" y="68"/>
                </a:cubicBezTo>
                <a:cubicBezTo>
                  <a:pt x="3" y="67"/>
                  <a:pt x="3" y="66"/>
                  <a:pt x="3" y="64"/>
                </a:cubicBezTo>
                <a:cubicBezTo>
                  <a:pt x="3" y="64"/>
                  <a:pt x="3" y="64"/>
                  <a:pt x="2" y="63"/>
                </a:cubicBezTo>
                <a:cubicBezTo>
                  <a:pt x="1" y="63"/>
                  <a:pt x="1" y="63"/>
                  <a:pt x="1" y="63"/>
                </a:cubicBezTo>
                <a:cubicBezTo>
                  <a:pt x="1" y="62"/>
                  <a:pt x="1" y="62"/>
                  <a:pt x="1" y="61"/>
                </a:cubicBezTo>
                <a:cubicBezTo>
                  <a:pt x="1" y="61"/>
                  <a:pt x="1" y="60"/>
                  <a:pt x="1" y="59"/>
                </a:cubicBezTo>
                <a:cubicBezTo>
                  <a:pt x="1" y="58"/>
                  <a:pt x="1" y="57"/>
                  <a:pt x="1" y="57"/>
                </a:cubicBezTo>
                <a:cubicBezTo>
                  <a:pt x="0" y="56"/>
                  <a:pt x="0" y="55"/>
                  <a:pt x="0" y="54"/>
                </a:cubicBezTo>
                <a:cubicBezTo>
                  <a:pt x="0" y="53"/>
                  <a:pt x="1" y="53"/>
                  <a:pt x="3" y="52"/>
                </a:cubicBezTo>
                <a:cubicBezTo>
                  <a:pt x="4" y="52"/>
                  <a:pt x="5" y="50"/>
                  <a:pt x="5" y="48"/>
                </a:cubicBezTo>
                <a:cubicBezTo>
                  <a:pt x="4" y="48"/>
                  <a:pt x="4" y="47"/>
                  <a:pt x="4" y="46"/>
                </a:cubicBezTo>
                <a:cubicBezTo>
                  <a:pt x="4" y="44"/>
                  <a:pt x="4" y="43"/>
                  <a:pt x="4" y="43"/>
                </a:cubicBezTo>
                <a:cubicBezTo>
                  <a:pt x="5" y="42"/>
                  <a:pt x="5" y="42"/>
                  <a:pt x="6" y="42"/>
                </a:cubicBezTo>
                <a:cubicBezTo>
                  <a:pt x="6" y="42"/>
                  <a:pt x="7" y="41"/>
                  <a:pt x="8" y="41"/>
                </a:cubicBezTo>
                <a:cubicBezTo>
                  <a:pt x="9" y="41"/>
                  <a:pt x="9" y="40"/>
                  <a:pt x="10" y="40"/>
                </a:cubicBezTo>
                <a:cubicBezTo>
                  <a:pt x="11" y="41"/>
                  <a:pt x="12" y="41"/>
                  <a:pt x="13" y="41"/>
                </a:cubicBezTo>
                <a:cubicBezTo>
                  <a:pt x="14" y="41"/>
                  <a:pt x="14" y="41"/>
                  <a:pt x="14" y="40"/>
                </a:cubicBezTo>
                <a:cubicBezTo>
                  <a:pt x="14" y="39"/>
                  <a:pt x="14" y="38"/>
                  <a:pt x="13" y="37"/>
                </a:cubicBezTo>
                <a:cubicBezTo>
                  <a:pt x="13" y="36"/>
                  <a:pt x="14" y="36"/>
                  <a:pt x="14" y="36"/>
                </a:cubicBezTo>
                <a:cubicBezTo>
                  <a:pt x="14" y="36"/>
                  <a:pt x="15" y="36"/>
                  <a:pt x="15" y="37"/>
                </a:cubicBezTo>
                <a:cubicBezTo>
                  <a:pt x="15" y="38"/>
                  <a:pt x="15" y="38"/>
                  <a:pt x="16" y="38"/>
                </a:cubicBezTo>
                <a:cubicBezTo>
                  <a:pt x="17" y="38"/>
                  <a:pt x="18" y="38"/>
                  <a:pt x="19" y="38"/>
                </a:cubicBezTo>
                <a:cubicBezTo>
                  <a:pt x="21" y="37"/>
                  <a:pt x="22" y="36"/>
                  <a:pt x="22" y="35"/>
                </a:cubicBezTo>
                <a:cubicBezTo>
                  <a:pt x="22" y="35"/>
                  <a:pt x="22" y="34"/>
                  <a:pt x="22" y="34"/>
                </a:cubicBezTo>
                <a:cubicBezTo>
                  <a:pt x="21" y="33"/>
                  <a:pt x="21" y="33"/>
                  <a:pt x="21" y="32"/>
                </a:cubicBezTo>
                <a:cubicBezTo>
                  <a:pt x="21" y="32"/>
                  <a:pt x="21" y="32"/>
                  <a:pt x="22" y="32"/>
                </a:cubicBezTo>
                <a:cubicBezTo>
                  <a:pt x="23" y="32"/>
                  <a:pt x="24" y="33"/>
                  <a:pt x="24" y="34"/>
                </a:cubicBezTo>
                <a:cubicBezTo>
                  <a:pt x="24" y="36"/>
                  <a:pt x="25" y="37"/>
                  <a:pt x="27" y="37"/>
                </a:cubicBezTo>
                <a:cubicBezTo>
                  <a:pt x="29" y="37"/>
                  <a:pt x="30" y="37"/>
                  <a:pt x="31" y="36"/>
                </a:cubicBezTo>
                <a:cubicBezTo>
                  <a:pt x="31" y="38"/>
                  <a:pt x="33" y="39"/>
                  <a:pt x="36" y="39"/>
                </a:cubicBezTo>
                <a:cubicBezTo>
                  <a:pt x="38" y="39"/>
                  <a:pt x="38" y="39"/>
                  <a:pt x="39" y="39"/>
                </a:cubicBezTo>
                <a:cubicBezTo>
                  <a:pt x="39" y="40"/>
                  <a:pt x="39" y="40"/>
                  <a:pt x="39" y="41"/>
                </a:cubicBezTo>
                <a:cubicBezTo>
                  <a:pt x="39" y="43"/>
                  <a:pt x="39" y="44"/>
                  <a:pt x="40" y="45"/>
                </a:cubicBezTo>
                <a:cubicBezTo>
                  <a:pt x="40" y="46"/>
                  <a:pt x="41" y="46"/>
                  <a:pt x="41" y="46"/>
                </a:cubicBezTo>
                <a:cubicBezTo>
                  <a:pt x="42" y="46"/>
                  <a:pt x="42" y="46"/>
                  <a:pt x="42" y="46"/>
                </a:cubicBezTo>
                <a:cubicBezTo>
                  <a:pt x="42" y="46"/>
                  <a:pt x="43" y="46"/>
                  <a:pt x="43" y="46"/>
                </a:cubicBezTo>
                <a:cubicBezTo>
                  <a:pt x="43" y="46"/>
                  <a:pt x="44" y="46"/>
                  <a:pt x="44" y="47"/>
                </a:cubicBezTo>
                <a:cubicBezTo>
                  <a:pt x="44" y="47"/>
                  <a:pt x="43" y="48"/>
                  <a:pt x="43" y="48"/>
                </a:cubicBezTo>
                <a:cubicBezTo>
                  <a:pt x="43" y="48"/>
                  <a:pt x="42" y="48"/>
                  <a:pt x="42" y="49"/>
                </a:cubicBezTo>
                <a:cubicBezTo>
                  <a:pt x="42" y="50"/>
                  <a:pt x="43" y="51"/>
                  <a:pt x="44" y="52"/>
                </a:cubicBezTo>
                <a:cubicBezTo>
                  <a:pt x="46" y="52"/>
                  <a:pt x="46" y="53"/>
                  <a:pt x="46" y="53"/>
                </a:cubicBezTo>
                <a:cubicBezTo>
                  <a:pt x="46" y="54"/>
                  <a:pt x="46" y="54"/>
                  <a:pt x="45" y="54"/>
                </a:cubicBezTo>
                <a:cubicBezTo>
                  <a:pt x="45" y="54"/>
                  <a:pt x="45" y="54"/>
                  <a:pt x="44" y="5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43548" tIns="21773" rIns="43548" bIns="21773" anchor="t"/>
          <a:lstStyle/>
          <a:p>
            <a:endParaRPr sz="855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/>
      <p:sp>
        <p:nvSpPr>
          <p:cNvPr id="7" name="Freeform 97"/>
          <p:cNvSpPr>
            <a:spLocks noGrp="1"/>
          </p:cNvSpPr>
          <p:nvPr/>
        </p:nvSpPr>
        <p:spPr>
          <a:xfrm>
            <a:off x="10257264" y="5069179"/>
            <a:ext cx="2134636" cy="1437515"/>
          </a:xfrm>
          <a:custGeom>
            <a:avLst/>
            <a:gdLst>
              <a:gd name="T0" fmla="*/ 192 w 305"/>
              <a:gd name="T1" fmla="*/ 174 h 205"/>
              <a:gd name="T2" fmla="*/ 179 w 305"/>
              <a:gd name="T3" fmla="*/ 106 h 205"/>
              <a:gd name="T4" fmla="*/ 199 w 305"/>
              <a:gd name="T5" fmla="*/ 170 h 205"/>
              <a:gd name="T6" fmla="*/ 169 w 305"/>
              <a:gd name="T7" fmla="*/ 110 h 205"/>
              <a:gd name="T8" fmla="*/ 164 w 305"/>
              <a:gd name="T9" fmla="*/ 105 h 205"/>
              <a:gd name="T10" fmla="*/ 220 w 305"/>
              <a:gd name="T11" fmla="*/ 111 h 205"/>
              <a:gd name="T12" fmla="*/ 201 w 305"/>
              <a:gd name="T13" fmla="*/ 122 h 205"/>
              <a:gd name="T14" fmla="*/ 199 w 305"/>
              <a:gd name="T15" fmla="*/ 121 h 205"/>
              <a:gd name="T16" fmla="*/ 220 w 305"/>
              <a:gd name="T17" fmla="*/ 111 h 205"/>
              <a:gd name="T18" fmla="*/ 303 w 305"/>
              <a:gd name="T19" fmla="*/ 54 h 205"/>
              <a:gd name="T20" fmla="*/ 286 w 305"/>
              <a:gd name="T21" fmla="*/ 63 h 205"/>
              <a:gd name="T22" fmla="*/ 219 w 305"/>
              <a:gd name="T23" fmla="*/ 91 h 205"/>
              <a:gd name="T24" fmla="*/ 205 w 305"/>
              <a:gd name="T25" fmla="*/ 98 h 205"/>
              <a:gd name="T26" fmla="*/ 204 w 305"/>
              <a:gd name="T27" fmla="*/ 98 h 205"/>
              <a:gd name="T28" fmla="*/ 190 w 305"/>
              <a:gd name="T29" fmla="*/ 107 h 205"/>
              <a:gd name="T30" fmla="*/ 194 w 305"/>
              <a:gd name="T31" fmla="*/ 102 h 205"/>
              <a:gd name="T32" fmla="*/ 244 w 305"/>
              <a:gd name="T33" fmla="*/ 146 h 205"/>
              <a:gd name="T34" fmla="*/ 203 w 305"/>
              <a:gd name="T35" fmla="*/ 175 h 205"/>
              <a:gd name="T36" fmla="*/ 199 w 305"/>
              <a:gd name="T37" fmla="*/ 170 h 205"/>
              <a:gd name="T38" fmla="*/ 195 w 305"/>
              <a:gd name="T39" fmla="*/ 119 h 205"/>
              <a:gd name="T40" fmla="*/ 102 w 305"/>
              <a:gd name="T41" fmla="*/ 79 h 205"/>
              <a:gd name="T42" fmla="*/ 33 w 305"/>
              <a:gd name="T43" fmla="*/ 113 h 205"/>
              <a:gd name="T44" fmla="*/ 33 w 305"/>
              <a:gd name="T45" fmla="*/ 113 h 205"/>
              <a:gd name="T46" fmla="*/ 195 w 305"/>
              <a:gd name="T47" fmla="*/ 115 h 205"/>
              <a:gd name="T48" fmla="*/ 191 w 305"/>
              <a:gd name="T49" fmla="*/ 112 h 205"/>
              <a:gd name="T50" fmla="*/ 183 w 305"/>
              <a:gd name="T51" fmla="*/ 162 h 205"/>
              <a:gd name="T52" fmla="*/ 168 w 305"/>
              <a:gd name="T53" fmla="*/ 154 h 205"/>
              <a:gd name="T54" fmla="*/ 144 w 305"/>
              <a:gd name="T55" fmla="*/ 177 h 205"/>
              <a:gd name="T56" fmla="*/ 121 w 305"/>
              <a:gd name="T57" fmla="*/ 161 h 205"/>
              <a:gd name="T58" fmla="*/ 106 w 305"/>
              <a:gd name="T59" fmla="*/ 199 h 205"/>
              <a:gd name="T60" fmla="*/ 87 w 305"/>
              <a:gd name="T61" fmla="*/ 178 h 205"/>
              <a:gd name="T62" fmla="*/ 86 w 305"/>
              <a:gd name="T63" fmla="*/ 168 h 205"/>
              <a:gd name="T64" fmla="*/ 78 w 305"/>
              <a:gd name="T65" fmla="*/ 173 h 205"/>
              <a:gd name="T66" fmla="*/ 93 w 305"/>
              <a:gd name="T67" fmla="*/ 150 h 205"/>
              <a:gd name="T68" fmla="*/ 95 w 305"/>
              <a:gd name="T69" fmla="*/ 135 h 205"/>
              <a:gd name="T70" fmla="*/ 76 w 305"/>
              <a:gd name="T71" fmla="*/ 128 h 205"/>
              <a:gd name="T72" fmla="*/ 94 w 305"/>
              <a:gd name="T73" fmla="*/ 115 h 205"/>
              <a:gd name="T74" fmla="*/ 88 w 305"/>
              <a:gd name="T75" fmla="*/ 109 h 205"/>
              <a:gd name="T76" fmla="*/ 3 w 305"/>
              <a:gd name="T77" fmla="*/ 48 h 205"/>
              <a:gd name="T78" fmla="*/ 81 w 305"/>
              <a:gd name="T79" fmla="*/ 101 h 205"/>
              <a:gd name="T80" fmla="*/ 88 w 305"/>
              <a:gd name="T81" fmla="*/ 104 h 205"/>
              <a:gd name="T82" fmla="*/ 105 w 305"/>
              <a:gd name="T83" fmla="*/ 102 h 205"/>
              <a:gd name="T84" fmla="*/ 113 w 305"/>
              <a:gd name="T85" fmla="*/ 92 h 205"/>
              <a:gd name="T86" fmla="*/ 120 w 305"/>
              <a:gd name="T87" fmla="*/ 95 h 205"/>
              <a:gd name="T88" fmla="*/ 124 w 305"/>
              <a:gd name="T89" fmla="*/ 85 h 205"/>
              <a:gd name="T90" fmla="*/ 127 w 305"/>
              <a:gd name="T91" fmla="*/ 92 h 205"/>
              <a:gd name="T92" fmla="*/ 139 w 305"/>
              <a:gd name="T93" fmla="*/ 100 h 205"/>
              <a:gd name="T94" fmla="*/ 149 w 305"/>
              <a:gd name="T95" fmla="*/ 86 h 205"/>
              <a:gd name="T96" fmla="*/ 159 w 305"/>
              <a:gd name="T97" fmla="*/ 102 h 205"/>
              <a:gd name="T98" fmla="*/ 233 w 305"/>
              <a:gd name="T99" fmla="*/ 1 h 205"/>
              <a:gd name="T100" fmla="*/ 167 w 305"/>
              <a:gd name="T101" fmla="*/ 95 h 205"/>
              <a:gd name="T102" fmla="*/ 167 w 305"/>
              <a:gd name="T103" fmla="*/ 121 h 205"/>
              <a:gd name="T104" fmla="*/ 177 w 305"/>
              <a:gd name="T105" fmla="*/ 127 h 205"/>
              <a:gd name="T106" fmla="*/ 166 w 305"/>
              <a:gd name="T107" fmla="*/ 142 h 205"/>
              <a:gd name="T108" fmla="*/ 144 w 305"/>
              <a:gd name="T109" fmla="*/ 192 h 205"/>
              <a:gd name="T110" fmla="*/ 153 w 305"/>
              <a:gd name="T111" fmla="*/ 199 h 205"/>
            </a:gdLst>
            <a:ahLst/>
            <a:cxnLst/>
            <a:rect l="0" t="0" r="r" b="b"/>
            <a:pathLst>
              <a:path w="305" h="205">
                <a:moveTo>
                  <a:pt x="193" y="167"/>
                </a:moveTo>
                <a:cubicBezTo>
                  <a:pt x="191" y="167"/>
                  <a:pt x="189" y="166"/>
                  <a:pt x="188" y="165"/>
                </a:cubicBezTo>
                <a:cubicBezTo>
                  <a:pt x="189" y="165"/>
                  <a:pt x="190" y="165"/>
                  <a:pt x="192" y="166"/>
                </a:cubicBezTo>
                <a:lnTo>
                  <a:pt x="193" y="167"/>
                </a:lnTo>
                <a:close/>
                <a:moveTo>
                  <a:pt x="190" y="173"/>
                </a:moveTo>
                <a:cubicBezTo>
                  <a:pt x="190" y="173"/>
                  <a:pt x="190" y="173"/>
                  <a:pt x="190" y="173"/>
                </a:cubicBezTo>
                <a:cubicBezTo>
                  <a:pt x="191" y="173"/>
                  <a:pt x="191" y="173"/>
                  <a:pt x="192" y="174"/>
                </a:cubicBezTo>
                <a:cubicBezTo>
                  <a:pt x="192" y="175"/>
                  <a:pt x="193" y="175"/>
                  <a:pt x="193" y="176"/>
                </a:cubicBezTo>
                <a:cubicBezTo>
                  <a:pt x="192" y="175"/>
                  <a:pt x="191" y="175"/>
                  <a:pt x="190" y="173"/>
                </a:cubicBezTo>
                <a:close/>
                <a:moveTo>
                  <a:pt x="175" y="105"/>
                </a:moveTo>
                <a:cubicBezTo>
                  <a:pt x="175" y="105"/>
                  <a:pt x="176" y="105"/>
                  <a:pt x="177" y="105"/>
                </a:cubicBezTo>
                <a:cubicBezTo>
                  <a:pt x="177" y="105"/>
                  <a:pt x="178" y="105"/>
                  <a:pt x="179" y="105"/>
                </a:cubicBezTo>
                <a:cubicBezTo>
                  <a:pt x="180" y="105"/>
                  <a:pt x="180" y="105"/>
                  <a:pt x="180" y="106"/>
                </a:cubicBezTo>
                <a:cubicBezTo>
                  <a:pt x="180" y="106"/>
                  <a:pt x="180" y="106"/>
                  <a:pt x="179" y="106"/>
                </a:cubicBezTo>
                <a:cubicBezTo>
                  <a:pt x="178" y="107"/>
                  <a:pt x="178" y="107"/>
                  <a:pt x="178" y="107"/>
                </a:cubicBezTo>
                <a:cubicBezTo>
                  <a:pt x="177" y="107"/>
                  <a:pt x="176" y="106"/>
                  <a:pt x="175" y="105"/>
                </a:cubicBezTo>
                <a:close/>
                <a:moveTo>
                  <a:pt x="200" y="168"/>
                </a:moveTo>
                <a:cubicBezTo>
                  <a:pt x="201" y="168"/>
                  <a:pt x="202" y="169"/>
                  <a:pt x="203" y="169"/>
                </a:cubicBezTo>
                <a:cubicBezTo>
                  <a:pt x="204" y="170"/>
                  <a:pt x="204" y="170"/>
                  <a:pt x="204" y="171"/>
                </a:cubicBezTo>
                <a:cubicBezTo>
                  <a:pt x="204" y="172"/>
                  <a:pt x="204" y="172"/>
                  <a:pt x="203" y="172"/>
                </a:cubicBezTo>
                <a:cubicBezTo>
                  <a:pt x="202" y="172"/>
                  <a:pt x="201" y="172"/>
                  <a:pt x="199" y="170"/>
                </a:cubicBezTo>
                <a:cubicBezTo>
                  <a:pt x="197" y="169"/>
                  <a:pt x="195" y="167"/>
                  <a:pt x="193" y="166"/>
                </a:cubicBezTo>
                <a:cubicBezTo>
                  <a:pt x="191" y="164"/>
                  <a:pt x="189" y="162"/>
                  <a:pt x="188" y="161"/>
                </a:cubicBezTo>
                <a:cubicBezTo>
                  <a:pt x="186" y="159"/>
                  <a:pt x="185" y="158"/>
                  <a:pt x="185" y="157"/>
                </a:cubicBezTo>
                <a:cubicBezTo>
                  <a:pt x="188" y="159"/>
                  <a:pt x="191" y="160"/>
                  <a:pt x="193" y="162"/>
                </a:cubicBezTo>
                <a:cubicBezTo>
                  <a:pt x="195" y="164"/>
                  <a:pt x="198" y="166"/>
                  <a:pt x="200" y="168"/>
                </a:cubicBezTo>
                <a:close/>
                <a:moveTo>
                  <a:pt x="166" y="106"/>
                </a:moveTo>
                <a:cubicBezTo>
                  <a:pt x="167" y="108"/>
                  <a:pt x="169" y="109"/>
                  <a:pt x="169" y="110"/>
                </a:cubicBezTo>
                <a:cubicBezTo>
                  <a:pt x="170" y="112"/>
                  <a:pt x="171" y="113"/>
                  <a:pt x="172" y="115"/>
                </a:cubicBezTo>
                <a:cubicBezTo>
                  <a:pt x="172" y="115"/>
                  <a:pt x="171" y="114"/>
                  <a:pt x="170" y="113"/>
                </a:cubicBezTo>
                <a:cubicBezTo>
                  <a:pt x="169" y="111"/>
                  <a:pt x="169" y="111"/>
                  <a:pt x="169" y="111"/>
                </a:cubicBezTo>
                <a:cubicBezTo>
                  <a:pt x="168" y="110"/>
                  <a:pt x="167" y="109"/>
                  <a:pt x="167" y="108"/>
                </a:cubicBezTo>
                <a:cubicBezTo>
                  <a:pt x="166" y="107"/>
                  <a:pt x="165" y="106"/>
                  <a:pt x="164" y="106"/>
                </a:cubicBezTo>
                <a:cubicBezTo>
                  <a:pt x="163" y="106"/>
                  <a:pt x="163" y="106"/>
                  <a:pt x="163" y="106"/>
                </a:cubicBezTo>
                <a:cubicBezTo>
                  <a:pt x="163" y="105"/>
                  <a:pt x="163" y="105"/>
                  <a:pt x="164" y="105"/>
                </a:cubicBezTo>
                <a:cubicBezTo>
                  <a:pt x="165" y="105"/>
                  <a:pt x="165" y="105"/>
                  <a:pt x="166" y="106"/>
                </a:cubicBezTo>
                <a:close/>
                <a:moveTo>
                  <a:pt x="270" y="68"/>
                </a:moveTo>
                <a:cubicBezTo>
                  <a:pt x="281" y="63"/>
                  <a:pt x="281" y="63"/>
                  <a:pt x="281" y="63"/>
                </a:cubicBezTo>
                <a:cubicBezTo>
                  <a:pt x="283" y="62"/>
                  <a:pt x="284" y="62"/>
                  <a:pt x="284" y="62"/>
                </a:cubicBezTo>
                <a:cubicBezTo>
                  <a:pt x="282" y="63"/>
                  <a:pt x="280" y="64"/>
                  <a:pt x="278" y="65"/>
                </a:cubicBezTo>
                <a:lnTo>
                  <a:pt x="270" y="68"/>
                </a:lnTo>
                <a:close/>
                <a:moveTo>
                  <a:pt x="220" y="111"/>
                </a:moveTo>
                <a:cubicBezTo>
                  <a:pt x="221" y="111"/>
                  <a:pt x="221" y="111"/>
                  <a:pt x="222" y="111"/>
                </a:cubicBezTo>
                <a:cubicBezTo>
                  <a:pt x="222" y="111"/>
                  <a:pt x="222" y="111"/>
                  <a:pt x="222" y="112"/>
                </a:cubicBezTo>
                <a:cubicBezTo>
                  <a:pt x="222" y="113"/>
                  <a:pt x="221" y="113"/>
                  <a:pt x="219" y="114"/>
                </a:cubicBezTo>
                <a:cubicBezTo>
                  <a:pt x="217" y="115"/>
                  <a:pt x="214" y="116"/>
                  <a:pt x="212" y="117"/>
                </a:cubicBezTo>
                <a:cubicBezTo>
                  <a:pt x="209" y="118"/>
                  <a:pt x="207" y="118"/>
                  <a:pt x="204" y="119"/>
                </a:cubicBezTo>
                <a:cubicBezTo>
                  <a:pt x="202" y="120"/>
                  <a:pt x="201" y="121"/>
                  <a:pt x="201" y="121"/>
                </a:cubicBezTo>
                <a:cubicBezTo>
                  <a:pt x="201" y="122"/>
                  <a:pt x="201" y="122"/>
                  <a:pt x="201" y="122"/>
                </a:cubicBezTo>
                <a:cubicBezTo>
                  <a:pt x="202" y="123"/>
                  <a:pt x="202" y="123"/>
                  <a:pt x="202" y="123"/>
                </a:cubicBezTo>
                <a:cubicBezTo>
                  <a:pt x="202" y="127"/>
                  <a:pt x="200" y="128"/>
                  <a:pt x="197" y="128"/>
                </a:cubicBezTo>
                <a:cubicBezTo>
                  <a:pt x="194" y="128"/>
                  <a:pt x="193" y="127"/>
                  <a:pt x="193" y="125"/>
                </a:cubicBezTo>
                <a:cubicBezTo>
                  <a:pt x="193" y="124"/>
                  <a:pt x="194" y="123"/>
                  <a:pt x="195" y="122"/>
                </a:cubicBezTo>
                <a:cubicBezTo>
                  <a:pt x="198" y="121"/>
                  <a:pt x="198" y="121"/>
                  <a:pt x="198" y="121"/>
                </a:cubicBezTo>
                <a:cubicBezTo>
                  <a:pt x="198" y="121"/>
                  <a:pt x="198" y="121"/>
                  <a:pt x="199" y="121"/>
                </a:cubicBezTo>
                <a:cubicBezTo>
                  <a:pt x="199" y="121"/>
                  <a:pt x="199" y="121"/>
                  <a:pt x="199" y="121"/>
                </a:cubicBezTo>
                <a:cubicBezTo>
                  <a:pt x="200" y="121"/>
                  <a:pt x="200" y="121"/>
                  <a:pt x="201" y="120"/>
                </a:cubicBezTo>
                <a:cubicBezTo>
                  <a:pt x="202" y="119"/>
                  <a:pt x="203" y="119"/>
                  <a:pt x="203" y="117"/>
                </a:cubicBezTo>
                <a:cubicBezTo>
                  <a:pt x="202" y="117"/>
                  <a:pt x="202" y="117"/>
                  <a:pt x="202" y="117"/>
                </a:cubicBezTo>
                <a:cubicBezTo>
                  <a:pt x="202" y="117"/>
                  <a:pt x="202" y="117"/>
                  <a:pt x="204" y="116"/>
                </a:cubicBezTo>
                <a:cubicBezTo>
                  <a:pt x="208" y="115"/>
                  <a:pt x="208" y="115"/>
                  <a:pt x="208" y="115"/>
                </a:cubicBezTo>
                <a:cubicBezTo>
                  <a:pt x="214" y="113"/>
                  <a:pt x="214" y="113"/>
                  <a:pt x="214" y="113"/>
                </a:cubicBezTo>
                <a:cubicBezTo>
                  <a:pt x="216" y="113"/>
                  <a:pt x="218" y="112"/>
                  <a:pt x="220" y="111"/>
                </a:cubicBezTo>
                <a:close/>
                <a:moveTo>
                  <a:pt x="186" y="123"/>
                </a:moveTo>
                <a:cubicBezTo>
                  <a:pt x="185" y="124"/>
                  <a:pt x="185" y="124"/>
                  <a:pt x="184" y="124"/>
                </a:cubicBezTo>
                <a:cubicBezTo>
                  <a:pt x="182" y="124"/>
                  <a:pt x="182" y="124"/>
                  <a:pt x="182" y="124"/>
                </a:cubicBezTo>
                <a:cubicBezTo>
                  <a:pt x="183" y="122"/>
                  <a:pt x="185" y="121"/>
                  <a:pt x="188" y="121"/>
                </a:cubicBezTo>
                <a:cubicBezTo>
                  <a:pt x="188" y="122"/>
                  <a:pt x="187" y="122"/>
                  <a:pt x="187" y="122"/>
                </a:cubicBezTo>
                <a:cubicBezTo>
                  <a:pt x="187" y="123"/>
                  <a:pt x="186" y="123"/>
                  <a:pt x="186" y="123"/>
                </a:cubicBezTo>
                <a:close/>
                <a:moveTo>
                  <a:pt x="303" y="54"/>
                </a:moveTo>
                <a:cubicBezTo>
                  <a:pt x="304" y="54"/>
                  <a:pt x="304" y="54"/>
                  <a:pt x="304" y="54"/>
                </a:cubicBezTo>
                <a:cubicBezTo>
                  <a:pt x="304" y="54"/>
                  <a:pt x="304" y="54"/>
                  <a:pt x="304" y="54"/>
                </a:cubicBezTo>
                <a:cubicBezTo>
                  <a:pt x="304" y="54"/>
                  <a:pt x="305" y="54"/>
                  <a:pt x="305" y="55"/>
                </a:cubicBezTo>
                <a:cubicBezTo>
                  <a:pt x="305" y="55"/>
                  <a:pt x="304" y="55"/>
                  <a:pt x="302" y="56"/>
                </a:cubicBezTo>
                <a:cubicBezTo>
                  <a:pt x="296" y="58"/>
                  <a:pt x="296" y="58"/>
                  <a:pt x="296" y="58"/>
                </a:cubicBezTo>
                <a:cubicBezTo>
                  <a:pt x="294" y="59"/>
                  <a:pt x="292" y="60"/>
                  <a:pt x="290" y="61"/>
                </a:cubicBezTo>
                <a:cubicBezTo>
                  <a:pt x="287" y="62"/>
                  <a:pt x="286" y="63"/>
                  <a:pt x="286" y="63"/>
                </a:cubicBezTo>
                <a:cubicBezTo>
                  <a:pt x="286" y="63"/>
                  <a:pt x="286" y="63"/>
                  <a:pt x="286" y="63"/>
                </a:cubicBezTo>
                <a:cubicBezTo>
                  <a:pt x="285" y="63"/>
                  <a:pt x="285" y="63"/>
                  <a:pt x="285" y="62"/>
                </a:cubicBezTo>
                <a:cubicBezTo>
                  <a:pt x="285" y="62"/>
                  <a:pt x="284" y="62"/>
                  <a:pt x="284" y="62"/>
                </a:cubicBezTo>
                <a:cubicBezTo>
                  <a:pt x="291" y="59"/>
                  <a:pt x="295" y="57"/>
                  <a:pt x="298" y="56"/>
                </a:cubicBezTo>
                <a:lnTo>
                  <a:pt x="303" y="54"/>
                </a:lnTo>
                <a:close/>
                <a:moveTo>
                  <a:pt x="205" y="98"/>
                </a:moveTo>
                <a:cubicBezTo>
                  <a:pt x="209" y="96"/>
                  <a:pt x="214" y="94"/>
                  <a:pt x="219" y="91"/>
                </a:cubicBezTo>
                <a:cubicBezTo>
                  <a:pt x="225" y="89"/>
                  <a:pt x="230" y="86"/>
                  <a:pt x="236" y="83"/>
                </a:cubicBezTo>
                <a:cubicBezTo>
                  <a:pt x="242" y="81"/>
                  <a:pt x="248" y="78"/>
                  <a:pt x="253" y="75"/>
                </a:cubicBezTo>
                <a:cubicBezTo>
                  <a:pt x="259" y="73"/>
                  <a:pt x="265" y="70"/>
                  <a:pt x="270" y="68"/>
                </a:cubicBezTo>
                <a:cubicBezTo>
                  <a:pt x="266" y="70"/>
                  <a:pt x="261" y="72"/>
                  <a:pt x="255" y="75"/>
                </a:cubicBezTo>
                <a:cubicBezTo>
                  <a:pt x="250" y="77"/>
                  <a:pt x="244" y="80"/>
                  <a:pt x="238" y="82"/>
                </a:cubicBezTo>
                <a:cubicBezTo>
                  <a:pt x="232" y="85"/>
                  <a:pt x="226" y="88"/>
                  <a:pt x="221" y="91"/>
                </a:cubicBezTo>
                <a:cubicBezTo>
                  <a:pt x="215" y="93"/>
                  <a:pt x="210" y="96"/>
                  <a:pt x="205" y="98"/>
                </a:cubicBezTo>
                <a:cubicBezTo>
                  <a:pt x="206" y="98"/>
                  <a:pt x="207" y="97"/>
                  <a:pt x="209" y="97"/>
                </a:cubicBezTo>
                <a:cubicBezTo>
                  <a:pt x="210" y="96"/>
                  <a:pt x="211" y="96"/>
                  <a:pt x="212" y="96"/>
                </a:cubicBezTo>
                <a:cubicBezTo>
                  <a:pt x="213" y="96"/>
                  <a:pt x="213" y="96"/>
                  <a:pt x="214" y="96"/>
                </a:cubicBezTo>
                <a:cubicBezTo>
                  <a:pt x="216" y="96"/>
                  <a:pt x="216" y="96"/>
                  <a:pt x="216" y="97"/>
                </a:cubicBezTo>
                <a:cubicBezTo>
                  <a:pt x="216" y="97"/>
                  <a:pt x="215" y="98"/>
                  <a:pt x="214" y="98"/>
                </a:cubicBezTo>
                <a:cubicBezTo>
                  <a:pt x="213" y="98"/>
                  <a:pt x="212" y="97"/>
                  <a:pt x="210" y="97"/>
                </a:cubicBezTo>
                <a:cubicBezTo>
                  <a:pt x="209" y="98"/>
                  <a:pt x="207" y="98"/>
                  <a:pt x="204" y="98"/>
                </a:cubicBezTo>
                <a:cubicBezTo>
                  <a:pt x="204" y="98"/>
                  <a:pt x="204" y="98"/>
                  <a:pt x="204" y="98"/>
                </a:cubicBezTo>
                <a:cubicBezTo>
                  <a:pt x="203" y="99"/>
                  <a:pt x="201" y="99"/>
                  <a:pt x="200" y="100"/>
                </a:cubicBezTo>
                <a:cubicBezTo>
                  <a:pt x="198" y="100"/>
                  <a:pt x="196" y="101"/>
                  <a:pt x="194" y="102"/>
                </a:cubicBezTo>
                <a:cubicBezTo>
                  <a:pt x="193" y="103"/>
                  <a:pt x="191" y="103"/>
                  <a:pt x="190" y="104"/>
                </a:cubicBezTo>
                <a:cubicBezTo>
                  <a:pt x="189" y="105"/>
                  <a:pt x="188" y="105"/>
                  <a:pt x="188" y="106"/>
                </a:cubicBezTo>
                <a:cubicBezTo>
                  <a:pt x="188" y="107"/>
                  <a:pt x="189" y="107"/>
                  <a:pt x="189" y="107"/>
                </a:cubicBezTo>
                <a:cubicBezTo>
                  <a:pt x="190" y="107"/>
                  <a:pt x="190" y="107"/>
                  <a:pt x="190" y="107"/>
                </a:cubicBezTo>
                <a:cubicBezTo>
                  <a:pt x="190" y="107"/>
                  <a:pt x="191" y="106"/>
                  <a:pt x="191" y="106"/>
                </a:cubicBezTo>
                <a:cubicBezTo>
                  <a:pt x="192" y="107"/>
                  <a:pt x="192" y="107"/>
                  <a:pt x="192" y="107"/>
                </a:cubicBezTo>
                <a:cubicBezTo>
                  <a:pt x="191" y="108"/>
                  <a:pt x="190" y="108"/>
                  <a:pt x="188" y="108"/>
                </a:cubicBezTo>
                <a:cubicBezTo>
                  <a:pt x="187" y="108"/>
                  <a:pt x="186" y="108"/>
                  <a:pt x="185" y="107"/>
                </a:cubicBezTo>
                <a:cubicBezTo>
                  <a:pt x="183" y="106"/>
                  <a:pt x="183" y="106"/>
                  <a:pt x="182" y="105"/>
                </a:cubicBezTo>
                <a:cubicBezTo>
                  <a:pt x="184" y="105"/>
                  <a:pt x="187" y="104"/>
                  <a:pt x="190" y="103"/>
                </a:cubicBezTo>
                <a:cubicBezTo>
                  <a:pt x="192" y="102"/>
                  <a:pt x="194" y="102"/>
                  <a:pt x="194" y="102"/>
                </a:cubicBezTo>
                <a:cubicBezTo>
                  <a:pt x="195" y="102"/>
                  <a:pt x="195" y="102"/>
                  <a:pt x="195" y="102"/>
                </a:cubicBezTo>
                <a:cubicBezTo>
                  <a:pt x="199" y="100"/>
                  <a:pt x="199" y="100"/>
                  <a:pt x="199" y="100"/>
                </a:cubicBezTo>
                <a:cubicBezTo>
                  <a:pt x="202" y="98"/>
                  <a:pt x="203" y="98"/>
                  <a:pt x="205" y="98"/>
                </a:cubicBezTo>
                <a:close/>
                <a:moveTo>
                  <a:pt x="239" y="137"/>
                </a:moveTo>
                <a:cubicBezTo>
                  <a:pt x="241" y="137"/>
                  <a:pt x="243" y="137"/>
                  <a:pt x="244" y="138"/>
                </a:cubicBezTo>
                <a:cubicBezTo>
                  <a:pt x="246" y="138"/>
                  <a:pt x="246" y="140"/>
                  <a:pt x="246" y="142"/>
                </a:cubicBezTo>
                <a:cubicBezTo>
                  <a:pt x="246" y="144"/>
                  <a:pt x="246" y="145"/>
                  <a:pt x="244" y="146"/>
                </a:cubicBezTo>
                <a:cubicBezTo>
                  <a:pt x="243" y="146"/>
                  <a:pt x="242" y="147"/>
                  <a:pt x="242" y="147"/>
                </a:cubicBezTo>
                <a:cubicBezTo>
                  <a:pt x="240" y="147"/>
                  <a:pt x="239" y="146"/>
                  <a:pt x="238" y="146"/>
                </a:cubicBezTo>
                <a:cubicBezTo>
                  <a:pt x="236" y="145"/>
                  <a:pt x="236" y="144"/>
                  <a:pt x="236" y="142"/>
                </a:cubicBezTo>
                <a:cubicBezTo>
                  <a:pt x="236" y="139"/>
                  <a:pt x="237" y="138"/>
                  <a:pt x="239" y="137"/>
                </a:cubicBezTo>
                <a:close/>
                <a:moveTo>
                  <a:pt x="202" y="173"/>
                </a:moveTo>
                <a:cubicBezTo>
                  <a:pt x="202" y="173"/>
                  <a:pt x="202" y="173"/>
                  <a:pt x="202" y="174"/>
                </a:cubicBezTo>
                <a:cubicBezTo>
                  <a:pt x="203" y="174"/>
                  <a:pt x="203" y="174"/>
                  <a:pt x="203" y="175"/>
                </a:cubicBezTo>
                <a:cubicBezTo>
                  <a:pt x="203" y="175"/>
                  <a:pt x="202" y="175"/>
                  <a:pt x="202" y="176"/>
                </a:cubicBezTo>
                <a:cubicBezTo>
                  <a:pt x="196" y="171"/>
                  <a:pt x="196" y="171"/>
                  <a:pt x="196" y="171"/>
                </a:cubicBezTo>
                <a:cubicBezTo>
                  <a:pt x="196" y="171"/>
                  <a:pt x="196" y="171"/>
                  <a:pt x="196" y="170"/>
                </a:cubicBezTo>
                <a:cubicBezTo>
                  <a:pt x="197" y="170"/>
                  <a:pt x="197" y="170"/>
                  <a:pt x="197" y="170"/>
                </a:cubicBezTo>
                <a:cubicBezTo>
                  <a:pt x="197" y="170"/>
                  <a:pt x="197" y="169"/>
                  <a:pt x="196" y="169"/>
                </a:cubicBezTo>
                <a:cubicBezTo>
                  <a:pt x="196" y="169"/>
                  <a:pt x="196" y="168"/>
                  <a:pt x="196" y="168"/>
                </a:cubicBezTo>
                <a:cubicBezTo>
                  <a:pt x="197" y="169"/>
                  <a:pt x="198" y="170"/>
                  <a:pt x="199" y="170"/>
                </a:cubicBezTo>
                <a:cubicBezTo>
                  <a:pt x="200" y="171"/>
                  <a:pt x="201" y="172"/>
                  <a:pt x="202" y="173"/>
                </a:cubicBezTo>
                <a:close/>
                <a:moveTo>
                  <a:pt x="45" y="90"/>
                </a:moveTo>
                <a:cubicBezTo>
                  <a:pt x="45" y="90"/>
                  <a:pt x="45" y="90"/>
                  <a:pt x="45" y="90"/>
                </a:cubicBezTo>
                <a:cubicBezTo>
                  <a:pt x="46" y="90"/>
                  <a:pt x="46" y="90"/>
                  <a:pt x="46" y="91"/>
                </a:cubicBezTo>
                <a:cubicBezTo>
                  <a:pt x="46" y="91"/>
                  <a:pt x="46" y="91"/>
                  <a:pt x="45" y="91"/>
                </a:cubicBezTo>
                <a:cubicBezTo>
                  <a:pt x="45" y="91"/>
                  <a:pt x="45" y="91"/>
                  <a:pt x="45" y="90"/>
                </a:cubicBezTo>
                <a:close/>
                <a:moveTo>
                  <a:pt x="195" y="119"/>
                </a:moveTo>
                <a:cubicBezTo>
                  <a:pt x="195" y="118"/>
                  <a:pt x="196" y="118"/>
                  <a:pt x="197" y="118"/>
                </a:cubicBezTo>
                <a:cubicBezTo>
                  <a:pt x="197" y="118"/>
                  <a:pt x="197" y="118"/>
                  <a:pt x="197" y="118"/>
                </a:cubicBezTo>
                <a:lnTo>
                  <a:pt x="195" y="119"/>
                </a:lnTo>
                <a:close/>
                <a:moveTo>
                  <a:pt x="103" y="78"/>
                </a:moveTo>
                <a:cubicBezTo>
                  <a:pt x="103" y="79"/>
                  <a:pt x="103" y="79"/>
                  <a:pt x="103" y="80"/>
                </a:cubicBezTo>
                <a:cubicBezTo>
                  <a:pt x="104" y="82"/>
                  <a:pt x="104" y="82"/>
                  <a:pt x="104" y="82"/>
                </a:cubicBezTo>
                <a:cubicBezTo>
                  <a:pt x="104" y="81"/>
                  <a:pt x="103" y="80"/>
                  <a:pt x="102" y="79"/>
                </a:cubicBezTo>
                <a:cubicBezTo>
                  <a:pt x="101" y="78"/>
                  <a:pt x="101" y="77"/>
                  <a:pt x="100" y="76"/>
                </a:cubicBezTo>
                <a:cubicBezTo>
                  <a:pt x="101" y="76"/>
                  <a:pt x="101" y="77"/>
                  <a:pt x="102" y="77"/>
                </a:cubicBezTo>
                <a:cubicBezTo>
                  <a:pt x="103" y="78"/>
                  <a:pt x="103" y="78"/>
                  <a:pt x="103" y="78"/>
                </a:cubicBezTo>
                <a:close/>
                <a:moveTo>
                  <a:pt x="46" y="91"/>
                </a:moveTo>
                <a:cubicBezTo>
                  <a:pt x="48" y="91"/>
                  <a:pt x="49" y="92"/>
                  <a:pt x="49" y="92"/>
                </a:cubicBezTo>
                <a:cubicBezTo>
                  <a:pt x="48" y="92"/>
                  <a:pt x="47" y="92"/>
                  <a:pt x="46" y="91"/>
                </a:cubicBezTo>
                <a:close/>
                <a:moveTo>
                  <a:pt x="33" y="113"/>
                </a:moveTo>
                <a:cubicBezTo>
                  <a:pt x="34" y="114"/>
                  <a:pt x="34" y="114"/>
                  <a:pt x="35" y="113"/>
                </a:cubicBezTo>
                <a:cubicBezTo>
                  <a:pt x="35" y="113"/>
                  <a:pt x="36" y="113"/>
                  <a:pt x="36" y="114"/>
                </a:cubicBezTo>
                <a:cubicBezTo>
                  <a:pt x="36" y="114"/>
                  <a:pt x="35" y="114"/>
                  <a:pt x="34" y="114"/>
                </a:cubicBezTo>
                <a:cubicBezTo>
                  <a:pt x="33" y="114"/>
                  <a:pt x="32" y="114"/>
                  <a:pt x="32" y="113"/>
                </a:cubicBezTo>
                <a:cubicBezTo>
                  <a:pt x="32" y="113"/>
                  <a:pt x="32" y="113"/>
                  <a:pt x="32" y="113"/>
                </a:cubicBezTo>
                <a:cubicBezTo>
                  <a:pt x="32" y="113"/>
                  <a:pt x="32" y="113"/>
                  <a:pt x="32" y="113"/>
                </a:cubicBezTo>
                <a:cubicBezTo>
                  <a:pt x="33" y="113"/>
                  <a:pt x="33" y="113"/>
                  <a:pt x="33" y="113"/>
                </a:cubicBezTo>
                <a:close/>
                <a:moveTo>
                  <a:pt x="36" y="114"/>
                </a:moveTo>
                <a:cubicBezTo>
                  <a:pt x="39" y="114"/>
                  <a:pt x="40" y="115"/>
                  <a:pt x="41" y="115"/>
                </a:cubicBezTo>
                <a:cubicBezTo>
                  <a:pt x="39" y="115"/>
                  <a:pt x="39" y="115"/>
                  <a:pt x="39" y="115"/>
                </a:cubicBezTo>
                <a:cubicBezTo>
                  <a:pt x="38" y="115"/>
                  <a:pt x="37" y="115"/>
                  <a:pt x="36" y="114"/>
                </a:cubicBezTo>
                <a:close/>
                <a:moveTo>
                  <a:pt x="196" y="112"/>
                </a:moveTo>
                <a:cubicBezTo>
                  <a:pt x="196" y="113"/>
                  <a:pt x="197" y="113"/>
                  <a:pt x="197" y="114"/>
                </a:cubicBezTo>
                <a:cubicBezTo>
                  <a:pt x="197" y="114"/>
                  <a:pt x="196" y="115"/>
                  <a:pt x="195" y="115"/>
                </a:cubicBezTo>
                <a:cubicBezTo>
                  <a:pt x="193" y="115"/>
                  <a:pt x="192" y="115"/>
                  <a:pt x="190" y="116"/>
                </a:cubicBezTo>
                <a:cubicBezTo>
                  <a:pt x="189" y="116"/>
                  <a:pt x="187" y="116"/>
                  <a:pt x="186" y="116"/>
                </a:cubicBezTo>
                <a:cubicBezTo>
                  <a:pt x="185" y="116"/>
                  <a:pt x="184" y="116"/>
                  <a:pt x="183" y="116"/>
                </a:cubicBezTo>
                <a:cubicBezTo>
                  <a:pt x="182" y="116"/>
                  <a:pt x="182" y="116"/>
                  <a:pt x="182" y="115"/>
                </a:cubicBezTo>
                <a:cubicBezTo>
                  <a:pt x="182" y="115"/>
                  <a:pt x="183" y="115"/>
                  <a:pt x="184" y="114"/>
                </a:cubicBezTo>
                <a:cubicBezTo>
                  <a:pt x="185" y="114"/>
                  <a:pt x="186" y="114"/>
                  <a:pt x="187" y="113"/>
                </a:cubicBezTo>
                <a:cubicBezTo>
                  <a:pt x="189" y="113"/>
                  <a:pt x="190" y="113"/>
                  <a:pt x="191" y="112"/>
                </a:cubicBezTo>
                <a:cubicBezTo>
                  <a:pt x="193" y="112"/>
                  <a:pt x="193" y="112"/>
                  <a:pt x="194" y="112"/>
                </a:cubicBezTo>
                <a:cubicBezTo>
                  <a:pt x="195" y="112"/>
                  <a:pt x="196" y="112"/>
                  <a:pt x="196" y="112"/>
                </a:cubicBezTo>
                <a:close/>
                <a:moveTo>
                  <a:pt x="172" y="152"/>
                </a:moveTo>
                <a:cubicBezTo>
                  <a:pt x="174" y="153"/>
                  <a:pt x="177" y="154"/>
                  <a:pt x="180" y="157"/>
                </a:cubicBezTo>
                <a:cubicBezTo>
                  <a:pt x="183" y="159"/>
                  <a:pt x="185" y="161"/>
                  <a:pt x="185" y="161"/>
                </a:cubicBezTo>
                <a:cubicBezTo>
                  <a:pt x="185" y="162"/>
                  <a:pt x="184" y="162"/>
                  <a:pt x="184" y="162"/>
                </a:cubicBezTo>
                <a:cubicBezTo>
                  <a:pt x="183" y="162"/>
                  <a:pt x="183" y="162"/>
                  <a:pt x="183" y="162"/>
                </a:cubicBezTo>
                <a:cubicBezTo>
                  <a:pt x="182" y="162"/>
                  <a:pt x="181" y="161"/>
                  <a:pt x="179" y="159"/>
                </a:cubicBezTo>
                <a:cubicBezTo>
                  <a:pt x="177" y="157"/>
                  <a:pt x="175" y="156"/>
                  <a:pt x="173" y="154"/>
                </a:cubicBezTo>
                <a:cubicBezTo>
                  <a:pt x="172" y="155"/>
                  <a:pt x="170" y="155"/>
                  <a:pt x="169" y="155"/>
                </a:cubicBezTo>
                <a:cubicBezTo>
                  <a:pt x="168" y="155"/>
                  <a:pt x="168" y="155"/>
                  <a:pt x="168" y="155"/>
                </a:cubicBezTo>
                <a:cubicBezTo>
                  <a:pt x="168" y="155"/>
                  <a:pt x="168" y="155"/>
                  <a:pt x="167" y="155"/>
                </a:cubicBezTo>
                <a:cubicBezTo>
                  <a:pt x="167" y="155"/>
                  <a:pt x="167" y="154"/>
                  <a:pt x="168" y="154"/>
                </a:cubicBezTo>
                <a:cubicBezTo>
                  <a:pt x="168" y="154"/>
                  <a:pt x="168" y="154"/>
                  <a:pt x="168" y="154"/>
                </a:cubicBezTo>
                <a:cubicBezTo>
                  <a:pt x="168" y="153"/>
                  <a:pt x="166" y="153"/>
                  <a:pt x="163" y="152"/>
                </a:cubicBezTo>
                <a:cubicBezTo>
                  <a:pt x="160" y="151"/>
                  <a:pt x="158" y="151"/>
                  <a:pt x="157" y="150"/>
                </a:cubicBezTo>
                <a:cubicBezTo>
                  <a:pt x="155" y="150"/>
                  <a:pt x="154" y="152"/>
                  <a:pt x="153" y="154"/>
                </a:cubicBezTo>
                <a:cubicBezTo>
                  <a:pt x="152" y="157"/>
                  <a:pt x="151" y="160"/>
                  <a:pt x="150" y="162"/>
                </a:cubicBezTo>
                <a:cubicBezTo>
                  <a:pt x="150" y="164"/>
                  <a:pt x="150" y="167"/>
                  <a:pt x="149" y="168"/>
                </a:cubicBezTo>
                <a:cubicBezTo>
                  <a:pt x="148" y="170"/>
                  <a:pt x="147" y="172"/>
                  <a:pt x="146" y="173"/>
                </a:cubicBezTo>
                <a:cubicBezTo>
                  <a:pt x="144" y="177"/>
                  <a:pt x="144" y="177"/>
                  <a:pt x="144" y="177"/>
                </a:cubicBezTo>
                <a:cubicBezTo>
                  <a:pt x="143" y="178"/>
                  <a:pt x="143" y="179"/>
                  <a:pt x="143" y="181"/>
                </a:cubicBezTo>
                <a:cubicBezTo>
                  <a:pt x="143" y="182"/>
                  <a:pt x="143" y="183"/>
                  <a:pt x="142" y="184"/>
                </a:cubicBezTo>
                <a:cubicBezTo>
                  <a:pt x="142" y="184"/>
                  <a:pt x="141" y="185"/>
                  <a:pt x="140" y="185"/>
                </a:cubicBezTo>
                <a:cubicBezTo>
                  <a:pt x="138" y="185"/>
                  <a:pt x="137" y="183"/>
                  <a:pt x="135" y="180"/>
                </a:cubicBezTo>
                <a:cubicBezTo>
                  <a:pt x="134" y="176"/>
                  <a:pt x="133" y="174"/>
                  <a:pt x="132" y="172"/>
                </a:cubicBezTo>
                <a:cubicBezTo>
                  <a:pt x="130" y="170"/>
                  <a:pt x="128" y="169"/>
                  <a:pt x="126" y="167"/>
                </a:cubicBezTo>
                <a:cubicBezTo>
                  <a:pt x="124" y="165"/>
                  <a:pt x="122" y="163"/>
                  <a:pt x="121" y="161"/>
                </a:cubicBezTo>
                <a:cubicBezTo>
                  <a:pt x="120" y="164"/>
                  <a:pt x="119" y="168"/>
                  <a:pt x="117" y="173"/>
                </a:cubicBezTo>
                <a:cubicBezTo>
                  <a:pt x="115" y="177"/>
                  <a:pt x="114" y="182"/>
                  <a:pt x="112" y="187"/>
                </a:cubicBezTo>
                <a:cubicBezTo>
                  <a:pt x="111" y="192"/>
                  <a:pt x="109" y="196"/>
                  <a:pt x="108" y="200"/>
                </a:cubicBezTo>
                <a:cubicBezTo>
                  <a:pt x="107" y="203"/>
                  <a:pt x="106" y="205"/>
                  <a:pt x="106" y="205"/>
                </a:cubicBezTo>
                <a:cubicBezTo>
                  <a:pt x="105" y="205"/>
                  <a:pt x="104" y="204"/>
                  <a:pt x="104" y="203"/>
                </a:cubicBezTo>
                <a:cubicBezTo>
                  <a:pt x="104" y="204"/>
                  <a:pt x="104" y="204"/>
                  <a:pt x="104" y="204"/>
                </a:cubicBezTo>
                <a:cubicBezTo>
                  <a:pt x="105" y="204"/>
                  <a:pt x="105" y="202"/>
                  <a:pt x="106" y="199"/>
                </a:cubicBezTo>
                <a:cubicBezTo>
                  <a:pt x="107" y="197"/>
                  <a:pt x="109" y="193"/>
                  <a:pt x="110" y="189"/>
                </a:cubicBezTo>
                <a:cubicBezTo>
                  <a:pt x="111" y="185"/>
                  <a:pt x="113" y="180"/>
                  <a:pt x="114" y="175"/>
                </a:cubicBezTo>
                <a:cubicBezTo>
                  <a:pt x="119" y="160"/>
                  <a:pt x="119" y="160"/>
                  <a:pt x="119" y="160"/>
                </a:cubicBezTo>
                <a:cubicBezTo>
                  <a:pt x="117" y="159"/>
                  <a:pt x="115" y="158"/>
                  <a:pt x="113" y="158"/>
                </a:cubicBezTo>
                <a:cubicBezTo>
                  <a:pt x="109" y="159"/>
                  <a:pt x="105" y="161"/>
                  <a:pt x="102" y="163"/>
                </a:cubicBezTo>
                <a:cubicBezTo>
                  <a:pt x="98" y="165"/>
                  <a:pt x="96" y="168"/>
                  <a:pt x="93" y="170"/>
                </a:cubicBezTo>
                <a:cubicBezTo>
                  <a:pt x="91" y="173"/>
                  <a:pt x="89" y="175"/>
                  <a:pt x="87" y="178"/>
                </a:cubicBezTo>
                <a:cubicBezTo>
                  <a:pt x="85" y="180"/>
                  <a:pt x="83" y="182"/>
                  <a:pt x="81" y="183"/>
                </a:cubicBezTo>
                <a:cubicBezTo>
                  <a:pt x="80" y="183"/>
                  <a:pt x="80" y="183"/>
                  <a:pt x="80" y="183"/>
                </a:cubicBezTo>
                <a:cubicBezTo>
                  <a:pt x="80" y="182"/>
                  <a:pt x="81" y="181"/>
                  <a:pt x="83" y="179"/>
                </a:cubicBezTo>
                <a:cubicBezTo>
                  <a:pt x="84" y="178"/>
                  <a:pt x="86" y="176"/>
                  <a:pt x="87" y="176"/>
                </a:cubicBezTo>
                <a:cubicBezTo>
                  <a:pt x="86" y="174"/>
                  <a:pt x="86" y="174"/>
                  <a:pt x="85" y="174"/>
                </a:cubicBezTo>
                <a:cubicBezTo>
                  <a:pt x="84" y="174"/>
                  <a:pt x="83" y="173"/>
                  <a:pt x="83" y="170"/>
                </a:cubicBezTo>
                <a:cubicBezTo>
                  <a:pt x="83" y="170"/>
                  <a:pt x="84" y="169"/>
                  <a:pt x="86" y="168"/>
                </a:cubicBezTo>
                <a:cubicBezTo>
                  <a:pt x="87" y="168"/>
                  <a:pt x="89" y="167"/>
                  <a:pt x="91" y="166"/>
                </a:cubicBezTo>
                <a:cubicBezTo>
                  <a:pt x="93" y="165"/>
                  <a:pt x="94" y="164"/>
                  <a:pt x="96" y="163"/>
                </a:cubicBezTo>
                <a:cubicBezTo>
                  <a:pt x="98" y="162"/>
                  <a:pt x="98" y="161"/>
                  <a:pt x="98" y="161"/>
                </a:cubicBezTo>
                <a:cubicBezTo>
                  <a:pt x="98" y="158"/>
                  <a:pt x="97" y="157"/>
                  <a:pt x="94" y="157"/>
                </a:cubicBezTo>
                <a:cubicBezTo>
                  <a:pt x="94" y="157"/>
                  <a:pt x="94" y="157"/>
                  <a:pt x="93" y="158"/>
                </a:cubicBezTo>
                <a:cubicBezTo>
                  <a:pt x="90" y="161"/>
                  <a:pt x="87" y="164"/>
                  <a:pt x="84" y="167"/>
                </a:cubicBezTo>
                <a:cubicBezTo>
                  <a:pt x="82" y="169"/>
                  <a:pt x="80" y="171"/>
                  <a:pt x="78" y="173"/>
                </a:cubicBezTo>
                <a:cubicBezTo>
                  <a:pt x="76" y="174"/>
                  <a:pt x="74" y="175"/>
                  <a:pt x="74" y="175"/>
                </a:cubicBezTo>
                <a:cubicBezTo>
                  <a:pt x="73" y="175"/>
                  <a:pt x="73" y="175"/>
                  <a:pt x="73" y="174"/>
                </a:cubicBezTo>
                <a:cubicBezTo>
                  <a:pt x="73" y="174"/>
                  <a:pt x="73" y="173"/>
                  <a:pt x="73" y="173"/>
                </a:cubicBezTo>
                <a:cubicBezTo>
                  <a:pt x="73" y="172"/>
                  <a:pt x="73" y="172"/>
                  <a:pt x="73" y="172"/>
                </a:cubicBezTo>
                <a:cubicBezTo>
                  <a:pt x="76" y="172"/>
                  <a:pt x="78" y="170"/>
                  <a:pt x="80" y="167"/>
                </a:cubicBezTo>
                <a:cubicBezTo>
                  <a:pt x="83" y="165"/>
                  <a:pt x="85" y="162"/>
                  <a:pt x="87" y="159"/>
                </a:cubicBezTo>
                <a:cubicBezTo>
                  <a:pt x="90" y="156"/>
                  <a:pt x="91" y="153"/>
                  <a:pt x="93" y="150"/>
                </a:cubicBezTo>
                <a:cubicBezTo>
                  <a:pt x="95" y="148"/>
                  <a:pt x="96" y="147"/>
                  <a:pt x="96" y="147"/>
                </a:cubicBezTo>
                <a:cubicBezTo>
                  <a:pt x="97" y="147"/>
                  <a:pt x="97" y="147"/>
                  <a:pt x="97" y="147"/>
                </a:cubicBezTo>
                <a:cubicBezTo>
                  <a:pt x="97" y="148"/>
                  <a:pt x="97" y="148"/>
                  <a:pt x="97" y="148"/>
                </a:cubicBezTo>
                <a:cubicBezTo>
                  <a:pt x="97" y="148"/>
                  <a:pt x="97" y="148"/>
                  <a:pt x="97" y="147"/>
                </a:cubicBezTo>
                <a:cubicBezTo>
                  <a:pt x="97" y="147"/>
                  <a:pt x="98" y="147"/>
                  <a:pt x="98" y="147"/>
                </a:cubicBezTo>
                <a:cubicBezTo>
                  <a:pt x="99" y="142"/>
                  <a:pt x="99" y="142"/>
                  <a:pt x="99" y="142"/>
                </a:cubicBezTo>
                <a:cubicBezTo>
                  <a:pt x="99" y="139"/>
                  <a:pt x="98" y="137"/>
                  <a:pt x="95" y="135"/>
                </a:cubicBezTo>
                <a:cubicBezTo>
                  <a:pt x="95" y="135"/>
                  <a:pt x="94" y="135"/>
                  <a:pt x="93" y="135"/>
                </a:cubicBezTo>
                <a:cubicBezTo>
                  <a:pt x="91" y="135"/>
                  <a:pt x="89" y="134"/>
                  <a:pt x="87" y="132"/>
                </a:cubicBezTo>
                <a:cubicBezTo>
                  <a:pt x="86" y="130"/>
                  <a:pt x="84" y="130"/>
                  <a:pt x="81" y="130"/>
                </a:cubicBezTo>
                <a:cubicBezTo>
                  <a:pt x="80" y="130"/>
                  <a:pt x="79" y="130"/>
                  <a:pt x="79" y="130"/>
                </a:cubicBezTo>
                <a:cubicBezTo>
                  <a:pt x="78" y="130"/>
                  <a:pt x="77" y="130"/>
                  <a:pt x="77" y="130"/>
                </a:cubicBezTo>
                <a:cubicBezTo>
                  <a:pt x="76" y="130"/>
                  <a:pt x="75" y="130"/>
                  <a:pt x="75" y="129"/>
                </a:cubicBezTo>
                <a:cubicBezTo>
                  <a:pt x="75" y="128"/>
                  <a:pt x="75" y="128"/>
                  <a:pt x="76" y="128"/>
                </a:cubicBezTo>
                <a:cubicBezTo>
                  <a:pt x="77" y="127"/>
                  <a:pt x="77" y="127"/>
                  <a:pt x="78" y="127"/>
                </a:cubicBezTo>
                <a:cubicBezTo>
                  <a:pt x="81" y="127"/>
                  <a:pt x="83" y="127"/>
                  <a:pt x="86" y="128"/>
                </a:cubicBezTo>
                <a:cubicBezTo>
                  <a:pt x="88" y="128"/>
                  <a:pt x="90" y="128"/>
                  <a:pt x="93" y="128"/>
                </a:cubicBezTo>
                <a:cubicBezTo>
                  <a:pt x="93" y="126"/>
                  <a:pt x="93" y="124"/>
                  <a:pt x="92" y="122"/>
                </a:cubicBezTo>
                <a:cubicBezTo>
                  <a:pt x="91" y="120"/>
                  <a:pt x="91" y="118"/>
                  <a:pt x="91" y="116"/>
                </a:cubicBezTo>
                <a:cubicBezTo>
                  <a:pt x="91" y="115"/>
                  <a:pt x="91" y="114"/>
                  <a:pt x="92" y="114"/>
                </a:cubicBezTo>
                <a:cubicBezTo>
                  <a:pt x="93" y="114"/>
                  <a:pt x="93" y="114"/>
                  <a:pt x="94" y="115"/>
                </a:cubicBezTo>
                <a:cubicBezTo>
                  <a:pt x="94" y="115"/>
                  <a:pt x="94" y="116"/>
                  <a:pt x="95" y="116"/>
                </a:cubicBezTo>
                <a:cubicBezTo>
                  <a:pt x="95" y="115"/>
                  <a:pt x="95" y="115"/>
                  <a:pt x="95" y="115"/>
                </a:cubicBezTo>
                <a:cubicBezTo>
                  <a:pt x="96" y="115"/>
                  <a:pt x="96" y="115"/>
                  <a:pt x="96" y="115"/>
                </a:cubicBezTo>
                <a:cubicBezTo>
                  <a:pt x="96" y="114"/>
                  <a:pt x="95" y="114"/>
                  <a:pt x="94" y="114"/>
                </a:cubicBezTo>
                <a:cubicBezTo>
                  <a:pt x="93" y="113"/>
                  <a:pt x="92" y="113"/>
                  <a:pt x="91" y="113"/>
                </a:cubicBezTo>
                <a:cubicBezTo>
                  <a:pt x="91" y="114"/>
                  <a:pt x="91" y="114"/>
                  <a:pt x="91" y="114"/>
                </a:cubicBezTo>
                <a:cubicBezTo>
                  <a:pt x="88" y="109"/>
                  <a:pt x="88" y="109"/>
                  <a:pt x="88" y="109"/>
                </a:cubicBezTo>
                <a:cubicBezTo>
                  <a:pt x="87" y="108"/>
                  <a:pt x="84" y="106"/>
                  <a:pt x="81" y="104"/>
                </a:cubicBezTo>
                <a:cubicBezTo>
                  <a:pt x="78" y="102"/>
                  <a:pt x="74" y="99"/>
                  <a:pt x="70" y="96"/>
                </a:cubicBezTo>
                <a:cubicBezTo>
                  <a:pt x="65" y="93"/>
                  <a:pt x="60" y="90"/>
                  <a:pt x="55" y="86"/>
                </a:cubicBezTo>
                <a:cubicBezTo>
                  <a:pt x="40" y="75"/>
                  <a:pt x="40" y="75"/>
                  <a:pt x="40" y="75"/>
                </a:cubicBezTo>
                <a:cubicBezTo>
                  <a:pt x="28" y="67"/>
                  <a:pt x="14" y="58"/>
                  <a:pt x="0" y="48"/>
                </a:cubicBezTo>
                <a:cubicBezTo>
                  <a:pt x="0" y="47"/>
                  <a:pt x="0" y="47"/>
                  <a:pt x="1" y="47"/>
                </a:cubicBezTo>
                <a:cubicBezTo>
                  <a:pt x="2" y="47"/>
                  <a:pt x="2" y="47"/>
                  <a:pt x="3" y="48"/>
                </a:cubicBezTo>
                <a:cubicBezTo>
                  <a:pt x="3" y="49"/>
                  <a:pt x="4" y="50"/>
                  <a:pt x="7" y="52"/>
                </a:cubicBezTo>
                <a:cubicBezTo>
                  <a:pt x="9" y="53"/>
                  <a:pt x="12" y="55"/>
                  <a:pt x="18" y="59"/>
                </a:cubicBezTo>
                <a:cubicBezTo>
                  <a:pt x="23" y="62"/>
                  <a:pt x="29" y="67"/>
                  <a:pt x="36" y="72"/>
                </a:cubicBezTo>
                <a:cubicBezTo>
                  <a:pt x="43" y="77"/>
                  <a:pt x="51" y="82"/>
                  <a:pt x="58" y="87"/>
                </a:cubicBezTo>
                <a:cubicBezTo>
                  <a:pt x="78" y="100"/>
                  <a:pt x="78" y="100"/>
                  <a:pt x="78" y="100"/>
                </a:cubicBezTo>
                <a:cubicBezTo>
                  <a:pt x="78" y="100"/>
                  <a:pt x="78" y="100"/>
                  <a:pt x="79" y="100"/>
                </a:cubicBezTo>
                <a:cubicBezTo>
                  <a:pt x="80" y="100"/>
                  <a:pt x="81" y="100"/>
                  <a:pt x="81" y="101"/>
                </a:cubicBezTo>
                <a:cubicBezTo>
                  <a:pt x="82" y="101"/>
                  <a:pt x="82" y="101"/>
                  <a:pt x="83" y="102"/>
                </a:cubicBezTo>
                <a:cubicBezTo>
                  <a:pt x="83" y="101"/>
                  <a:pt x="84" y="101"/>
                  <a:pt x="84" y="101"/>
                </a:cubicBezTo>
                <a:cubicBezTo>
                  <a:pt x="85" y="101"/>
                  <a:pt x="85" y="101"/>
                  <a:pt x="86" y="102"/>
                </a:cubicBezTo>
                <a:cubicBezTo>
                  <a:pt x="87" y="103"/>
                  <a:pt x="87" y="103"/>
                  <a:pt x="87" y="103"/>
                </a:cubicBezTo>
                <a:cubicBezTo>
                  <a:pt x="85" y="103"/>
                  <a:pt x="85" y="103"/>
                  <a:pt x="85" y="103"/>
                </a:cubicBezTo>
                <a:cubicBezTo>
                  <a:pt x="84" y="103"/>
                  <a:pt x="84" y="103"/>
                  <a:pt x="84" y="103"/>
                </a:cubicBezTo>
                <a:cubicBezTo>
                  <a:pt x="84" y="103"/>
                  <a:pt x="86" y="104"/>
                  <a:pt x="88" y="104"/>
                </a:cubicBezTo>
                <a:cubicBezTo>
                  <a:pt x="91" y="105"/>
                  <a:pt x="93" y="105"/>
                  <a:pt x="96" y="105"/>
                </a:cubicBezTo>
                <a:cubicBezTo>
                  <a:pt x="98" y="105"/>
                  <a:pt x="100" y="104"/>
                  <a:pt x="101" y="103"/>
                </a:cubicBezTo>
                <a:cubicBezTo>
                  <a:pt x="100" y="102"/>
                  <a:pt x="98" y="101"/>
                  <a:pt x="97" y="100"/>
                </a:cubicBezTo>
                <a:cubicBezTo>
                  <a:pt x="95" y="99"/>
                  <a:pt x="94" y="98"/>
                  <a:pt x="94" y="97"/>
                </a:cubicBezTo>
                <a:cubicBezTo>
                  <a:pt x="94" y="97"/>
                  <a:pt x="94" y="96"/>
                  <a:pt x="94" y="96"/>
                </a:cubicBezTo>
                <a:cubicBezTo>
                  <a:pt x="97" y="96"/>
                  <a:pt x="98" y="97"/>
                  <a:pt x="99" y="99"/>
                </a:cubicBezTo>
                <a:cubicBezTo>
                  <a:pt x="101" y="101"/>
                  <a:pt x="103" y="102"/>
                  <a:pt x="105" y="102"/>
                </a:cubicBezTo>
                <a:cubicBezTo>
                  <a:pt x="105" y="102"/>
                  <a:pt x="106" y="101"/>
                  <a:pt x="108" y="99"/>
                </a:cubicBezTo>
                <a:cubicBezTo>
                  <a:pt x="110" y="97"/>
                  <a:pt x="111" y="95"/>
                  <a:pt x="111" y="94"/>
                </a:cubicBezTo>
                <a:cubicBezTo>
                  <a:pt x="111" y="91"/>
                  <a:pt x="110" y="89"/>
                  <a:pt x="108" y="88"/>
                </a:cubicBezTo>
                <a:cubicBezTo>
                  <a:pt x="106" y="87"/>
                  <a:pt x="106" y="85"/>
                  <a:pt x="106" y="83"/>
                </a:cubicBezTo>
                <a:cubicBezTo>
                  <a:pt x="107" y="85"/>
                  <a:pt x="108" y="86"/>
                  <a:pt x="109" y="88"/>
                </a:cubicBezTo>
                <a:cubicBezTo>
                  <a:pt x="110" y="90"/>
                  <a:pt x="111" y="91"/>
                  <a:pt x="113" y="93"/>
                </a:cubicBezTo>
                <a:cubicBezTo>
                  <a:pt x="113" y="92"/>
                  <a:pt x="113" y="92"/>
                  <a:pt x="113" y="92"/>
                </a:cubicBezTo>
                <a:cubicBezTo>
                  <a:pt x="113" y="91"/>
                  <a:pt x="113" y="91"/>
                  <a:pt x="114" y="91"/>
                </a:cubicBezTo>
                <a:cubicBezTo>
                  <a:pt x="114" y="91"/>
                  <a:pt x="115" y="92"/>
                  <a:pt x="116" y="93"/>
                </a:cubicBezTo>
                <a:cubicBezTo>
                  <a:pt x="115" y="93"/>
                  <a:pt x="115" y="93"/>
                  <a:pt x="114" y="93"/>
                </a:cubicBezTo>
                <a:cubicBezTo>
                  <a:pt x="114" y="93"/>
                  <a:pt x="113" y="93"/>
                  <a:pt x="113" y="93"/>
                </a:cubicBezTo>
                <a:cubicBezTo>
                  <a:pt x="113" y="94"/>
                  <a:pt x="114" y="95"/>
                  <a:pt x="115" y="96"/>
                </a:cubicBezTo>
                <a:cubicBezTo>
                  <a:pt x="116" y="96"/>
                  <a:pt x="117" y="97"/>
                  <a:pt x="118" y="97"/>
                </a:cubicBezTo>
                <a:cubicBezTo>
                  <a:pt x="118" y="97"/>
                  <a:pt x="119" y="96"/>
                  <a:pt x="120" y="95"/>
                </a:cubicBezTo>
                <a:cubicBezTo>
                  <a:pt x="122" y="94"/>
                  <a:pt x="123" y="94"/>
                  <a:pt x="124" y="94"/>
                </a:cubicBezTo>
                <a:cubicBezTo>
                  <a:pt x="124" y="94"/>
                  <a:pt x="125" y="94"/>
                  <a:pt x="125" y="95"/>
                </a:cubicBezTo>
                <a:cubicBezTo>
                  <a:pt x="125" y="95"/>
                  <a:pt x="125" y="95"/>
                  <a:pt x="125" y="95"/>
                </a:cubicBezTo>
                <a:cubicBezTo>
                  <a:pt x="124" y="95"/>
                  <a:pt x="124" y="95"/>
                  <a:pt x="124" y="96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5" y="96"/>
                  <a:pt x="126" y="95"/>
                  <a:pt x="126" y="94"/>
                </a:cubicBezTo>
                <a:cubicBezTo>
                  <a:pt x="125" y="91"/>
                  <a:pt x="125" y="88"/>
                  <a:pt x="124" y="85"/>
                </a:cubicBezTo>
                <a:cubicBezTo>
                  <a:pt x="123" y="82"/>
                  <a:pt x="122" y="79"/>
                  <a:pt x="121" y="76"/>
                </a:cubicBezTo>
                <a:cubicBezTo>
                  <a:pt x="120" y="73"/>
                  <a:pt x="119" y="71"/>
                  <a:pt x="118" y="68"/>
                </a:cubicBezTo>
                <a:cubicBezTo>
                  <a:pt x="117" y="66"/>
                  <a:pt x="117" y="64"/>
                  <a:pt x="117" y="62"/>
                </a:cubicBezTo>
                <a:cubicBezTo>
                  <a:pt x="117" y="61"/>
                  <a:pt x="117" y="61"/>
                  <a:pt x="118" y="61"/>
                </a:cubicBezTo>
                <a:cubicBezTo>
                  <a:pt x="122" y="74"/>
                  <a:pt x="122" y="74"/>
                  <a:pt x="122" y="74"/>
                </a:cubicBezTo>
                <a:cubicBezTo>
                  <a:pt x="123" y="78"/>
                  <a:pt x="124" y="81"/>
                  <a:pt x="125" y="85"/>
                </a:cubicBezTo>
                <a:cubicBezTo>
                  <a:pt x="126" y="88"/>
                  <a:pt x="127" y="91"/>
                  <a:pt x="127" y="92"/>
                </a:cubicBezTo>
                <a:cubicBezTo>
                  <a:pt x="131" y="97"/>
                  <a:pt x="131" y="97"/>
                  <a:pt x="131" y="97"/>
                </a:cubicBezTo>
                <a:cubicBezTo>
                  <a:pt x="131" y="97"/>
                  <a:pt x="131" y="97"/>
                  <a:pt x="131" y="97"/>
                </a:cubicBezTo>
                <a:cubicBezTo>
                  <a:pt x="130" y="97"/>
                  <a:pt x="130" y="97"/>
                  <a:pt x="129" y="97"/>
                </a:cubicBezTo>
                <a:cubicBezTo>
                  <a:pt x="129" y="96"/>
                  <a:pt x="128" y="96"/>
                  <a:pt x="128" y="96"/>
                </a:cubicBezTo>
                <a:cubicBezTo>
                  <a:pt x="127" y="96"/>
                  <a:pt x="127" y="96"/>
                  <a:pt x="127" y="96"/>
                </a:cubicBezTo>
                <a:cubicBezTo>
                  <a:pt x="127" y="97"/>
                  <a:pt x="129" y="97"/>
                  <a:pt x="131" y="98"/>
                </a:cubicBezTo>
                <a:cubicBezTo>
                  <a:pt x="134" y="99"/>
                  <a:pt x="136" y="100"/>
                  <a:pt x="139" y="100"/>
                </a:cubicBezTo>
                <a:cubicBezTo>
                  <a:pt x="141" y="100"/>
                  <a:pt x="143" y="99"/>
                  <a:pt x="144" y="97"/>
                </a:cubicBezTo>
                <a:cubicBezTo>
                  <a:pt x="145" y="95"/>
                  <a:pt x="146" y="92"/>
                  <a:pt x="147" y="90"/>
                </a:cubicBezTo>
                <a:cubicBezTo>
                  <a:pt x="149" y="82"/>
                  <a:pt x="149" y="82"/>
                  <a:pt x="149" y="82"/>
                </a:cubicBezTo>
                <a:cubicBezTo>
                  <a:pt x="149" y="80"/>
                  <a:pt x="150" y="79"/>
                  <a:pt x="151" y="79"/>
                </a:cubicBezTo>
                <a:cubicBezTo>
                  <a:pt x="152" y="79"/>
                  <a:pt x="152" y="80"/>
                  <a:pt x="152" y="80"/>
                </a:cubicBezTo>
                <a:cubicBezTo>
                  <a:pt x="152" y="82"/>
                  <a:pt x="151" y="83"/>
                  <a:pt x="151" y="83"/>
                </a:cubicBezTo>
                <a:cubicBezTo>
                  <a:pt x="150" y="84"/>
                  <a:pt x="149" y="85"/>
                  <a:pt x="149" y="86"/>
                </a:cubicBezTo>
                <a:cubicBezTo>
                  <a:pt x="149" y="86"/>
                  <a:pt x="149" y="87"/>
                  <a:pt x="150" y="87"/>
                </a:cubicBezTo>
                <a:cubicBezTo>
                  <a:pt x="150" y="87"/>
                  <a:pt x="150" y="88"/>
                  <a:pt x="150" y="88"/>
                </a:cubicBezTo>
                <a:cubicBezTo>
                  <a:pt x="150" y="88"/>
                  <a:pt x="149" y="90"/>
                  <a:pt x="148" y="92"/>
                </a:cubicBezTo>
                <a:cubicBezTo>
                  <a:pt x="147" y="94"/>
                  <a:pt x="147" y="96"/>
                  <a:pt x="147" y="97"/>
                </a:cubicBezTo>
                <a:cubicBezTo>
                  <a:pt x="147" y="99"/>
                  <a:pt x="148" y="101"/>
                  <a:pt x="149" y="102"/>
                </a:cubicBezTo>
                <a:cubicBezTo>
                  <a:pt x="151" y="103"/>
                  <a:pt x="153" y="103"/>
                  <a:pt x="154" y="104"/>
                </a:cubicBezTo>
                <a:cubicBezTo>
                  <a:pt x="159" y="102"/>
                  <a:pt x="159" y="102"/>
                  <a:pt x="159" y="102"/>
                </a:cubicBezTo>
                <a:cubicBezTo>
                  <a:pt x="160" y="100"/>
                  <a:pt x="162" y="96"/>
                  <a:pt x="166" y="91"/>
                </a:cubicBezTo>
                <a:cubicBezTo>
                  <a:pt x="170" y="85"/>
                  <a:pt x="175" y="79"/>
                  <a:pt x="180" y="71"/>
                </a:cubicBezTo>
                <a:cubicBezTo>
                  <a:pt x="186" y="63"/>
                  <a:pt x="192" y="55"/>
                  <a:pt x="198" y="47"/>
                </a:cubicBezTo>
                <a:cubicBezTo>
                  <a:pt x="204" y="39"/>
                  <a:pt x="209" y="31"/>
                  <a:pt x="214" y="24"/>
                </a:cubicBezTo>
                <a:cubicBezTo>
                  <a:pt x="219" y="17"/>
                  <a:pt x="224" y="12"/>
                  <a:pt x="227" y="7"/>
                </a:cubicBezTo>
                <a:cubicBezTo>
                  <a:pt x="230" y="2"/>
                  <a:pt x="231" y="0"/>
                  <a:pt x="231" y="0"/>
                </a:cubicBezTo>
                <a:cubicBezTo>
                  <a:pt x="232" y="0"/>
                  <a:pt x="233" y="1"/>
                  <a:pt x="233" y="1"/>
                </a:cubicBezTo>
                <a:cubicBezTo>
                  <a:pt x="232" y="4"/>
                  <a:pt x="232" y="6"/>
                  <a:pt x="231" y="7"/>
                </a:cubicBezTo>
                <a:cubicBezTo>
                  <a:pt x="230" y="7"/>
                  <a:pt x="229" y="9"/>
                  <a:pt x="227" y="11"/>
                </a:cubicBezTo>
                <a:cubicBezTo>
                  <a:pt x="226" y="13"/>
                  <a:pt x="224" y="16"/>
                  <a:pt x="221" y="20"/>
                </a:cubicBezTo>
                <a:cubicBezTo>
                  <a:pt x="218" y="25"/>
                  <a:pt x="214" y="30"/>
                  <a:pt x="209" y="36"/>
                </a:cubicBezTo>
                <a:cubicBezTo>
                  <a:pt x="205" y="43"/>
                  <a:pt x="200" y="49"/>
                  <a:pt x="195" y="57"/>
                </a:cubicBezTo>
                <a:cubicBezTo>
                  <a:pt x="180" y="77"/>
                  <a:pt x="180" y="77"/>
                  <a:pt x="180" y="77"/>
                </a:cubicBezTo>
                <a:cubicBezTo>
                  <a:pt x="175" y="84"/>
                  <a:pt x="171" y="90"/>
                  <a:pt x="167" y="95"/>
                </a:cubicBezTo>
                <a:cubicBezTo>
                  <a:pt x="164" y="100"/>
                  <a:pt x="161" y="104"/>
                  <a:pt x="160" y="106"/>
                </a:cubicBezTo>
                <a:cubicBezTo>
                  <a:pt x="160" y="107"/>
                  <a:pt x="161" y="108"/>
                  <a:pt x="161" y="108"/>
                </a:cubicBezTo>
                <a:cubicBezTo>
                  <a:pt x="162" y="109"/>
                  <a:pt x="163" y="109"/>
                  <a:pt x="163" y="110"/>
                </a:cubicBezTo>
                <a:cubicBezTo>
                  <a:pt x="166" y="111"/>
                  <a:pt x="166" y="111"/>
                  <a:pt x="166" y="111"/>
                </a:cubicBezTo>
                <a:cubicBezTo>
                  <a:pt x="166" y="112"/>
                  <a:pt x="165" y="112"/>
                  <a:pt x="165" y="112"/>
                </a:cubicBezTo>
                <a:cubicBezTo>
                  <a:pt x="165" y="113"/>
                  <a:pt x="164" y="113"/>
                  <a:pt x="164" y="113"/>
                </a:cubicBezTo>
                <a:cubicBezTo>
                  <a:pt x="165" y="115"/>
                  <a:pt x="166" y="118"/>
                  <a:pt x="167" y="121"/>
                </a:cubicBezTo>
                <a:cubicBezTo>
                  <a:pt x="167" y="125"/>
                  <a:pt x="168" y="127"/>
                  <a:pt x="168" y="128"/>
                </a:cubicBezTo>
                <a:cubicBezTo>
                  <a:pt x="168" y="130"/>
                  <a:pt x="167" y="131"/>
                  <a:pt x="167" y="132"/>
                </a:cubicBezTo>
                <a:cubicBezTo>
                  <a:pt x="166" y="134"/>
                  <a:pt x="166" y="134"/>
                  <a:pt x="166" y="135"/>
                </a:cubicBezTo>
                <a:cubicBezTo>
                  <a:pt x="166" y="135"/>
                  <a:pt x="166" y="135"/>
                  <a:pt x="166" y="135"/>
                </a:cubicBezTo>
                <a:cubicBezTo>
                  <a:pt x="166" y="135"/>
                  <a:pt x="167" y="135"/>
                  <a:pt x="169" y="134"/>
                </a:cubicBezTo>
                <a:cubicBezTo>
                  <a:pt x="170" y="133"/>
                  <a:pt x="171" y="132"/>
                  <a:pt x="173" y="131"/>
                </a:cubicBezTo>
                <a:cubicBezTo>
                  <a:pt x="177" y="127"/>
                  <a:pt x="177" y="127"/>
                  <a:pt x="177" y="127"/>
                </a:cubicBezTo>
                <a:cubicBezTo>
                  <a:pt x="179" y="126"/>
                  <a:pt x="180" y="125"/>
                  <a:pt x="180" y="125"/>
                </a:cubicBezTo>
                <a:cubicBezTo>
                  <a:pt x="180" y="125"/>
                  <a:pt x="179" y="126"/>
                  <a:pt x="178" y="126"/>
                </a:cubicBezTo>
                <a:cubicBezTo>
                  <a:pt x="177" y="127"/>
                  <a:pt x="177" y="128"/>
                  <a:pt x="177" y="129"/>
                </a:cubicBezTo>
                <a:cubicBezTo>
                  <a:pt x="177" y="130"/>
                  <a:pt x="177" y="130"/>
                  <a:pt x="177" y="130"/>
                </a:cubicBezTo>
                <a:cubicBezTo>
                  <a:pt x="175" y="131"/>
                  <a:pt x="173" y="132"/>
                  <a:pt x="170" y="134"/>
                </a:cubicBezTo>
                <a:cubicBezTo>
                  <a:pt x="167" y="136"/>
                  <a:pt x="165" y="138"/>
                  <a:pt x="165" y="141"/>
                </a:cubicBezTo>
                <a:cubicBezTo>
                  <a:pt x="165" y="141"/>
                  <a:pt x="165" y="141"/>
                  <a:pt x="166" y="142"/>
                </a:cubicBezTo>
                <a:cubicBezTo>
                  <a:pt x="164" y="142"/>
                  <a:pt x="163" y="142"/>
                  <a:pt x="163" y="143"/>
                </a:cubicBezTo>
                <a:cubicBezTo>
                  <a:pt x="163" y="143"/>
                  <a:pt x="164" y="145"/>
                  <a:pt x="166" y="146"/>
                </a:cubicBezTo>
                <a:cubicBezTo>
                  <a:pt x="169" y="148"/>
                  <a:pt x="170" y="150"/>
                  <a:pt x="172" y="152"/>
                </a:cubicBezTo>
                <a:close/>
                <a:moveTo>
                  <a:pt x="144" y="187"/>
                </a:moveTo>
                <a:cubicBezTo>
                  <a:pt x="144" y="186"/>
                  <a:pt x="144" y="186"/>
                  <a:pt x="145" y="186"/>
                </a:cubicBezTo>
                <a:cubicBezTo>
                  <a:pt x="147" y="186"/>
                  <a:pt x="147" y="187"/>
                  <a:pt x="147" y="189"/>
                </a:cubicBezTo>
                <a:cubicBezTo>
                  <a:pt x="147" y="191"/>
                  <a:pt x="146" y="192"/>
                  <a:pt x="144" y="192"/>
                </a:cubicBezTo>
                <a:cubicBezTo>
                  <a:pt x="143" y="192"/>
                  <a:pt x="142" y="191"/>
                  <a:pt x="142" y="189"/>
                </a:cubicBezTo>
                <a:cubicBezTo>
                  <a:pt x="142" y="189"/>
                  <a:pt x="143" y="188"/>
                  <a:pt x="144" y="187"/>
                </a:cubicBezTo>
                <a:close/>
                <a:moveTo>
                  <a:pt x="153" y="199"/>
                </a:moveTo>
                <a:cubicBezTo>
                  <a:pt x="153" y="198"/>
                  <a:pt x="154" y="198"/>
                  <a:pt x="155" y="198"/>
                </a:cubicBezTo>
                <a:cubicBezTo>
                  <a:pt x="155" y="201"/>
                  <a:pt x="155" y="201"/>
                  <a:pt x="155" y="201"/>
                </a:cubicBezTo>
                <a:cubicBezTo>
                  <a:pt x="154" y="201"/>
                  <a:pt x="154" y="201"/>
                  <a:pt x="154" y="201"/>
                </a:cubicBezTo>
                <a:cubicBezTo>
                  <a:pt x="154" y="201"/>
                  <a:pt x="153" y="200"/>
                  <a:pt x="153" y="199"/>
                </a:cubicBezTo>
                <a:close/>
                <a:moveTo>
                  <a:pt x="52" y="116"/>
                </a:moveTo>
                <a:cubicBezTo>
                  <a:pt x="52" y="116"/>
                  <a:pt x="53" y="117"/>
                  <a:pt x="53" y="117"/>
                </a:cubicBezTo>
                <a:cubicBezTo>
                  <a:pt x="52" y="117"/>
                  <a:pt x="52" y="117"/>
                  <a:pt x="52" y="117"/>
                </a:cubicBezTo>
                <a:cubicBezTo>
                  <a:pt x="51" y="117"/>
                  <a:pt x="50" y="117"/>
                  <a:pt x="49" y="117"/>
                </a:cubicBezTo>
                <a:cubicBezTo>
                  <a:pt x="48" y="117"/>
                  <a:pt x="47" y="116"/>
                  <a:pt x="46" y="116"/>
                </a:cubicBezTo>
                <a:cubicBezTo>
                  <a:pt x="48" y="116"/>
                  <a:pt x="50" y="116"/>
                  <a:pt x="52" y="11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43548" tIns="21773" rIns="43548" bIns="21773" anchor="t"/>
          <a:lstStyle/>
          <a:p>
            <a:endParaRPr sz="855"/>
          </a:p>
        </p:txBody>
      </p:sp>
      <p:sp>
        <p:nvSpPr>
          <p:cNvPr id="8" name="Freeform 77"/>
          <p:cNvSpPr>
            <a:spLocks noGrp="1"/>
          </p:cNvSpPr>
          <p:nvPr/>
        </p:nvSpPr>
        <p:spPr>
          <a:xfrm>
            <a:off x="621063" y="420881"/>
            <a:ext cx="503400" cy="722120"/>
          </a:xfrm>
          <a:custGeom>
            <a:avLst/>
            <a:gdLst>
              <a:gd name="T0" fmla="*/ 29 w 100"/>
              <a:gd name="T1" fmla="*/ 129 h 143"/>
              <a:gd name="T2" fmla="*/ 28 w 100"/>
              <a:gd name="T3" fmla="*/ 131 h 143"/>
              <a:gd name="T4" fmla="*/ 92 w 100"/>
              <a:gd name="T5" fmla="*/ 67 h 143"/>
              <a:gd name="T6" fmla="*/ 99 w 100"/>
              <a:gd name="T7" fmla="*/ 74 h 143"/>
              <a:gd name="T8" fmla="*/ 95 w 100"/>
              <a:gd name="T9" fmla="*/ 86 h 143"/>
              <a:gd name="T10" fmla="*/ 95 w 100"/>
              <a:gd name="T11" fmla="*/ 99 h 143"/>
              <a:gd name="T12" fmla="*/ 93 w 100"/>
              <a:gd name="T13" fmla="*/ 105 h 143"/>
              <a:gd name="T14" fmla="*/ 88 w 100"/>
              <a:gd name="T15" fmla="*/ 106 h 143"/>
              <a:gd name="T16" fmla="*/ 86 w 100"/>
              <a:gd name="T17" fmla="*/ 113 h 143"/>
              <a:gd name="T18" fmla="*/ 78 w 100"/>
              <a:gd name="T19" fmla="*/ 120 h 143"/>
              <a:gd name="T20" fmla="*/ 79 w 100"/>
              <a:gd name="T21" fmla="*/ 127 h 143"/>
              <a:gd name="T22" fmla="*/ 85 w 100"/>
              <a:gd name="T23" fmla="*/ 132 h 143"/>
              <a:gd name="T24" fmla="*/ 78 w 100"/>
              <a:gd name="T25" fmla="*/ 132 h 143"/>
              <a:gd name="T26" fmla="*/ 73 w 100"/>
              <a:gd name="T27" fmla="*/ 137 h 143"/>
              <a:gd name="T28" fmla="*/ 68 w 100"/>
              <a:gd name="T29" fmla="*/ 143 h 143"/>
              <a:gd name="T30" fmla="*/ 59 w 100"/>
              <a:gd name="T31" fmla="*/ 141 h 143"/>
              <a:gd name="T32" fmla="*/ 56 w 100"/>
              <a:gd name="T33" fmla="*/ 139 h 143"/>
              <a:gd name="T34" fmla="*/ 49 w 100"/>
              <a:gd name="T35" fmla="*/ 131 h 143"/>
              <a:gd name="T36" fmla="*/ 44 w 100"/>
              <a:gd name="T37" fmla="*/ 128 h 143"/>
              <a:gd name="T38" fmla="*/ 42 w 100"/>
              <a:gd name="T39" fmla="*/ 132 h 143"/>
              <a:gd name="T40" fmla="*/ 37 w 100"/>
              <a:gd name="T41" fmla="*/ 123 h 143"/>
              <a:gd name="T42" fmla="*/ 31 w 100"/>
              <a:gd name="T43" fmla="*/ 127 h 143"/>
              <a:gd name="T44" fmla="*/ 31 w 100"/>
              <a:gd name="T45" fmla="*/ 125 h 143"/>
              <a:gd name="T46" fmla="*/ 21 w 100"/>
              <a:gd name="T47" fmla="*/ 115 h 143"/>
              <a:gd name="T48" fmla="*/ 19 w 100"/>
              <a:gd name="T49" fmla="*/ 103 h 143"/>
              <a:gd name="T50" fmla="*/ 13 w 100"/>
              <a:gd name="T51" fmla="*/ 88 h 143"/>
              <a:gd name="T52" fmla="*/ 15 w 100"/>
              <a:gd name="T53" fmla="*/ 81 h 143"/>
              <a:gd name="T54" fmla="*/ 18 w 100"/>
              <a:gd name="T55" fmla="*/ 68 h 143"/>
              <a:gd name="T56" fmla="*/ 22 w 100"/>
              <a:gd name="T57" fmla="*/ 58 h 143"/>
              <a:gd name="T58" fmla="*/ 28 w 100"/>
              <a:gd name="T59" fmla="*/ 52 h 143"/>
              <a:gd name="T60" fmla="*/ 33 w 100"/>
              <a:gd name="T61" fmla="*/ 52 h 143"/>
              <a:gd name="T62" fmla="*/ 35 w 100"/>
              <a:gd name="T63" fmla="*/ 43 h 143"/>
              <a:gd name="T64" fmla="*/ 37 w 100"/>
              <a:gd name="T65" fmla="*/ 42 h 143"/>
              <a:gd name="T66" fmla="*/ 48 w 100"/>
              <a:gd name="T67" fmla="*/ 44 h 143"/>
              <a:gd name="T68" fmla="*/ 55 w 100"/>
              <a:gd name="T69" fmla="*/ 40 h 143"/>
              <a:gd name="T70" fmla="*/ 58 w 100"/>
              <a:gd name="T71" fmla="*/ 43 h 143"/>
              <a:gd name="T72" fmla="*/ 70 w 100"/>
              <a:gd name="T73" fmla="*/ 46 h 143"/>
              <a:gd name="T74" fmla="*/ 79 w 100"/>
              <a:gd name="T75" fmla="*/ 46 h 143"/>
              <a:gd name="T76" fmla="*/ 81 w 100"/>
              <a:gd name="T77" fmla="*/ 54 h 143"/>
              <a:gd name="T78" fmla="*/ 85 w 100"/>
              <a:gd name="T79" fmla="*/ 57 h 143"/>
              <a:gd name="T80" fmla="*/ 89 w 100"/>
              <a:gd name="T81" fmla="*/ 58 h 143"/>
              <a:gd name="T82" fmla="*/ 94 w 100"/>
              <a:gd name="T83" fmla="*/ 63 h 143"/>
              <a:gd name="T84" fmla="*/ 94 w 100"/>
              <a:gd name="T85" fmla="*/ 65 h 143"/>
              <a:gd name="T86" fmla="*/ 7 w 100"/>
              <a:gd name="T87" fmla="*/ 69 h 143"/>
              <a:gd name="T88" fmla="*/ 10 w 100"/>
              <a:gd name="T89" fmla="*/ 69 h 143"/>
              <a:gd name="T90" fmla="*/ 42 w 100"/>
              <a:gd name="T91" fmla="*/ 138 h 143"/>
              <a:gd name="T92" fmla="*/ 31 w 100"/>
              <a:gd name="T93" fmla="*/ 29 h 143"/>
              <a:gd name="T94" fmla="*/ 40 w 100"/>
              <a:gd name="T95" fmla="*/ 2 h 143"/>
              <a:gd name="T96" fmla="*/ 47 w 100"/>
              <a:gd name="T97" fmla="*/ 15 h 143"/>
              <a:gd name="T98" fmla="*/ 65 w 100"/>
              <a:gd name="T99" fmla="*/ 0 h 143"/>
              <a:gd name="T100" fmla="*/ 71 w 100"/>
              <a:gd name="T101" fmla="*/ 4 h 143"/>
              <a:gd name="T102" fmla="*/ 52 w 100"/>
              <a:gd name="T103" fmla="*/ 15 h 143"/>
              <a:gd name="T104" fmla="*/ 34 w 100"/>
              <a:gd name="T105" fmla="*/ 35 h 143"/>
              <a:gd name="T106" fmla="*/ 19 w 100"/>
              <a:gd name="T107" fmla="*/ 59 h 143"/>
              <a:gd name="T108" fmla="*/ 7 w 100"/>
              <a:gd name="T109" fmla="*/ 100 h 143"/>
              <a:gd name="T110" fmla="*/ 26 w 100"/>
              <a:gd name="T111" fmla="*/ 13 h 143"/>
            </a:gdLst>
            <a:ahLst/>
            <a:cxnLst/>
            <a:rect l="0" t="0" r="r" b="b"/>
            <a:pathLst>
              <a:path w="100" h="143">
                <a:moveTo>
                  <a:pt x="28" y="131"/>
                </a:moveTo>
                <a:cubicBezTo>
                  <a:pt x="29" y="131"/>
                  <a:pt x="29" y="131"/>
                  <a:pt x="29" y="131"/>
                </a:cubicBezTo>
                <a:cubicBezTo>
                  <a:pt x="29" y="131"/>
                  <a:pt x="28" y="131"/>
                  <a:pt x="29" y="131"/>
                </a:cubicBezTo>
                <a:cubicBezTo>
                  <a:pt x="29" y="131"/>
                  <a:pt x="29" y="131"/>
                  <a:pt x="28" y="131"/>
                </a:cubicBezTo>
                <a:close/>
                <a:moveTo>
                  <a:pt x="29" y="129"/>
                </a:moveTo>
                <a:cubicBezTo>
                  <a:pt x="30" y="130"/>
                  <a:pt x="30" y="130"/>
                  <a:pt x="30" y="130"/>
                </a:cubicBezTo>
                <a:cubicBezTo>
                  <a:pt x="29" y="130"/>
                  <a:pt x="29" y="129"/>
                  <a:pt x="29" y="129"/>
                </a:cubicBezTo>
                <a:cubicBezTo>
                  <a:pt x="29" y="129"/>
                  <a:pt x="29" y="129"/>
                  <a:pt x="29" y="129"/>
                </a:cubicBezTo>
                <a:close/>
                <a:moveTo>
                  <a:pt x="28" y="131"/>
                </a:moveTo>
                <a:cubicBezTo>
                  <a:pt x="28" y="133"/>
                  <a:pt x="28" y="133"/>
                  <a:pt x="28" y="133"/>
                </a:cubicBezTo>
                <a:cubicBezTo>
                  <a:pt x="28" y="133"/>
                  <a:pt x="28" y="133"/>
                  <a:pt x="28" y="133"/>
                </a:cubicBezTo>
                <a:cubicBezTo>
                  <a:pt x="27" y="133"/>
                  <a:pt x="27" y="133"/>
                  <a:pt x="27" y="134"/>
                </a:cubicBezTo>
                <a:cubicBezTo>
                  <a:pt x="27" y="133"/>
                  <a:pt x="27" y="133"/>
                  <a:pt x="27" y="133"/>
                </a:cubicBezTo>
                <a:lnTo>
                  <a:pt x="28" y="131"/>
                </a:lnTo>
                <a:close/>
                <a:moveTo>
                  <a:pt x="45" y="126"/>
                </a:moveTo>
                <a:cubicBezTo>
                  <a:pt x="45" y="126"/>
                  <a:pt x="46" y="126"/>
                  <a:pt x="46" y="126"/>
                </a:cubicBezTo>
                <a:cubicBezTo>
                  <a:pt x="46" y="125"/>
                  <a:pt x="46" y="125"/>
                  <a:pt x="46" y="125"/>
                </a:cubicBezTo>
                <a:cubicBezTo>
                  <a:pt x="45" y="125"/>
                  <a:pt x="45" y="126"/>
                  <a:pt x="45" y="127"/>
                </a:cubicBezTo>
                <a:lnTo>
                  <a:pt x="45" y="126"/>
                </a:lnTo>
                <a:close/>
                <a:moveTo>
                  <a:pt x="93" y="67"/>
                </a:moveTo>
                <a:cubicBezTo>
                  <a:pt x="92" y="67"/>
                  <a:pt x="92" y="67"/>
                  <a:pt x="92" y="67"/>
                </a:cubicBezTo>
                <a:cubicBezTo>
                  <a:pt x="92" y="68"/>
                  <a:pt x="92" y="68"/>
                  <a:pt x="92" y="68"/>
                </a:cubicBezTo>
                <a:cubicBezTo>
                  <a:pt x="92" y="68"/>
                  <a:pt x="93" y="69"/>
                  <a:pt x="93" y="70"/>
                </a:cubicBezTo>
                <a:cubicBezTo>
                  <a:pt x="93" y="71"/>
                  <a:pt x="94" y="72"/>
                  <a:pt x="95" y="72"/>
                </a:cubicBezTo>
                <a:cubicBezTo>
                  <a:pt x="95" y="72"/>
                  <a:pt x="95" y="72"/>
                  <a:pt x="95" y="72"/>
                </a:cubicBezTo>
                <a:cubicBezTo>
                  <a:pt x="95" y="72"/>
                  <a:pt x="96" y="72"/>
                  <a:pt x="97" y="72"/>
                </a:cubicBezTo>
                <a:cubicBezTo>
                  <a:pt x="98" y="72"/>
                  <a:pt x="98" y="72"/>
                  <a:pt x="99" y="72"/>
                </a:cubicBezTo>
                <a:cubicBezTo>
                  <a:pt x="99" y="74"/>
                  <a:pt x="99" y="74"/>
                  <a:pt x="99" y="74"/>
                </a:cubicBezTo>
                <a:cubicBezTo>
                  <a:pt x="96" y="74"/>
                  <a:pt x="95" y="75"/>
                  <a:pt x="94" y="77"/>
                </a:cubicBezTo>
                <a:cubicBezTo>
                  <a:pt x="95" y="77"/>
                  <a:pt x="96" y="77"/>
                  <a:pt x="96" y="78"/>
                </a:cubicBezTo>
                <a:cubicBezTo>
                  <a:pt x="96" y="78"/>
                  <a:pt x="96" y="78"/>
                  <a:pt x="97" y="79"/>
                </a:cubicBezTo>
                <a:cubicBezTo>
                  <a:pt x="97" y="79"/>
                  <a:pt x="97" y="80"/>
                  <a:pt x="96" y="80"/>
                </a:cubicBezTo>
                <a:cubicBezTo>
                  <a:pt x="96" y="81"/>
                  <a:pt x="95" y="81"/>
                  <a:pt x="95" y="82"/>
                </a:cubicBezTo>
                <a:cubicBezTo>
                  <a:pt x="95" y="86"/>
                  <a:pt x="95" y="86"/>
                  <a:pt x="95" y="86"/>
                </a:cubicBezTo>
                <a:cubicBezTo>
                  <a:pt x="95" y="86"/>
                  <a:pt x="95" y="86"/>
                  <a:pt x="95" y="86"/>
                </a:cubicBezTo>
                <a:cubicBezTo>
                  <a:pt x="99" y="87"/>
                  <a:pt x="99" y="87"/>
                  <a:pt x="99" y="87"/>
                </a:cubicBezTo>
                <a:cubicBezTo>
                  <a:pt x="99" y="90"/>
                  <a:pt x="99" y="90"/>
                  <a:pt x="99" y="90"/>
                </a:cubicBezTo>
                <a:cubicBezTo>
                  <a:pt x="95" y="91"/>
                  <a:pt x="95" y="91"/>
                  <a:pt x="95" y="91"/>
                </a:cubicBezTo>
                <a:cubicBezTo>
                  <a:pt x="94" y="91"/>
                  <a:pt x="94" y="92"/>
                  <a:pt x="94" y="95"/>
                </a:cubicBezTo>
                <a:cubicBezTo>
                  <a:pt x="94" y="95"/>
                  <a:pt x="95" y="96"/>
                  <a:pt x="95" y="96"/>
                </a:cubicBezTo>
                <a:cubicBezTo>
                  <a:pt x="96" y="97"/>
                  <a:pt x="96" y="97"/>
                  <a:pt x="96" y="97"/>
                </a:cubicBezTo>
                <a:cubicBezTo>
                  <a:pt x="96" y="98"/>
                  <a:pt x="95" y="99"/>
                  <a:pt x="95" y="99"/>
                </a:cubicBezTo>
                <a:cubicBezTo>
                  <a:pt x="93" y="99"/>
                  <a:pt x="93" y="99"/>
                  <a:pt x="93" y="99"/>
                </a:cubicBezTo>
                <a:cubicBezTo>
                  <a:pt x="93" y="99"/>
                  <a:pt x="93" y="99"/>
                  <a:pt x="93" y="99"/>
                </a:cubicBezTo>
                <a:cubicBezTo>
                  <a:pt x="92" y="99"/>
                  <a:pt x="91" y="100"/>
                  <a:pt x="91" y="101"/>
                </a:cubicBezTo>
                <a:cubicBezTo>
                  <a:pt x="91" y="101"/>
                  <a:pt x="91" y="101"/>
                  <a:pt x="91" y="101"/>
                </a:cubicBezTo>
                <a:cubicBezTo>
                  <a:pt x="91" y="103"/>
                  <a:pt x="90" y="104"/>
                  <a:pt x="90" y="105"/>
                </a:cubicBezTo>
                <a:cubicBezTo>
                  <a:pt x="92" y="105"/>
                  <a:pt x="92" y="105"/>
                  <a:pt x="92" y="105"/>
                </a:cubicBezTo>
                <a:cubicBezTo>
                  <a:pt x="92" y="105"/>
                  <a:pt x="93" y="105"/>
                  <a:pt x="93" y="105"/>
                </a:cubicBezTo>
                <a:cubicBezTo>
                  <a:pt x="94" y="106"/>
                  <a:pt x="94" y="106"/>
                  <a:pt x="94" y="108"/>
                </a:cubicBezTo>
                <a:cubicBezTo>
                  <a:pt x="94" y="108"/>
                  <a:pt x="94" y="108"/>
                  <a:pt x="93" y="108"/>
                </a:cubicBezTo>
                <a:cubicBezTo>
                  <a:pt x="93" y="108"/>
                  <a:pt x="93" y="108"/>
                  <a:pt x="93" y="108"/>
                </a:cubicBezTo>
                <a:cubicBezTo>
                  <a:pt x="93" y="108"/>
                  <a:pt x="93" y="108"/>
                  <a:pt x="93" y="108"/>
                </a:cubicBezTo>
                <a:cubicBezTo>
                  <a:pt x="92" y="107"/>
                  <a:pt x="91" y="107"/>
                  <a:pt x="90" y="107"/>
                </a:cubicBezTo>
                <a:cubicBezTo>
                  <a:pt x="90" y="107"/>
                  <a:pt x="89" y="106"/>
                  <a:pt x="88" y="106"/>
                </a:cubicBezTo>
                <a:cubicBezTo>
                  <a:pt x="88" y="106"/>
                  <a:pt x="88" y="106"/>
                  <a:pt x="88" y="106"/>
                </a:cubicBezTo>
                <a:cubicBezTo>
                  <a:pt x="87" y="107"/>
                  <a:pt x="86" y="108"/>
                  <a:pt x="86" y="110"/>
                </a:cubicBezTo>
                <a:cubicBezTo>
                  <a:pt x="86" y="110"/>
                  <a:pt x="86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7" y="111"/>
                  <a:pt x="87" y="111"/>
                  <a:pt x="87" y="111"/>
                </a:cubicBezTo>
                <a:cubicBezTo>
                  <a:pt x="87" y="111"/>
                  <a:pt x="87" y="111"/>
                  <a:pt x="87" y="111"/>
                </a:cubicBezTo>
                <a:cubicBezTo>
                  <a:pt x="87" y="111"/>
                  <a:pt x="86" y="112"/>
                  <a:pt x="86" y="112"/>
                </a:cubicBezTo>
                <a:cubicBezTo>
                  <a:pt x="86" y="112"/>
                  <a:pt x="86" y="112"/>
                  <a:pt x="86" y="113"/>
                </a:cubicBezTo>
                <a:cubicBezTo>
                  <a:pt x="84" y="113"/>
                  <a:pt x="84" y="113"/>
                  <a:pt x="84" y="113"/>
                </a:cubicBezTo>
                <a:cubicBezTo>
                  <a:pt x="83" y="113"/>
                  <a:pt x="83" y="113"/>
                  <a:pt x="82" y="114"/>
                </a:cubicBezTo>
                <a:cubicBezTo>
                  <a:pt x="82" y="115"/>
                  <a:pt x="82" y="116"/>
                  <a:pt x="83" y="117"/>
                </a:cubicBezTo>
                <a:cubicBezTo>
                  <a:pt x="83" y="118"/>
                  <a:pt x="83" y="119"/>
                  <a:pt x="83" y="120"/>
                </a:cubicBezTo>
                <a:cubicBezTo>
                  <a:pt x="82" y="120"/>
                  <a:pt x="82" y="120"/>
                  <a:pt x="82" y="121"/>
                </a:cubicBezTo>
                <a:cubicBezTo>
                  <a:pt x="80" y="121"/>
                  <a:pt x="80" y="121"/>
                  <a:pt x="80" y="121"/>
                </a:cubicBezTo>
                <a:cubicBezTo>
                  <a:pt x="80" y="120"/>
                  <a:pt x="79" y="120"/>
                  <a:pt x="78" y="120"/>
                </a:cubicBezTo>
                <a:cubicBezTo>
                  <a:pt x="78" y="121"/>
                  <a:pt x="78" y="121"/>
                  <a:pt x="78" y="121"/>
                </a:cubicBezTo>
                <a:cubicBezTo>
                  <a:pt x="79" y="121"/>
                  <a:pt x="79" y="122"/>
                  <a:pt x="80" y="122"/>
                </a:cubicBezTo>
                <a:cubicBezTo>
                  <a:pt x="80" y="123"/>
                  <a:pt x="80" y="123"/>
                  <a:pt x="80" y="123"/>
                </a:cubicBezTo>
                <a:cubicBezTo>
                  <a:pt x="79" y="123"/>
                  <a:pt x="79" y="123"/>
                  <a:pt x="79" y="123"/>
                </a:cubicBezTo>
                <a:cubicBezTo>
                  <a:pt x="79" y="123"/>
                  <a:pt x="79" y="124"/>
                  <a:pt x="79" y="124"/>
                </a:cubicBezTo>
                <a:cubicBezTo>
                  <a:pt x="78" y="125"/>
                  <a:pt x="78" y="126"/>
                  <a:pt x="78" y="126"/>
                </a:cubicBezTo>
                <a:cubicBezTo>
                  <a:pt x="78" y="126"/>
                  <a:pt x="78" y="127"/>
                  <a:pt x="79" y="127"/>
                </a:cubicBezTo>
                <a:cubicBezTo>
                  <a:pt x="79" y="127"/>
                  <a:pt x="79" y="127"/>
                  <a:pt x="79" y="128"/>
                </a:cubicBezTo>
                <a:cubicBezTo>
                  <a:pt x="79" y="128"/>
                  <a:pt x="79" y="128"/>
                  <a:pt x="79" y="128"/>
                </a:cubicBezTo>
                <a:cubicBezTo>
                  <a:pt x="79" y="129"/>
                  <a:pt x="79" y="129"/>
                  <a:pt x="79" y="130"/>
                </a:cubicBezTo>
                <a:cubicBezTo>
                  <a:pt x="79" y="130"/>
                  <a:pt x="79" y="130"/>
                  <a:pt x="79" y="130"/>
                </a:cubicBezTo>
                <a:cubicBezTo>
                  <a:pt x="80" y="130"/>
                  <a:pt x="81" y="130"/>
                  <a:pt x="81" y="131"/>
                </a:cubicBezTo>
                <a:cubicBezTo>
                  <a:pt x="81" y="131"/>
                  <a:pt x="81" y="131"/>
                  <a:pt x="81" y="131"/>
                </a:cubicBezTo>
                <a:cubicBezTo>
                  <a:pt x="85" y="132"/>
                  <a:pt x="85" y="132"/>
                  <a:pt x="85" y="132"/>
                </a:cubicBezTo>
                <a:cubicBezTo>
                  <a:pt x="87" y="132"/>
                  <a:pt x="89" y="132"/>
                  <a:pt x="90" y="133"/>
                </a:cubicBezTo>
                <a:cubicBezTo>
                  <a:pt x="90" y="133"/>
                  <a:pt x="90" y="133"/>
                  <a:pt x="90" y="133"/>
                </a:cubicBezTo>
                <a:cubicBezTo>
                  <a:pt x="88" y="133"/>
                  <a:pt x="88" y="133"/>
                  <a:pt x="88" y="133"/>
                </a:cubicBezTo>
                <a:cubicBezTo>
                  <a:pt x="88" y="133"/>
                  <a:pt x="86" y="133"/>
                  <a:pt x="84" y="132"/>
                </a:cubicBezTo>
                <a:cubicBezTo>
                  <a:pt x="81" y="132"/>
                  <a:pt x="79" y="131"/>
                  <a:pt x="79" y="131"/>
                </a:cubicBezTo>
                <a:cubicBezTo>
                  <a:pt x="79" y="132"/>
                  <a:pt x="79" y="132"/>
                  <a:pt x="79" y="132"/>
                </a:cubicBezTo>
                <a:cubicBezTo>
                  <a:pt x="78" y="132"/>
                  <a:pt x="78" y="132"/>
                  <a:pt x="78" y="132"/>
                </a:cubicBezTo>
                <a:cubicBezTo>
                  <a:pt x="77" y="133"/>
                  <a:pt x="77" y="133"/>
                  <a:pt x="76" y="134"/>
                </a:cubicBezTo>
                <a:cubicBezTo>
                  <a:pt x="76" y="134"/>
                  <a:pt x="76" y="135"/>
                  <a:pt x="76" y="136"/>
                </a:cubicBezTo>
                <a:cubicBezTo>
                  <a:pt x="76" y="136"/>
                  <a:pt x="77" y="137"/>
                  <a:pt x="77" y="138"/>
                </a:cubicBezTo>
                <a:cubicBezTo>
                  <a:pt x="76" y="138"/>
                  <a:pt x="76" y="138"/>
                  <a:pt x="76" y="138"/>
                </a:cubicBezTo>
                <a:cubicBezTo>
                  <a:pt x="75" y="137"/>
                  <a:pt x="74" y="137"/>
                  <a:pt x="74" y="137"/>
                </a:cubicBezTo>
                <a:cubicBezTo>
                  <a:pt x="74" y="137"/>
                  <a:pt x="74" y="137"/>
                  <a:pt x="74" y="137"/>
                </a:cubicBezTo>
                <a:cubicBezTo>
                  <a:pt x="73" y="137"/>
                  <a:pt x="73" y="137"/>
                  <a:pt x="73" y="137"/>
                </a:cubicBezTo>
                <a:cubicBezTo>
                  <a:pt x="73" y="138"/>
                  <a:pt x="73" y="138"/>
                  <a:pt x="73" y="139"/>
                </a:cubicBezTo>
                <a:cubicBezTo>
                  <a:pt x="73" y="139"/>
                  <a:pt x="73" y="139"/>
                  <a:pt x="73" y="140"/>
                </a:cubicBezTo>
                <a:cubicBezTo>
                  <a:pt x="70" y="140"/>
                  <a:pt x="70" y="140"/>
                  <a:pt x="70" y="140"/>
                </a:cubicBezTo>
                <a:cubicBezTo>
                  <a:pt x="70" y="140"/>
                  <a:pt x="70" y="140"/>
                  <a:pt x="70" y="140"/>
                </a:cubicBezTo>
                <a:cubicBezTo>
                  <a:pt x="70" y="141"/>
                  <a:pt x="69" y="141"/>
                  <a:pt x="69" y="141"/>
                </a:cubicBezTo>
                <a:cubicBezTo>
                  <a:pt x="69" y="141"/>
                  <a:pt x="69" y="141"/>
                  <a:pt x="69" y="141"/>
                </a:cubicBezTo>
                <a:cubicBezTo>
                  <a:pt x="68" y="142"/>
                  <a:pt x="68" y="143"/>
                  <a:pt x="68" y="143"/>
                </a:cubicBezTo>
                <a:cubicBezTo>
                  <a:pt x="67" y="143"/>
                  <a:pt x="67" y="143"/>
                  <a:pt x="67" y="143"/>
                </a:cubicBezTo>
                <a:cubicBezTo>
                  <a:pt x="67" y="143"/>
                  <a:pt x="66" y="142"/>
                  <a:pt x="66" y="141"/>
                </a:cubicBezTo>
                <a:cubicBezTo>
                  <a:pt x="64" y="141"/>
                  <a:pt x="64" y="141"/>
                  <a:pt x="64" y="141"/>
                </a:cubicBezTo>
                <a:cubicBezTo>
                  <a:pt x="64" y="142"/>
                  <a:pt x="64" y="142"/>
                  <a:pt x="64" y="142"/>
                </a:cubicBezTo>
                <a:cubicBezTo>
                  <a:pt x="63" y="142"/>
                  <a:pt x="63" y="142"/>
                  <a:pt x="62" y="142"/>
                </a:cubicBezTo>
                <a:cubicBezTo>
                  <a:pt x="62" y="142"/>
                  <a:pt x="61" y="141"/>
                  <a:pt x="60" y="141"/>
                </a:cubicBezTo>
                <a:cubicBezTo>
                  <a:pt x="59" y="141"/>
                  <a:pt x="59" y="141"/>
                  <a:pt x="59" y="141"/>
                </a:cubicBezTo>
                <a:cubicBezTo>
                  <a:pt x="59" y="142"/>
                  <a:pt x="58" y="143"/>
                  <a:pt x="58" y="143"/>
                </a:cubicBezTo>
                <a:cubicBezTo>
                  <a:pt x="58" y="143"/>
                  <a:pt x="58" y="143"/>
                  <a:pt x="58" y="143"/>
                </a:cubicBezTo>
                <a:cubicBezTo>
                  <a:pt x="58" y="143"/>
                  <a:pt x="58" y="143"/>
                  <a:pt x="58" y="143"/>
                </a:cubicBezTo>
                <a:cubicBezTo>
                  <a:pt x="58" y="143"/>
                  <a:pt x="58" y="143"/>
                  <a:pt x="58" y="143"/>
                </a:cubicBezTo>
                <a:cubicBezTo>
                  <a:pt x="57" y="141"/>
                  <a:pt x="57" y="141"/>
                  <a:pt x="57" y="141"/>
                </a:cubicBezTo>
                <a:cubicBezTo>
                  <a:pt x="57" y="141"/>
                  <a:pt x="58" y="141"/>
                  <a:pt x="58" y="140"/>
                </a:cubicBezTo>
                <a:cubicBezTo>
                  <a:pt x="57" y="140"/>
                  <a:pt x="56" y="139"/>
                  <a:pt x="56" y="139"/>
                </a:cubicBezTo>
                <a:cubicBezTo>
                  <a:pt x="55" y="138"/>
                  <a:pt x="55" y="138"/>
                  <a:pt x="53" y="138"/>
                </a:cubicBezTo>
                <a:cubicBezTo>
                  <a:pt x="53" y="138"/>
                  <a:pt x="52" y="138"/>
                  <a:pt x="52" y="139"/>
                </a:cubicBezTo>
                <a:cubicBezTo>
                  <a:pt x="52" y="137"/>
                  <a:pt x="52" y="137"/>
                  <a:pt x="52" y="137"/>
                </a:cubicBezTo>
                <a:cubicBezTo>
                  <a:pt x="52" y="137"/>
                  <a:pt x="53" y="136"/>
                  <a:pt x="53" y="135"/>
                </a:cubicBezTo>
                <a:cubicBezTo>
                  <a:pt x="51" y="134"/>
                  <a:pt x="51" y="133"/>
                  <a:pt x="51" y="132"/>
                </a:cubicBezTo>
                <a:cubicBezTo>
                  <a:pt x="50" y="131"/>
                  <a:pt x="50" y="131"/>
                  <a:pt x="50" y="131"/>
                </a:cubicBezTo>
                <a:cubicBezTo>
                  <a:pt x="49" y="131"/>
                  <a:pt x="49" y="131"/>
                  <a:pt x="49" y="131"/>
                </a:cubicBezTo>
                <a:cubicBezTo>
                  <a:pt x="49" y="133"/>
                  <a:pt x="49" y="133"/>
                  <a:pt x="49" y="133"/>
                </a:cubicBezTo>
                <a:cubicBezTo>
                  <a:pt x="48" y="133"/>
                  <a:pt x="48" y="133"/>
                  <a:pt x="48" y="133"/>
                </a:cubicBezTo>
                <a:cubicBezTo>
                  <a:pt x="48" y="131"/>
                  <a:pt x="48" y="129"/>
                  <a:pt x="48" y="128"/>
                </a:cubicBezTo>
                <a:cubicBezTo>
                  <a:pt x="45" y="128"/>
                  <a:pt x="45" y="128"/>
                  <a:pt x="45" y="128"/>
                </a:cubicBezTo>
                <a:cubicBezTo>
                  <a:pt x="46" y="128"/>
                  <a:pt x="46" y="128"/>
                  <a:pt x="46" y="128"/>
                </a:cubicBezTo>
                <a:cubicBezTo>
                  <a:pt x="45" y="127"/>
                  <a:pt x="45" y="127"/>
                  <a:pt x="44" y="127"/>
                </a:cubicBezTo>
                <a:cubicBezTo>
                  <a:pt x="44" y="128"/>
                  <a:pt x="44" y="128"/>
                  <a:pt x="44" y="128"/>
                </a:cubicBezTo>
                <a:cubicBezTo>
                  <a:pt x="44" y="128"/>
                  <a:pt x="44" y="128"/>
                  <a:pt x="44" y="129"/>
                </a:cubicBezTo>
                <a:cubicBezTo>
                  <a:pt x="43" y="129"/>
                  <a:pt x="43" y="129"/>
                  <a:pt x="43" y="129"/>
                </a:cubicBezTo>
                <a:cubicBezTo>
                  <a:pt x="43" y="133"/>
                  <a:pt x="43" y="133"/>
                  <a:pt x="43" y="133"/>
                </a:cubicBezTo>
                <a:cubicBezTo>
                  <a:pt x="43" y="133"/>
                  <a:pt x="42" y="134"/>
                  <a:pt x="42" y="134"/>
                </a:cubicBezTo>
                <a:cubicBezTo>
                  <a:pt x="42" y="135"/>
                  <a:pt x="42" y="136"/>
                  <a:pt x="42" y="136"/>
                </a:cubicBezTo>
                <a:cubicBezTo>
                  <a:pt x="41" y="135"/>
                  <a:pt x="41" y="135"/>
                  <a:pt x="41" y="135"/>
                </a:cubicBezTo>
                <a:cubicBezTo>
                  <a:pt x="42" y="135"/>
                  <a:pt x="42" y="134"/>
                  <a:pt x="42" y="132"/>
                </a:cubicBezTo>
                <a:cubicBezTo>
                  <a:pt x="42" y="129"/>
                  <a:pt x="42" y="129"/>
                  <a:pt x="42" y="129"/>
                </a:cubicBezTo>
                <a:cubicBezTo>
                  <a:pt x="42" y="128"/>
                  <a:pt x="42" y="128"/>
                  <a:pt x="41" y="128"/>
                </a:cubicBezTo>
                <a:cubicBezTo>
                  <a:pt x="41" y="128"/>
                  <a:pt x="40" y="128"/>
                  <a:pt x="40" y="128"/>
                </a:cubicBezTo>
                <a:cubicBezTo>
                  <a:pt x="40" y="125"/>
                  <a:pt x="40" y="125"/>
                  <a:pt x="40" y="125"/>
                </a:cubicBezTo>
                <a:cubicBezTo>
                  <a:pt x="39" y="124"/>
                  <a:pt x="39" y="124"/>
                  <a:pt x="39" y="124"/>
                </a:cubicBezTo>
                <a:cubicBezTo>
                  <a:pt x="38" y="123"/>
                  <a:pt x="38" y="123"/>
                  <a:pt x="38" y="123"/>
                </a:cubicBezTo>
                <a:cubicBezTo>
                  <a:pt x="37" y="123"/>
                  <a:pt x="37" y="123"/>
                  <a:pt x="37" y="123"/>
                </a:cubicBezTo>
                <a:cubicBezTo>
                  <a:pt x="37" y="122"/>
                  <a:pt x="37" y="122"/>
                  <a:pt x="37" y="122"/>
                </a:cubicBezTo>
                <a:cubicBezTo>
                  <a:pt x="35" y="121"/>
                  <a:pt x="35" y="121"/>
                  <a:pt x="35" y="121"/>
                </a:cubicBezTo>
                <a:cubicBezTo>
                  <a:pt x="34" y="122"/>
                  <a:pt x="34" y="122"/>
                  <a:pt x="34" y="123"/>
                </a:cubicBezTo>
                <a:cubicBezTo>
                  <a:pt x="33" y="124"/>
                  <a:pt x="33" y="124"/>
                  <a:pt x="33" y="124"/>
                </a:cubicBezTo>
                <a:cubicBezTo>
                  <a:pt x="33" y="125"/>
                  <a:pt x="32" y="125"/>
                  <a:pt x="32" y="126"/>
                </a:cubicBezTo>
                <a:cubicBezTo>
                  <a:pt x="31" y="126"/>
                  <a:pt x="31" y="126"/>
                  <a:pt x="31" y="126"/>
                </a:cubicBezTo>
                <a:cubicBezTo>
                  <a:pt x="31" y="126"/>
                  <a:pt x="31" y="127"/>
                  <a:pt x="31" y="127"/>
                </a:cubicBezTo>
                <a:cubicBezTo>
                  <a:pt x="31" y="127"/>
                  <a:pt x="30" y="128"/>
                  <a:pt x="30" y="128"/>
                </a:cubicBezTo>
                <a:cubicBezTo>
                  <a:pt x="30" y="127"/>
                  <a:pt x="30" y="127"/>
                  <a:pt x="30" y="127"/>
                </a:cubicBezTo>
                <a:cubicBezTo>
                  <a:pt x="30" y="127"/>
                  <a:pt x="31" y="126"/>
                  <a:pt x="31" y="126"/>
                </a:cubicBezTo>
                <a:cubicBezTo>
                  <a:pt x="30" y="126"/>
                  <a:pt x="30" y="126"/>
                  <a:pt x="31" y="126"/>
                </a:cubicBezTo>
                <a:cubicBezTo>
                  <a:pt x="31" y="126"/>
                  <a:pt x="31" y="126"/>
                  <a:pt x="31" y="126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31" y="124"/>
                  <a:pt x="32" y="123"/>
                  <a:pt x="32" y="122"/>
                </a:cubicBezTo>
                <a:cubicBezTo>
                  <a:pt x="32" y="121"/>
                  <a:pt x="32" y="120"/>
                  <a:pt x="32" y="120"/>
                </a:cubicBezTo>
                <a:cubicBezTo>
                  <a:pt x="32" y="120"/>
                  <a:pt x="32" y="120"/>
                  <a:pt x="32" y="120"/>
                </a:cubicBezTo>
                <a:cubicBezTo>
                  <a:pt x="31" y="118"/>
                  <a:pt x="31" y="117"/>
                  <a:pt x="29" y="117"/>
                </a:cubicBezTo>
                <a:cubicBezTo>
                  <a:pt x="28" y="116"/>
                  <a:pt x="27" y="116"/>
                  <a:pt x="27" y="115"/>
                </a:cubicBezTo>
                <a:cubicBezTo>
                  <a:pt x="23" y="115"/>
                  <a:pt x="23" y="115"/>
                  <a:pt x="23" y="115"/>
                </a:cubicBezTo>
                <a:cubicBezTo>
                  <a:pt x="23" y="115"/>
                  <a:pt x="22" y="115"/>
                  <a:pt x="21" y="115"/>
                </a:cubicBezTo>
                <a:cubicBezTo>
                  <a:pt x="19" y="114"/>
                  <a:pt x="18" y="114"/>
                  <a:pt x="18" y="114"/>
                </a:cubicBezTo>
                <a:cubicBezTo>
                  <a:pt x="18" y="112"/>
                  <a:pt x="19" y="112"/>
                  <a:pt x="19" y="111"/>
                </a:cubicBezTo>
                <a:cubicBezTo>
                  <a:pt x="20" y="110"/>
                  <a:pt x="20" y="109"/>
                  <a:pt x="21" y="108"/>
                </a:cubicBezTo>
                <a:cubicBezTo>
                  <a:pt x="20" y="108"/>
                  <a:pt x="19" y="107"/>
                  <a:pt x="19" y="107"/>
                </a:cubicBezTo>
                <a:cubicBezTo>
                  <a:pt x="18" y="107"/>
                  <a:pt x="18" y="106"/>
                  <a:pt x="18" y="105"/>
                </a:cubicBezTo>
                <a:cubicBezTo>
                  <a:pt x="18" y="104"/>
                  <a:pt x="18" y="104"/>
                  <a:pt x="18" y="104"/>
                </a:cubicBezTo>
                <a:cubicBezTo>
                  <a:pt x="19" y="103"/>
                  <a:pt x="19" y="103"/>
                  <a:pt x="19" y="103"/>
                </a:cubicBezTo>
                <a:cubicBezTo>
                  <a:pt x="18" y="101"/>
                  <a:pt x="18" y="100"/>
                  <a:pt x="17" y="100"/>
                </a:cubicBezTo>
                <a:cubicBezTo>
                  <a:pt x="17" y="100"/>
                  <a:pt x="16" y="100"/>
                  <a:pt x="15" y="99"/>
                </a:cubicBezTo>
                <a:cubicBezTo>
                  <a:pt x="15" y="98"/>
                  <a:pt x="15" y="98"/>
                  <a:pt x="15" y="98"/>
                </a:cubicBezTo>
                <a:cubicBezTo>
                  <a:pt x="15" y="97"/>
                  <a:pt x="16" y="97"/>
                  <a:pt x="16" y="96"/>
                </a:cubicBezTo>
                <a:cubicBezTo>
                  <a:pt x="16" y="95"/>
                  <a:pt x="15" y="94"/>
                  <a:pt x="15" y="93"/>
                </a:cubicBezTo>
                <a:cubicBezTo>
                  <a:pt x="14" y="92"/>
                  <a:pt x="14" y="91"/>
                  <a:pt x="14" y="91"/>
                </a:cubicBezTo>
                <a:cubicBezTo>
                  <a:pt x="14" y="89"/>
                  <a:pt x="13" y="88"/>
                  <a:pt x="13" y="88"/>
                </a:cubicBezTo>
                <a:cubicBezTo>
                  <a:pt x="12" y="88"/>
                  <a:pt x="12" y="88"/>
                  <a:pt x="12" y="88"/>
                </a:cubicBezTo>
                <a:cubicBezTo>
                  <a:pt x="12" y="88"/>
                  <a:pt x="11" y="88"/>
                  <a:pt x="11" y="88"/>
                </a:cubicBezTo>
                <a:cubicBezTo>
                  <a:pt x="11" y="88"/>
                  <a:pt x="11" y="88"/>
                  <a:pt x="11" y="88"/>
                </a:cubicBezTo>
                <a:cubicBezTo>
                  <a:pt x="9" y="88"/>
                  <a:pt x="9" y="87"/>
                  <a:pt x="9" y="86"/>
                </a:cubicBezTo>
                <a:cubicBezTo>
                  <a:pt x="11" y="85"/>
                  <a:pt x="12" y="85"/>
                  <a:pt x="13" y="85"/>
                </a:cubicBezTo>
                <a:cubicBezTo>
                  <a:pt x="14" y="86"/>
                  <a:pt x="14" y="85"/>
                  <a:pt x="14" y="82"/>
                </a:cubicBezTo>
                <a:cubicBezTo>
                  <a:pt x="15" y="81"/>
                  <a:pt x="15" y="81"/>
                  <a:pt x="15" y="81"/>
                </a:cubicBezTo>
                <a:cubicBezTo>
                  <a:pt x="15" y="80"/>
                  <a:pt x="15" y="79"/>
                  <a:pt x="15" y="78"/>
                </a:cubicBezTo>
                <a:cubicBezTo>
                  <a:pt x="15" y="74"/>
                  <a:pt x="15" y="74"/>
                  <a:pt x="15" y="74"/>
                </a:cubicBezTo>
                <a:cubicBezTo>
                  <a:pt x="14" y="73"/>
                  <a:pt x="14" y="73"/>
                  <a:pt x="14" y="73"/>
                </a:cubicBezTo>
                <a:cubicBezTo>
                  <a:pt x="14" y="72"/>
                  <a:pt x="13" y="72"/>
                  <a:pt x="13" y="71"/>
                </a:cubicBezTo>
                <a:cubicBezTo>
                  <a:pt x="14" y="71"/>
                  <a:pt x="14" y="71"/>
                  <a:pt x="14" y="70"/>
                </a:cubicBezTo>
                <a:cubicBezTo>
                  <a:pt x="16" y="70"/>
                  <a:pt x="16" y="70"/>
                  <a:pt x="16" y="70"/>
                </a:cubicBezTo>
                <a:cubicBezTo>
                  <a:pt x="17" y="70"/>
                  <a:pt x="17" y="69"/>
                  <a:pt x="18" y="68"/>
                </a:cubicBezTo>
                <a:cubicBezTo>
                  <a:pt x="19" y="67"/>
                  <a:pt x="20" y="66"/>
                  <a:pt x="20" y="65"/>
                </a:cubicBezTo>
                <a:cubicBezTo>
                  <a:pt x="19" y="64"/>
                  <a:pt x="18" y="63"/>
                  <a:pt x="18" y="62"/>
                </a:cubicBezTo>
                <a:cubicBezTo>
                  <a:pt x="18" y="61"/>
                  <a:pt x="19" y="61"/>
                  <a:pt x="21" y="61"/>
                </a:cubicBezTo>
                <a:cubicBezTo>
                  <a:pt x="21" y="60"/>
                  <a:pt x="21" y="60"/>
                  <a:pt x="21" y="60"/>
                </a:cubicBezTo>
                <a:cubicBezTo>
                  <a:pt x="22" y="60"/>
                  <a:pt x="22" y="60"/>
                  <a:pt x="22" y="60"/>
                </a:cubicBezTo>
                <a:cubicBezTo>
                  <a:pt x="23" y="60"/>
                  <a:pt x="23" y="60"/>
                  <a:pt x="23" y="60"/>
                </a:cubicBezTo>
                <a:cubicBezTo>
                  <a:pt x="22" y="58"/>
                  <a:pt x="22" y="58"/>
                  <a:pt x="22" y="58"/>
                </a:cubicBezTo>
                <a:cubicBezTo>
                  <a:pt x="22" y="57"/>
                  <a:pt x="23" y="56"/>
                  <a:pt x="23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6" y="57"/>
                  <a:pt x="26" y="57"/>
                </a:cubicBezTo>
                <a:cubicBezTo>
                  <a:pt x="26" y="57"/>
                  <a:pt x="26" y="57"/>
                  <a:pt x="26" y="57"/>
                </a:cubicBezTo>
                <a:cubicBezTo>
                  <a:pt x="27" y="57"/>
                  <a:pt x="27" y="56"/>
                  <a:pt x="28" y="55"/>
                </a:cubicBezTo>
                <a:cubicBezTo>
                  <a:pt x="27" y="55"/>
                  <a:pt x="27" y="54"/>
                  <a:pt x="27" y="52"/>
                </a:cubicBezTo>
                <a:cubicBezTo>
                  <a:pt x="27" y="52"/>
                  <a:pt x="28" y="52"/>
                  <a:pt x="28" y="52"/>
                </a:cubicBezTo>
                <a:cubicBezTo>
                  <a:pt x="28" y="52"/>
                  <a:pt x="28" y="52"/>
                  <a:pt x="29" y="52"/>
                </a:cubicBezTo>
                <a:cubicBezTo>
                  <a:pt x="29" y="52"/>
                  <a:pt x="29" y="52"/>
                  <a:pt x="30" y="52"/>
                </a:cubicBezTo>
                <a:cubicBezTo>
                  <a:pt x="30" y="53"/>
                  <a:pt x="30" y="53"/>
                  <a:pt x="30" y="53"/>
                </a:cubicBezTo>
                <a:cubicBezTo>
                  <a:pt x="30" y="53"/>
                  <a:pt x="30" y="53"/>
                  <a:pt x="31" y="53"/>
                </a:cubicBezTo>
                <a:cubicBezTo>
                  <a:pt x="31" y="53"/>
                  <a:pt x="31" y="53"/>
                  <a:pt x="31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2" y="53"/>
                  <a:pt x="33" y="52"/>
                </a:cubicBezTo>
                <a:cubicBezTo>
                  <a:pt x="33" y="52"/>
                  <a:pt x="33" y="52"/>
                  <a:pt x="33" y="52"/>
                </a:cubicBezTo>
                <a:cubicBezTo>
                  <a:pt x="33" y="52"/>
                  <a:pt x="34" y="51"/>
                  <a:pt x="34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5" y="49"/>
                  <a:pt x="35" y="48"/>
                  <a:pt x="36" y="48"/>
                </a:cubicBezTo>
                <a:cubicBezTo>
                  <a:pt x="36" y="48"/>
                  <a:pt x="36" y="48"/>
                  <a:pt x="36" y="48"/>
                </a:cubicBezTo>
                <a:cubicBezTo>
                  <a:pt x="36" y="45"/>
                  <a:pt x="36" y="45"/>
                  <a:pt x="36" y="45"/>
                </a:cubicBezTo>
                <a:cubicBezTo>
                  <a:pt x="36" y="44"/>
                  <a:pt x="35" y="44"/>
                  <a:pt x="35" y="43"/>
                </a:cubicBezTo>
                <a:cubicBezTo>
                  <a:pt x="35" y="43"/>
                  <a:pt x="35" y="42"/>
                  <a:pt x="36" y="42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41"/>
                  <a:pt x="36" y="41"/>
                  <a:pt x="36" y="41"/>
                </a:cubicBezTo>
                <a:cubicBezTo>
                  <a:pt x="36" y="41"/>
                  <a:pt x="36" y="41"/>
                  <a:pt x="36" y="41"/>
                </a:cubicBezTo>
                <a:cubicBezTo>
                  <a:pt x="35" y="41"/>
                  <a:pt x="35" y="41"/>
                  <a:pt x="35" y="40"/>
                </a:cubicBezTo>
                <a:cubicBezTo>
                  <a:pt x="36" y="40"/>
                  <a:pt x="36" y="40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7" y="42"/>
                  <a:pt x="38" y="43"/>
                  <a:pt x="38" y="44"/>
                </a:cubicBezTo>
                <a:cubicBezTo>
                  <a:pt x="40" y="44"/>
                  <a:pt x="40" y="44"/>
                  <a:pt x="40" y="44"/>
                </a:cubicBezTo>
                <a:cubicBezTo>
                  <a:pt x="41" y="46"/>
                  <a:pt x="41" y="46"/>
                  <a:pt x="41" y="46"/>
                </a:cubicBezTo>
                <a:cubicBezTo>
                  <a:pt x="41" y="46"/>
                  <a:pt x="42" y="47"/>
                  <a:pt x="43" y="47"/>
                </a:cubicBezTo>
                <a:cubicBezTo>
                  <a:pt x="44" y="45"/>
                  <a:pt x="44" y="45"/>
                  <a:pt x="44" y="45"/>
                </a:cubicBezTo>
                <a:cubicBezTo>
                  <a:pt x="46" y="44"/>
                  <a:pt x="46" y="44"/>
                  <a:pt x="46" y="44"/>
                </a:cubicBezTo>
                <a:cubicBezTo>
                  <a:pt x="46" y="44"/>
                  <a:pt x="47" y="44"/>
                  <a:pt x="48" y="44"/>
                </a:cubicBezTo>
                <a:cubicBezTo>
                  <a:pt x="48" y="44"/>
                  <a:pt x="49" y="44"/>
                  <a:pt x="50" y="44"/>
                </a:cubicBezTo>
                <a:cubicBezTo>
                  <a:pt x="50" y="43"/>
                  <a:pt x="50" y="43"/>
                  <a:pt x="50" y="43"/>
                </a:cubicBezTo>
                <a:cubicBezTo>
                  <a:pt x="51" y="43"/>
                  <a:pt x="52" y="43"/>
                  <a:pt x="52" y="43"/>
                </a:cubicBezTo>
                <a:cubicBezTo>
                  <a:pt x="53" y="43"/>
                  <a:pt x="53" y="43"/>
                  <a:pt x="55" y="42"/>
                </a:cubicBezTo>
                <a:cubicBezTo>
                  <a:pt x="55" y="42"/>
                  <a:pt x="55" y="42"/>
                  <a:pt x="55" y="42"/>
                </a:cubicBezTo>
                <a:cubicBezTo>
                  <a:pt x="55" y="41"/>
                  <a:pt x="55" y="41"/>
                  <a:pt x="55" y="41"/>
                </a:cubicBezTo>
                <a:cubicBezTo>
                  <a:pt x="55" y="41"/>
                  <a:pt x="55" y="41"/>
                  <a:pt x="55" y="40"/>
                </a:cubicBezTo>
                <a:cubicBezTo>
                  <a:pt x="56" y="37"/>
                  <a:pt x="56" y="37"/>
                  <a:pt x="56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7" y="37"/>
                  <a:pt x="57" y="37"/>
                  <a:pt x="57" y="37"/>
                </a:cubicBezTo>
                <a:cubicBezTo>
                  <a:pt x="57" y="37"/>
                  <a:pt x="57" y="37"/>
                  <a:pt x="57" y="37"/>
                </a:cubicBezTo>
                <a:cubicBezTo>
                  <a:pt x="57" y="37"/>
                  <a:pt x="57" y="37"/>
                  <a:pt x="57" y="38"/>
                </a:cubicBezTo>
                <a:cubicBezTo>
                  <a:pt x="58" y="38"/>
                  <a:pt x="58" y="38"/>
                  <a:pt x="58" y="38"/>
                </a:cubicBezTo>
                <a:cubicBezTo>
                  <a:pt x="58" y="41"/>
                  <a:pt x="58" y="43"/>
                  <a:pt x="58" y="43"/>
                </a:cubicBezTo>
                <a:cubicBezTo>
                  <a:pt x="59" y="44"/>
                  <a:pt x="59" y="44"/>
                  <a:pt x="60" y="44"/>
                </a:cubicBezTo>
                <a:cubicBezTo>
                  <a:pt x="62" y="45"/>
                  <a:pt x="62" y="45"/>
                  <a:pt x="62" y="45"/>
                </a:cubicBezTo>
                <a:cubicBezTo>
                  <a:pt x="63" y="45"/>
                  <a:pt x="63" y="44"/>
                  <a:pt x="64" y="43"/>
                </a:cubicBezTo>
                <a:cubicBezTo>
                  <a:pt x="65" y="43"/>
                  <a:pt x="66" y="42"/>
                  <a:pt x="67" y="42"/>
                </a:cubicBezTo>
                <a:cubicBezTo>
                  <a:pt x="67" y="43"/>
                  <a:pt x="67" y="44"/>
                  <a:pt x="67" y="45"/>
                </a:cubicBezTo>
                <a:cubicBezTo>
                  <a:pt x="67" y="46"/>
                  <a:pt x="68" y="47"/>
                  <a:pt x="69" y="47"/>
                </a:cubicBezTo>
                <a:cubicBezTo>
                  <a:pt x="69" y="46"/>
                  <a:pt x="70" y="46"/>
                  <a:pt x="70" y="46"/>
                </a:cubicBezTo>
                <a:cubicBezTo>
                  <a:pt x="71" y="46"/>
                  <a:pt x="71" y="46"/>
                  <a:pt x="72" y="47"/>
                </a:cubicBezTo>
                <a:cubicBezTo>
                  <a:pt x="72" y="47"/>
                  <a:pt x="73" y="47"/>
                  <a:pt x="73" y="48"/>
                </a:cubicBezTo>
                <a:cubicBezTo>
                  <a:pt x="73" y="47"/>
                  <a:pt x="74" y="47"/>
                  <a:pt x="74" y="47"/>
                </a:cubicBezTo>
                <a:cubicBezTo>
                  <a:pt x="75" y="47"/>
                  <a:pt x="75" y="47"/>
                  <a:pt x="75" y="47"/>
                </a:cubicBezTo>
                <a:cubicBezTo>
                  <a:pt x="77" y="46"/>
                  <a:pt x="77" y="46"/>
                  <a:pt x="77" y="46"/>
                </a:cubicBezTo>
                <a:cubicBezTo>
                  <a:pt x="78" y="45"/>
                  <a:pt x="78" y="45"/>
                  <a:pt x="79" y="45"/>
                </a:cubicBezTo>
                <a:cubicBezTo>
                  <a:pt x="79" y="46"/>
                  <a:pt x="79" y="46"/>
                  <a:pt x="79" y="46"/>
                </a:cubicBezTo>
                <a:cubicBezTo>
                  <a:pt x="78" y="47"/>
                  <a:pt x="78" y="48"/>
                  <a:pt x="78" y="48"/>
                </a:cubicBezTo>
                <a:cubicBezTo>
                  <a:pt x="78" y="49"/>
                  <a:pt x="78" y="49"/>
                  <a:pt x="78" y="49"/>
                </a:cubicBezTo>
                <a:cubicBezTo>
                  <a:pt x="78" y="49"/>
                  <a:pt x="78" y="49"/>
                  <a:pt x="79" y="49"/>
                </a:cubicBezTo>
                <a:cubicBezTo>
                  <a:pt x="79" y="49"/>
                  <a:pt x="80" y="49"/>
                  <a:pt x="80" y="49"/>
                </a:cubicBezTo>
                <a:cubicBezTo>
                  <a:pt x="81" y="49"/>
                  <a:pt x="81" y="49"/>
                  <a:pt x="82" y="49"/>
                </a:cubicBezTo>
                <a:cubicBezTo>
                  <a:pt x="82" y="49"/>
                  <a:pt x="82" y="50"/>
                  <a:pt x="82" y="51"/>
                </a:cubicBezTo>
                <a:cubicBezTo>
                  <a:pt x="82" y="52"/>
                  <a:pt x="81" y="53"/>
                  <a:pt x="81" y="54"/>
                </a:cubicBezTo>
                <a:cubicBezTo>
                  <a:pt x="82" y="54"/>
                  <a:pt x="82" y="54"/>
                  <a:pt x="82" y="54"/>
                </a:cubicBezTo>
                <a:cubicBezTo>
                  <a:pt x="82" y="55"/>
                  <a:pt x="82" y="55"/>
                  <a:pt x="82" y="55"/>
                </a:cubicBezTo>
                <a:cubicBezTo>
                  <a:pt x="83" y="55"/>
                  <a:pt x="83" y="55"/>
                  <a:pt x="83" y="55"/>
                </a:cubicBezTo>
                <a:cubicBezTo>
                  <a:pt x="83" y="55"/>
                  <a:pt x="83" y="55"/>
                  <a:pt x="83" y="55"/>
                </a:cubicBezTo>
                <a:cubicBezTo>
                  <a:pt x="84" y="55"/>
                  <a:pt x="84" y="55"/>
                  <a:pt x="84" y="55"/>
                </a:cubicBezTo>
                <a:cubicBezTo>
                  <a:pt x="84" y="56"/>
                  <a:pt x="84" y="56"/>
                  <a:pt x="84" y="56"/>
                </a:cubicBezTo>
                <a:cubicBezTo>
                  <a:pt x="84" y="57"/>
                  <a:pt x="85" y="57"/>
                  <a:pt x="85" y="57"/>
                </a:cubicBezTo>
                <a:cubicBezTo>
                  <a:pt x="85" y="57"/>
                  <a:pt x="86" y="57"/>
                  <a:pt x="87" y="58"/>
                </a:cubicBezTo>
                <a:cubicBezTo>
                  <a:pt x="88" y="55"/>
                  <a:pt x="89" y="54"/>
                  <a:pt x="91" y="54"/>
                </a:cubicBezTo>
                <a:cubicBezTo>
                  <a:pt x="91" y="55"/>
                  <a:pt x="91" y="56"/>
                  <a:pt x="91" y="57"/>
                </a:cubicBezTo>
                <a:cubicBezTo>
                  <a:pt x="91" y="57"/>
                  <a:pt x="91" y="57"/>
                  <a:pt x="91" y="57"/>
                </a:cubicBezTo>
                <a:cubicBezTo>
                  <a:pt x="90" y="58"/>
                  <a:pt x="90" y="58"/>
                  <a:pt x="90" y="58"/>
                </a:cubicBezTo>
                <a:cubicBezTo>
                  <a:pt x="89" y="58"/>
                  <a:pt x="89" y="58"/>
                  <a:pt x="89" y="58"/>
                </a:cubicBezTo>
                <a:cubicBezTo>
                  <a:pt x="89" y="58"/>
                  <a:pt x="89" y="58"/>
                  <a:pt x="89" y="58"/>
                </a:cubicBezTo>
                <a:cubicBezTo>
                  <a:pt x="88" y="58"/>
                  <a:pt x="88" y="58"/>
                  <a:pt x="88" y="58"/>
                </a:cubicBezTo>
                <a:cubicBezTo>
                  <a:pt x="88" y="60"/>
                  <a:pt x="88" y="61"/>
                  <a:pt x="88" y="62"/>
                </a:cubicBezTo>
                <a:cubicBezTo>
                  <a:pt x="89" y="63"/>
                  <a:pt x="90" y="63"/>
                  <a:pt x="91" y="63"/>
                </a:cubicBezTo>
                <a:cubicBezTo>
                  <a:pt x="91" y="63"/>
                  <a:pt x="91" y="63"/>
                  <a:pt x="91" y="63"/>
                </a:cubicBezTo>
                <a:cubicBezTo>
                  <a:pt x="92" y="63"/>
                  <a:pt x="92" y="63"/>
                  <a:pt x="93" y="63"/>
                </a:cubicBezTo>
                <a:cubicBezTo>
                  <a:pt x="93" y="63"/>
                  <a:pt x="94" y="63"/>
                  <a:pt x="94" y="63"/>
                </a:cubicBezTo>
                <a:cubicBezTo>
                  <a:pt x="94" y="63"/>
                  <a:pt x="94" y="63"/>
                  <a:pt x="94" y="63"/>
                </a:cubicBezTo>
                <a:cubicBezTo>
                  <a:pt x="95" y="63"/>
                  <a:pt x="96" y="63"/>
                  <a:pt x="96" y="62"/>
                </a:cubicBezTo>
                <a:cubicBezTo>
                  <a:pt x="97" y="62"/>
                  <a:pt x="98" y="62"/>
                  <a:pt x="100" y="62"/>
                </a:cubicBezTo>
                <a:cubicBezTo>
                  <a:pt x="100" y="62"/>
                  <a:pt x="100" y="62"/>
                  <a:pt x="100" y="62"/>
                </a:cubicBezTo>
                <a:cubicBezTo>
                  <a:pt x="100" y="62"/>
                  <a:pt x="99" y="62"/>
                  <a:pt x="99" y="62"/>
                </a:cubicBezTo>
                <a:cubicBezTo>
                  <a:pt x="99" y="63"/>
                  <a:pt x="99" y="63"/>
                  <a:pt x="99" y="63"/>
                </a:cubicBezTo>
                <a:cubicBezTo>
                  <a:pt x="98" y="63"/>
                  <a:pt x="98" y="63"/>
                  <a:pt x="98" y="63"/>
                </a:cubicBezTo>
                <a:cubicBezTo>
                  <a:pt x="97" y="63"/>
                  <a:pt x="95" y="64"/>
                  <a:pt x="94" y="65"/>
                </a:cubicBezTo>
                <a:cubicBezTo>
                  <a:pt x="93" y="66"/>
                  <a:pt x="93" y="66"/>
                  <a:pt x="93" y="66"/>
                </a:cubicBezTo>
                <a:lnTo>
                  <a:pt x="93" y="67"/>
                </a:lnTo>
                <a:close/>
                <a:moveTo>
                  <a:pt x="85" y="115"/>
                </a:moveTo>
                <a:cubicBezTo>
                  <a:pt x="85" y="114"/>
                  <a:pt x="86" y="113"/>
                  <a:pt x="88" y="113"/>
                </a:cubicBezTo>
                <a:cubicBezTo>
                  <a:pt x="87" y="114"/>
                  <a:pt x="87" y="115"/>
                  <a:pt x="85" y="115"/>
                </a:cubicBezTo>
                <a:close/>
                <a:moveTo>
                  <a:pt x="9" y="70"/>
                </a:moveTo>
                <a:cubicBezTo>
                  <a:pt x="8" y="69"/>
                  <a:pt x="8" y="69"/>
                  <a:pt x="7" y="69"/>
                </a:cubicBezTo>
                <a:cubicBezTo>
                  <a:pt x="2" y="68"/>
                  <a:pt x="2" y="68"/>
                  <a:pt x="2" y="68"/>
                </a:cubicBezTo>
                <a:cubicBezTo>
                  <a:pt x="2" y="67"/>
                  <a:pt x="2" y="67"/>
                  <a:pt x="1" y="67"/>
                </a:cubicBezTo>
                <a:cubicBezTo>
                  <a:pt x="1" y="67"/>
                  <a:pt x="1" y="67"/>
                  <a:pt x="0" y="67"/>
                </a:cubicBezTo>
                <a:cubicBezTo>
                  <a:pt x="1" y="67"/>
                  <a:pt x="1" y="66"/>
                  <a:pt x="1" y="66"/>
                </a:cubicBezTo>
                <a:cubicBezTo>
                  <a:pt x="2" y="66"/>
                  <a:pt x="4" y="67"/>
                  <a:pt x="6" y="67"/>
                </a:cubicBezTo>
                <a:cubicBezTo>
                  <a:pt x="8" y="67"/>
                  <a:pt x="10" y="68"/>
                  <a:pt x="10" y="69"/>
                </a:cubicBezTo>
                <a:cubicBezTo>
                  <a:pt x="10" y="69"/>
                  <a:pt x="10" y="69"/>
                  <a:pt x="10" y="69"/>
                </a:cubicBezTo>
                <a:cubicBezTo>
                  <a:pt x="10" y="70"/>
                  <a:pt x="10" y="70"/>
                  <a:pt x="10" y="70"/>
                </a:cubicBezTo>
                <a:lnTo>
                  <a:pt x="9" y="70"/>
                </a:lnTo>
                <a:close/>
                <a:moveTo>
                  <a:pt x="30" y="128"/>
                </a:moveTo>
                <a:cubicBezTo>
                  <a:pt x="30" y="129"/>
                  <a:pt x="30" y="129"/>
                  <a:pt x="30" y="129"/>
                </a:cubicBezTo>
                <a:cubicBezTo>
                  <a:pt x="30" y="129"/>
                  <a:pt x="30" y="129"/>
                  <a:pt x="30" y="129"/>
                </a:cubicBezTo>
                <a:cubicBezTo>
                  <a:pt x="30" y="129"/>
                  <a:pt x="30" y="129"/>
                  <a:pt x="30" y="128"/>
                </a:cubicBezTo>
                <a:close/>
                <a:moveTo>
                  <a:pt x="42" y="138"/>
                </a:moveTo>
                <a:cubicBezTo>
                  <a:pt x="42" y="138"/>
                  <a:pt x="41" y="139"/>
                  <a:pt x="41" y="139"/>
                </a:cubicBezTo>
                <a:cubicBezTo>
                  <a:pt x="41" y="139"/>
                  <a:pt x="40" y="139"/>
                  <a:pt x="40" y="138"/>
                </a:cubicBezTo>
                <a:cubicBezTo>
                  <a:pt x="41" y="138"/>
                  <a:pt x="41" y="138"/>
                  <a:pt x="41" y="138"/>
                </a:cubicBezTo>
                <a:cubicBezTo>
                  <a:pt x="41" y="138"/>
                  <a:pt x="41" y="137"/>
                  <a:pt x="41" y="137"/>
                </a:cubicBezTo>
                <a:lnTo>
                  <a:pt x="42" y="138"/>
                </a:lnTo>
                <a:close/>
                <a:moveTo>
                  <a:pt x="33" y="33"/>
                </a:moveTo>
                <a:cubicBezTo>
                  <a:pt x="32" y="32"/>
                  <a:pt x="32" y="31"/>
                  <a:pt x="31" y="29"/>
                </a:cubicBezTo>
                <a:cubicBezTo>
                  <a:pt x="30" y="28"/>
                  <a:pt x="30" y="27"/>
                  <a:pt x="30" y="25"/>
                </a:cubicBezTo>
                <a:cubicBezTo>
                  <a:pt x="31" y="26"/>
                  <a:pt x="31" y="26"/>
                  <a:pt x="31" y="26"/>
                </a:cubicBezTo>
                <a:cubicBezTo>
                  <a:pt x="31" y="27"/>
                  <a:pt x="31" y="27"/>
                  <a:pt x="31" y="28"/>
                </a:cubicBezTo>
                <a:cubicBezTo>
                  <a:pt x="32" y="31"/>
                  <a:pt x="32" y="31"/>
                  <a:pt x="32" y="31"/>
                </a:cubicBezTo>
                <a:cubicBezTo>
                  <a:pt x="33" y="31"/>
                  <a:pt x="33" y="32"/>
                  <a:pt x="33" y="33"/>
                </a:cubicBezTo>
                <a:close/>
                <a:moveTo>
                  <a:pt x="42" y="6"/>
                </a:moveTo>
                <a:cubicBezTo>
                  <a:pt x="41" y="6"/>
                  <a:pt x="40" y="4"/>
                  <a:pt x="40" y="2"/>
                </a:cubicBezTo>
                <a:cubicBezTo>
                  <a:pt x="40" y="1"/>
                  <a:pt x="40" y="0"/>
                  <a:pt x="41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42" y="0"/>
                  <a:pt x="43" y="1"/>
                  <a:pt x="43" y="1"/>
                </a:cubicBezTo>
                <a:cubicBezTo>
                  <a:pt x="43" y="1"/>
                  <a:pt x="43" y="2"/>
                  <a:pt x="43" y="4"/>
                </a:cubicBezTo>
                <a:cubicBezTo>
                  <a:pt x="42" y="4"/>
                  <a:pt x="42" y="5"/>
                  <a:pt x="42" y="6"/>
                </a:cubicBezTo>
                <a:close/>
                <a:moveTo>
                  <a:pt x="49" y="15"/>
                </a:moveTo>
                <a:cubicBezTo>
                  <a:pt x="47" y="15"/>
                  <a:pt x="47" y="15"/>
                  <a:pt x="47" y="15"/>
                </a:cubicBezTo>
                <a:cubicBezTo>
                  <a:pt x="49" y="14"/>
                  <a:pt x="49" y="14"/>
                  <a:pt x="49" y="14"/>
                </a:cubicBezTo>
                <a:lnTo>
                  <a:pt x="49" y="15"/>
                </a:lnTo>
                <a:close/>
                <a:moveTo>
                  <a:pt x="67" y="2"/>
                </a:moveTo>
                <a:cubicBezTo>
                  <a:pt x="66" y="2"/>
                  <a:pt x="66" y="2"/>
                  <a:pt x="66" y="2"/>
                </a:cubicBezTo>
                <a:cubicBezTo>
                  <a:pt x="65" y="2"/>
                  <a:pt x="65" y="1"/>
                  <a:pt x="64" y="1"/>
                </a:cubicBezTo>
                <a:cubicBezTo>
                  <a:pt x="64" y="1"/>
                  <a:pt x="65" y="0"/>
                  <a:pt x="65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6" y="0"/>
                  <a:pt x="68" y="0"/>
                  <a:pt x="69" y="0"/>
                </a:cubicBezTo>
                <a:cubicBezTo>
                  <a:pt x="71" y="1"/>
                  <a:pt x="72" y="2"/>
                  <a:pt x="72" y="2"/>
                </a:cubicBezTo>
                <a:cubicBezTo>
                  <a:pt x="73" y="2"/>
                  <a:pt x="73" y="2"/>
                  <a:pt x="73" y="2"/>
                </a:cubicBezTo>
                <a:cubicBezTo>
                  <a:pt x="73" y="3"/>
                  <a:pt x="73" y="3"/>
                  <a:pt x="73" y="3"/>
                </a:cubicBezTo>
                <a:cubicBezTo>
                  <a:pt x="73" y="4"/>
                  <a:pt x="73" y="4"/>
                  <a:pt x="73" y="4"/>
                </a:cubicBezTo>
                <a:cubicBezTo>
                  <a:pt x="73" y="4"/>
                  <a:pt x="72" y="4"/>
                  <a:pt x="71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0" y="4"/>
                  <a:pt x="70" y="4"/>
                  <a:pt x="69" y="4"/>
                </a:cubicBezTo>
                <a:cubicBezTo>
                  <a:pt x="67" y="3"/>
                  <a:pt x="67" y="3"/>
                  <a:pt x="67" y="3"/>
                </a:cubicBezTo>
                <a:cubicBezTo>
                  <a:pt x="67" y="3"/>
                  <a:pt x="67" y="3"/>
                  <a:pt x="67" y="2"/>
                </a:cubicBezTo>
                <a:close/>
                <a:moveTo>
                  <a:pt x="52" y="15"/>
                </a:moveTo>
                <a:cubicBezTo>
                  <a:pt x="52" y="15"/>
                  <a:pt x="51" y="15"/>
                  <a:pt x="51" y="15"/>
                </a:cubicBezTo>
                <a:cubicBezTo>
                  <a:pt x="50" y="15"/>
                  <a:pt x="50" y="15"/>
                  <a:pt x="49" y="15"/>
                </a:cubicBezTo>
                <a:cubicBezTo>
                  <a:pt x="50" y="15"/>
                  <a:pt x="51" y="15"/>
                  <a:pt x="52" y="15"/>
                </a:cubicBezTo>
                <a:cubicBezTo>
                  <a:pt x="53" y="15"/>
                  <a:pt x="53" y="15"/>
                  <a:pt x="55" y="15"/>
                </a:cubicBezTo>
                <a:cubicBezTo>
                  <a:pt x="55" y="16"/>
                  <a:pt x="55" y="16"/>
                  <a:pt x="55" y="16"/>
                </a:cubicBezTo>
                <a:cubicBezTo>
                  <a:pt x="53" y="16"/>
                  <a:pt x="53" y="16"/>
                  <a:pt x="53" y="16"/>
                </a:cubicBezTo>
                <a:cubicBezTo>
                  <a:pt x="53" y="16"/>
                  <a:pt x="52" y="16"/>
                  <a:pt x="52" y="15"/>
                </a:cubicBezTo>
                <a:close/>
                <a:moveTo>
                  <a:pt x="33" y="35"/>
                </a:moveTo>
                <a:cubicBezTo>
                  <a:pt x="34" y="35"/>
                  <a:pt x="34" y="35"/>
                  <a:pt x="34" y="35"/>
                </a:cubicBezTo>
                <a:cubicBezTo>
                  <a:pt x="34" y="35"/>
                  <a:pt x="34" y="35"/>
                  <a:pt x="34" y="35"/>
                </a:cubicBezTo>
                <a:cubicBezTo>
                  <a:pt x="34" y="35"/>
                  <a:pt x="34" y="36"/>
                  <a:pt x="35" y="36"/>
                </a:cubicBezTo>
                <a:cubicBezTo>
                  <a:pt x="33" y="35"/>
                  <a:pt x="33" y="35"/>
                  <a:pt x="33" y="35"/>
                </a:cubicBezTo>
                <a:cubicBezTo>
                  <a:pt x="33" y="35"/>
                  <a:pt x="33" y="35"/>
                  <a:pt x="33" y="35"/>
                </a:cubicBezTo>
                <a:close/>
                <a:moveTo>
                  <a:pt x="20" y="60"/>
                </a:moveTo>
                <a:cubicBezTo>
                  <a:pt x="20" y="60"/>
                  <a:pt x="20" y="60"/>
                  <a:pt x="20" y="60"/>
                </a:cubicBezTo>
                <a:cubicBezTo>
                  <a:pt x="20" y="60"/>
                  <a:pt x="19" y="60"/>
                  <a:pt x="19" y="60"/>
                </a:cubicBezTo>
                <a:cubicBezTo>
                  <a:pt x="19" y="59"/>
                  <a:pt x="19" y="59"/>
                  <a:pt x="19" y="59"/>
                </a:cubicBezTo>
                <a:cubicBezTo>
                  <a:pt x="20" y="59"/>
                  <a:pt x="20" y="59"/>
                  <a:pt x="20" y="59"/>
                </a:cubicBezTo>
                <a:cubicBezTo>
                  <a:pt x="20" y="59"/>
                  <a:pt x="20" y="60"/>
                  <a:pt x="21" y="60"/>
                </a:cubicBezTo>
                <a:lnTo>
                  <a:pt x="20" y="60"/>
                </a:lnTo>
                <a:close/>
                <a:moveTo>
                  <a:pt x="8" y="99"/>
                </a:moveTo>
                <a:cubicBezTo>
                  <a:pt x="8" y="99"/>
                  <a:pt x="8" y="100"/>
                  <a:pt x="8" y="100"/>
                </a:cubicBezTo>
                <a:cubicBezTo>
                  <a:pt x="8" y="100"/>
                  <a:pt x="8" y="100"/>
                  <a:pt x="8" y="100"/>
                </a:cubicBezTo>
                <a:cubicBezTo>
                  <a:pt x="8" y="100"/>
                  <a:pt x="7" y="100"/>
                  <a:pt x="7" y="100"/>
                </a:cubicBezTo>
                <a:cubicBezTo>
                  <a:pt x="7" y="100"/>
                  <a:pt x="7" y="100"/>
                  <a:pt x="7" y="100"/>
                </a:cubicBezTo>
                <a:lnTo>
                  <a:pt x="8" y="99"/>
                </a:lnTo>
                <a:close/>
                <a:moveTo>
                  <a:pt x="27" y="15"/>
                </a:moveTo>
                <a:cubicBezTo>
                  <a:pt x="26" y="15"/>
                  <a:pt x="25" y="15"/>
                  <a:pt x="25" y="14"/>
                </a:cubicBezTo>
                <a:cubicBezTo>
                  <a:pt x="24" y="14"/>
                  <a:pt x="24" y="13"/>
                  <a:pt x="24" y="12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12"/>
                  <a:pt x="26" y="13"/>
                  <a:pt x="26" y="13"/>
                </a:cubicBezTo>
                <a:cubicBezTo>
                  <a:pt x="27" y="13"/>
                  <a:pt x="27" y="14"/>
                  <a:pt x="27" y="1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43548" tIns="21773" rIns="43548" bIns="21773" anchor="t"/>
          <a:lstStyle/>
          <a:p>
            <a:endParaRPr sz="855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69608" y="351306"/>
            <a:ext cx="11452785" cy="6155388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6" Type="http://schemas.openxmlformats.org/officeDocument/2006/relationships/notesSlide" Target="../notesSlides/notesSlide3.xml"/><Relationship Id="rId25" Type="http://schemas.openxmlformats.org/officeDocument/2006/relationships/slideLayout" Target="../slideLayouts/slideLayout11.xml"/><Relationship Id="rId24" Type="http://schemas.openxmlformats.org/officeDocument/2006/relationships/tags" Target="../tags/tag29.xml"/><Relationship Id="rId23" Type="http://schemas.openxmlformats.org/officeDocument/2006/relationships/tags" Target="../tags/tag28.xml"/><Relationship Id="rId22" Type="http://schemas.openxmlformats.org/officeDocument/2006/relationships/tags" Target="../tags/tag27.xml"/><Relationship Id="rId21" Type="http://schemas.openxmlformats.org/officeDocument/2006/relationships/tags" Target="../tags/tag26.xml"/><Relationship Id="rId20" Type="http://schemas.openxmlformats.org/officeDocument/2006/relationships/tags" Target="../tags/tag25.xml"/><Relationship Id="rId2" Type="http://schemas.openxmlformats.org/officeDocument/2006/relationships/tags" Target="../tags/tag7.xml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1.xml"/><Relationship Id="rId1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>
            <a:spLocks noGrp="1"/>
          </p:cNvSpPr>
          <p:nvPr/>
        </p:nvSpPr>
        <p:spPr>
          <a:xfrm>
            <a:off x="2137779" y="3457127"/>
            <a:ext cx="7916443" cy="5529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30000"/>
              </a:lnSpc>
              <a:buNone/>
              <a:defRPr sz="1650">
                <a:solidFill>
                  <a:srgbClr val="6F7782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650">
                <a:solidFill>
                  <a:srgbClr val="6F7782"/>
                </a:solidFill>
                <a:latin typeface="思源黑体 CN Light"/>
                <a:ea typeface="思源黑体 CN Light"/>
                <a:cs typeface="思源黑体 CN Light"/>
              </a:rPr>
              <a:t>CONV / ZGEMM / TRSM 性能优化</a:t>
            </a:r>
            <a:endParaRPr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4136390" y="4599940"/>
            <a:ext cx="20891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/>
              <a:t>小组</a:t>
            </a:r>
            <a:r>
              <a:t>：</a:t>
            </a:r>
            <a:r>
              <a:rPr lang="zh-CN"/>
              <a:t>水冷散热组</a:t>
            </a:r>
            <a:endParaRPr lang="zh-CN"/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6407099" y="4599637"/>
            <a:ext cx="1981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/>
              <a:t>答辩人</a:t>
            </a:r>
            <a:r>
              <a:t>：</a:t>
            </a:r>
            <a:r>
              <a:rPr lang="zh-CN"/>
              <a:t>曹绚</a:t>
            </a:r>
            <a:endParaRPr lang="zh-CN"/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907493" y="2101463"/>
            <a:ext cx="6377015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buNone/>
              <a:defRPr sz="57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57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HPC101 大作业答辩</a:t>
            </a:r>
            <a:endParaRPr sz="7200" b="1"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982145" y="1672927"/>
            <a:ext cx="2903359" cy="461665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>
              <a:def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1. 题目与验收约束</a:t>
            </a:r>
            <a:endParaRPr sz="2400"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82145" y="2895524"/>
            <a:ext cx="2903359" cy="461665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>
              <a:def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2. 三题优化路径</a:t>
            </a:r>
            <a:endParaRPr sz="2400"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982145" y="4115903"/>
            <a:ext cx="2903359" cy="461665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>
              <a:def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3. 最终成绩与复盘</a:t>
            </a:r>
            <a:endParaRPr sz="2400"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9608" y="351306"/>
            <a:ext cx="11452785" cy="6155388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文本框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922430" y="2341454"/>
            <a:ext cx="1056700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0">
                <a:solidFill>
                  <a:schemeClr val="tx2"/>
                </a:solidFill>
                <a:latin typeface="思源黑体 CN Regular"/>
                <a:ea typeface="思源黑体 CN Regular"/>
                <a:cs typeface="思源黑体 CN Regular"/>
              </a:rPr>
              <a:t>目</a:t>
            </a:r>
            <a:endParaRPr sz="6800"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3" name="文本框 1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922430" y="3377774"/>
            <a:ext cx="1056700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录</a:t>
            </a:r>
            <a:endParaRPr sz="6800"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4" name="Freeform 95"/>
          <p:cNvSpPr>
            <a:spLocks noGrp="1"/>
          </p:cNvSpPr>
          <p:nvPr/>
        </p:nvSpPr>
        <p:spPr>
          <a:xfrm>
            <a:off x="3237311" y="4782772"/>
            <a:ext cx="1483637" cy="1273192"/>
          </a:xfrm>
          <a:custGeom>
            <a:avLst/>
            <a:gdLst>
              <a:gd name="T0" fmla="*/ 176 w 193"/>
              <a:gd name="T1" fmla="*/ 80 h 166"/>
              <a:gd name="T2" fmla="*/ 178 w 193"/>
              <a:gd name="T3" fmla="*/ 87 h 166"/>
              <a:gd name="T4" fmla="*/ 175 w 193"/>
              <a:gd name="T5" fmla="*/ 95 h 166"/>
              <a:gd name="T6" fmla="*/ 174 w 193"/>
              <a:gd name="T7" fmla="*/ 104 h 166"/>
              <a:gd name="T8" fmla="*/ 163 w 193"/>
              <a:gd name="T9" fmla="*/ 112 h 166"/>
              <a:gd name="T10" fmla="*/ 161 w 193"/>
              <a:gd name="T11" fmla="*/ 118 h 166"/>
              <a:gd name="T12" fmla="*/ 154 w 193"/>
              <a:gd name="T13" fmla="*/ 127 h 166"/>
              <a:gd name="T14" fmla="*/ 153 w 193"/>
              <a:gd name="T15" fmla="*/ 134 h 166"/>
              <a:gd name="T16" fmla="*/ 142 w 193"/>
              <a:gd name="T17" fmla="*/ 153 h 166"/>
              <a:gd name="T18" fmla="*/ 132 w 193"/>
              <a:gd name="T19" fmla="*/ 133 h 166"/>
              <a:gd name="T20" fmla="*/ 118 w 193"/>
              <a:gd name="T21" fmla="*/ 128 h 166"/>
              <a:gd name="T22" fmla="*/ 111 w 193"/>
              <a:gd name="T23" fmla="*/ 107 h 166"/>
              <a:gd name="T24" fmla="*/ 110 w 193"/>
              <a:gd name="T25" fmla="*/ 93 h 166"/>
              <a:gd name="T26" fmla="*/ 103 w 193"/>
              <a:gd name="T27" fmla="*/ 87 h 166"/>
              <a:gd name="T28" fmla="*/ 114 w 193"/>
              <a:gd name="T29" fmla="*/ 75 h 166"/>
              <a:gd name="T30" fmla="*/ 103 w 193"/>
              <a:gd name="T31" fmla="*/ 72 h 166"/>
              <a:gd name="T32" fmla="*/ 105 w 193"/>
              <a:gd name="T33" fmla="*/ 65 h 166"/>
              <a:gd name="T34" fmla="*/ 118 w 193"/>
              <a:gd name="T35" fmla="*/ 72 h 166"/>
              <a:gd name="T36" fmla="*/ 119 w 193"/>
              <a:gd name="T37" fmla="*/ 63 h 166"/>
              <a:gd name="T38" fmla="*/ 129 w 193"/>
              <a:gd name="T39" fmla="*/ 57 h 166"/>
              <a:gd name="T40" fmla="*/ 148 w 193"/>
              <a:gd name="T41" fmla="*/ 55 h 166"/>
              <a:gd name="T42" fmla="*/ 161 w 193"/>
              <a:gd name="T43" fmla="*/ 61 h 166"/>
              <a:gd name="T44" fmla="*/ 44 w 193"/>
              <a:gd name="T45" fmla="*/ 13 h 166"/>
              <a:gd name="T46" fmla="*/ 50 w 193"/>
              <a:gd name="T47" fmla="*/ 24 h 166"/>
              <a:gd name="T48" fmla="*/ 32 w 193"/>
              <a:gd name="T49" fmla="*/ 37 h 166"/>
              <a:gd name="T50" fmla="*/ 23 w 193"/>
              <a:gd name="T51" fmla="*/ 42 h 166"/>
              <a:gd name="T52" fmla="*/ 8 w 193"/>
              <a:gd name="T53" fmla="*/ 42 h 166"/>
              <a:gd name="T54" fmla="*/ 15 w 193"/>
              <a:gd name="T55" fmla="*/ 27 h 166"/>
              <a:gd name="T56" fmla="*/ 25 w 193"/>
              <a:gd name="T57" fmla="*/ 23 h 166"/>
              <a:gd name="T58" fmla="*/ 44 w 193"/>
              <a:gd name="T59" fmla="*/ 13 h 166"/>
              <a:gd name="T60" fmla="*/ 153 w 193"/>
              <a:gd name="T61" fmla="*/ 19 h 166"/>
              <a:gd name="T62" fmla="*/ 158 w 193"/>
              <a:gd name="T63" fmla="*/ 25 h 166"/>
              <a:gd name="T64" fmla="*/ 157 w 193"/>
              <a:gd name="T65" fmla="*/ 37 h 166"/>
              <a:gd name="T66" fmla="*/ 149 w 193"/>
              <a:gd name="T67" fmla="*/ 43 h 166"/>
              <a:gd name="T68" fmla="*/ 142 w 193"/>
              <a:gd name="T69" fmla="*/ 47 h 166"/>
              <a:gd name="T70" fmla="*/ 131 w 193"/>
              <a:gd name="T71" fmla="*/ 29 h 166"/>
              <a:gd name="T72" fmla="*/ 144 w 193"/>
              <a:gd name="T73" fmla="*/ 20 h 166"/>
              <a:gd name="T74" fmla="*/ 187 w 193"/>
              <a:gd name="T75" fmla="*/ 147 h 166"/>
              <a:gd name="T76" fmla="*/ 16 w 193"/>
              <a:gd name="T77" fmla="*/ 20 h 166"/>
              <a:gd name="T78" fmla="*/ 187 w 193"/>
              <a:gd name="T79" fmla="*/ 94 h 166"/>
              <a:gd name="T80" fmla="*/ 111 w 193"/>
              <a:gd name="T81" fmla="*/ 139 h 166"/>
              <a:gd name="T82" fmla="*/ 42 w 193"/>
              <a:gd name="T83" fmla="*/ 1 h 166"/>
              <a:gd name="T84" fmla="*/ 134 w 193"/>
              <a:gd name="T85" fmla="*/ 155 h 166"/>
              <a:gd name="T86" fmla="*/ 98 w 193"/>
              <a:gd name="T87" fmla="*/ 59 h 166"/>
              <a:gd name="T88" fmla="*/ 95 w 193"/>
              <a:gd name="T89" fmla="*/ 75 h 166"/>
              <a:gd name="T90" fmla="*/ 6 w 193"/>
              <a:gd name="T91" fmla="*/ 43 h 166"/>
              <a:gd name="T92" fmla="*/ 167 w 193"/>
              <a:gd name="T93" fmla="*/ 112 h 166"/>
              <a:gd name="T94" fmla="*/ 168 w 193"/>
              <a:gd name="T95" fmla="*/ 64 h 166"/>
              <a:gd name="T96" fmla="*/ 125 w 193"/>
              <a:gd name="T97" fmla="*/ 36 h 166"/>
              <a:gd name="T98" fmla="*/ 129 w 193"/>
              <a:gd name="T99" fmla="*/ 45 h 166"/>
              <a:gd name="T100" fmla="*/ 184 w 193"/>
              <a:gd name="T101" fmla="*/ 104 h 166"/>
              <a:gd name="T102" fmla="*/ 84 w 193"/>
              <a:gd name="T103" fmla="*/ 58 h 166"/>
              <a:gd name="T104" fmla="*/ 110 w 193"/>
              <a:gd name="T105" fmla="*/ 61 h 166"/>
              <a:gd name="T106" fmla="*/ 60 w 193"/>
              <a:gd name="T107" fmla="*/ 84 h 166"/>
              <a:gd name="T108" fmla="*/ 146 w 193"/>
              <a:gd name="T109" fmla="*/ 45 h 166"/>
              <a:gd name="T110" fmla="*/ 28 w 193"/>
              <a:gd name="T111" fmla="*/ 34 h 166"/>
              <a:gd name="T112" fmla="*/ 130 w 193"/>
              <a:gd name="T113" fmla="*/ 49 h 166"/>
            </a:gdLst>
            <a:ahLst/>
            <a:cxnLst/>
            <a:rect l="0" t="0" r="r" b="b"/>
            <a:pathLst>
              <a:path w="193" h="166">
                <a:moveTo>
                  <a:pt x="168" y="64"/>
                </a:moveTo>
                <a:cubicBezTo>
                  <a:pt x="168" y="65"/>
                  <a:pt x="168" y="65"/>
                  <a:pt x="168" y="65"/>
                </a:cubicBezTo>
                <a:cubicBezTo>
                  <a:pt x="168" y="65"/>
                  <a:pt x="168" y="66"/>
                  <a:pt x="169" y="66"/>
                </a:cubicBezTo>
                <a:cubicBezTo>
                  <a:pt x="168" y="66"/>
                  <a:pt x="168" y="66"/>
                  <a:pt x="168" y="67"/>
                </a:cubicBezTo>
                <a:cubicBezTo>
                  <a:pt x="168" y="70"/>
                  <a:pt x="169" y="71"/>
                  <a:pt x="172" y="71"/>
                </a:cubicBezTo>
                <a:cubicBezTo>
                  <a:pt x="174" y="72"/>
                  <a:pt x="175" y="72"/>
                  <a:pt x="175" y="73"/>
                </a:cubicBezTo>
                <a:cubicBezTo>
                  <a:pt x="175" y="75"/>
                  <a:pt x="175" y="76"/>
                  <a:pt x="174" y="76"/>
                </a:cubicBezTo>
                <a:cubicBezTo>
                  <a:pt x="174" y="77"/>
                  <a:pt x="174" y="78"/>
                  <a:pt x="174" y="79"/>
                </a:cubicBezTo>
                <a:cubicBezTo>
                  <a:pt x="174" y="80"/>
                  <a:pt x="174" y="80"/>
                  <a:pt x="176" y="80"/>
                </a:cubicBezTo>
                <a:cubicBezTo>
                  <a:pt x="177" y="80"/>
                  <a:pt x="178" y="80"/>
                  <a:pt x="178" y="81"/>
                </a:cubicBezTo>
                <a:cubicBezTo>
                  <a:pt x="178" y="81"/>
                  <a:pt x="177" y="81"/>
                  <a:pt x="177" y="82"/>
                </a:cubicBezTo>
                <a:cubicBezTo>
                  <a:pt x="176" y="82"/>
                  <a:pt x="175" y="83"/>
                  <a:pt x="175" y="84"/>
                </a:cubicBezTo>
                <a:cubicBezTo>
                  <a:pt x="175" y="84"/>
                  <a:pt x="175" y="85"/>
                  <a:pt x="175" y="85"/>
                </a:cubicBezTo>
                <a:cubicBezTo>
                  <a:pt x="175" y="85"/>
                  <a:pt x="176" y="85"/>
                  <a:pt x="176" y="86"/>
                </a:cubicBezTo>
                <a:cubicBezTo>
                  <a:pt x="176" y="86"/>
                  <a:pt x="175" y="87"/>
                  <a:pt x="175" y="87"/>
                </a:cubicBezTo>
                <a:cubicBezTo>
                  <a:pt x="175" y="87"/>
                  <a:pt x="175" y="87"/>
                  <a:pt x="175" y="88"/>
                </a:cubicBezTo>
                <a:cubicBezTo>
                  <a:pt x="175" y="88"/>
                  <a:pt x="176" y="88"/>
                  <a:pt x="177" y="87"/>
                </a:cubicBezTo>
                <a:cubicBezTo>
                  <a:pt x="177" y="87"/>
                  <a:pt x="178" y="87"/>
                  <a:pt x="178" y="87"/>
                </a:cubicBezTo>
                <a:cubicBezTo>
                  <a:pt x="179" y="87"/>
                  <a:pt x="179" y="87"/>
                  <a:pt x="180" y="87"/>
                </a:cubicBezTo>
                <a:cubicBezTo>
                  <a:pt x="180" y="87"/>
                  <a:pt x="181" y="88"/>
                  <a:pt x="181" y="89"/>
                </a:cubicBezTo>
                <a:cubicBezTo>
                  <a:pt x="181" y="89"/>
                  <a:pt x="180" y="89"/>
                  <a:pt x="180" y="90"/>
                </a:cubicBezTo>
                <a:cubicBezTo>
                  <a:pt x="179" y="90"/>
                  <a:pt x="179" y="90"/>
                  <a:pt x="178" y="90"/>
                </a:cubicBezTo>
                <a:cubicBezTo>
                  <a:pt x="177" y="90"/>
                  <a:pt x="176" y="89"/>
                  <a:pt x="174" y="88"/>
                </a:cubicBezTo>
                <a:cubicBezTo>
                  <a:pt x="174" y="88"/>
                  <a:pt x="174" y="88"/>
                  <a:pt x="174" y="89"/>
                </a:cubicBezTo>
                <a:cubicBezTo>
                  <a:pt x="174" y="90"/>
                  <a:pt x="175" y="91"/>
                  <a:pt x="176" y="91"/>
                </a:cubicBezTo>
                <a:cubicBezTo>
                  <a:pt x="178" y="90"/>
                  <a:pt x="178" y="91"/>
                  <a:pt x="178" y="92"/>
                </a:cubicBezTo>
                <a:cubicBezTo>
                  <a:pt x="178" y="92"/>
                  <a:pt x="177" y="93"/>
                  <a:pt x="175" y="95"/>
                </a:cubicBezTo>
                <a:cubicBezTo>
                  <a:pt x="172" y="96"/>
                  <a:pt x="171" y="97"/>
                  <a:pt x="171" y="99"/>
                </a:cubicBezTo>
                <a:cubicBezTo>
                  <a:pt x="171" y="100"/>
                  <a:pt x="172" y="100"/>
                  <a:pt x="173" y="101"/>
                </a:cubicBezTo>
                <a:cubicBezTo>
                  <a:pt x="174" y="101"/>
                  <a:pt x="175" y="101"/>
                  <a:pt x="176" y="101"/>
                </a:cubicBezTo>
                <a:cubicBezTo>
                  <a:pt x="176" y="101"/>
                  <a:pt x="176" y="101"/>
                  <a:pt x="176" y="101"/>
                </a:cubicBezTo>
                <a:cubicBezTo>
                  <a:pt x="176" y="101"/>
                  <a:pt x="178" y="101"/>
                  <a:pt x="179" y="101"/>
                </a:cubicBezTo>
                <a:cubicBezTo>
                  <a:pt x="181" y="101"/>
                  <a:pt x="182" y="102"/>
                  <a:pt x="182" y="103"/>
                </a:cubicBezTo>
                <a:cubicBezTo>
                  <a:pt x="182" y="104"/>
                  <a:pt x="181" y="104"/>
                  <a:pt x="180" y="105"/>
                </a:cubicBezTo>
                <a:cubicBezTo>
                  <a:pt x="179" y="105"/>
                  <a:pt x="177" y="106"/>
                  <a:pt x="176" y="106"/>
                </a:cubicBezTo>
                <a:cubicBezTo>
                  <a:pt x="175" y="105"/>
                  <a:pt x="174" y="105"/>
                  <a:pt x="174" y="104"/>
                </a:cubicBezTo>
                <a:cubicBezTo>
                  <a:pt x="173" y="103"/>
                  <a:pt x="173" y="103"/>
                  <a:pt x="172" y="102"/>
                </a:cubicBezTo>
                <a:cubicBezTo>
                  <a:pt x="171" y="102"/>
                  <a:pt x="170" y="103"/>
                  <a:pt x="170" y="104"/>
                </a:cubicBezTo>
                <a:cubicBezTo>
                  <a:pt x="170" y="104"/>
                  <a:pt x="171" y="105"/>
                  <a:pt x="171" y="105"/>
                </a:cubicBezTo>
                <a:cubicBezTo>
                  <a:pt x="171" y="105"/>
                  <a:pt x="170" y="105"/>
                  <a:pt x="170" y="105"/>
                </a:cubicBezTo>
                <a:cubicBezTo>
                  <a:pt x="171" y="107"/>
                  <a:pt x="171" y="108"/>
                  <a:pt x="171" y="109"/>
                </a:cubicBezTo>
                <a:cubicBezTo>
                  <a:pt x="170" y="109"/>
                  <a:pt x="170" y="109"/>
                  <a:pt x="169" y="109"/>
                </a:cubicBezTo>
                <a:cubicBezTo>
                  <a:pt x="169" y="109"/>
                  <a:pt x="168" y="109"/>
                  <a:pt x="167" y="109"/>
                </a:cubicBezTo>
                <a:cubicBezTo>
                  <a:pt x="166" y="109"/>
                  <a:pt x="165" y="109"/>
                  <a:pt x="164" y="110"/>
                </a:cubicBezTo>
                <a:cubicBezTo>
                  <a:pt x="163" y="110"/>
                  <a:pt x="163" y="111"/>
                  <a:pt x="163" y="112"/>
                </a:cubicBezTo>
                <a:cubicBezTo>
                  <a:pt x="162" y="112"/>
                  <a:pt x="162" y="112"/>
                  <a:pt x="162" y="112"/>
                </a:cubicBezTo>
                <a:cubicBezTo>
                  <a:pt x="162" y="112"/>
                  <a:pt x="162" y="112"/>
                  <a:pt x="162" y="113"/>
                </a:cubicBezTo>
                <a:cubicBezTo>
                  <a:pt x="162" y="114"/>
                  <a:pt x="162" y="114"/>
                  <a:pt x="162" y="114"/>
                </a:cubicBezTo>
                <a:cubicBezTo>
                  <a:pt x="165" y="118"/>
                  <a:pt x="167" y="122"/>
                  <a:pt x="170" y="127"/>
                </a:cubicBezTo>
                <a:cubicBezTo>
                  <a:pt x="177" y="140"/>
                  <a:pt x="177" y="140"/>
                  <a:pt x="177" y="140"/>
                </a:cubicBezTo>
                <a:cubicBezTo>
                  <a:pt x="176" y="140"/>
                  <a:pt x="175" y="139"/>
                  <a:pt x="174" y="137"/>
                </a:cubicBezTo>
                <a:cubicBezTo>
                  <a:pt x="172" y="135"/>
                  <a:pt x="171" y="133"/>
                  <a:pt x="169" y="130"/>
                </a:cubicBezTo>
                <a:cubicBezTo>
                  <a:pt x="167" y="127"/>
                  <a:pt x="165" y="124"/>
                  <a:pt x="163" y="120"/>
                </a:cubicBezTo>
                <a:cubicBezTo>
                  <a:pt x="162" y="118"/>
                  <a:pt x="161" y="118"/>
                  <a:pt x="161" y="118"/>
                </a:cubicBezTo>
                <a:cubicBezTo>
                  <a:pt x="160" y="118"/>
                  <a:pt x="160" y="118"/>
                  <a:pt x="159" y="119"/>
                </a:cubicBezTo>
                <a:cubicBezTo>
                  <a:pt x="158" y="120"/>
                  <a:pt x="157" y="121"/>
                  <a:pt x="157" y="122"/>
                </a:cubicBezTo>
                <a:cubicBezTo>
                  <a:pt x="157" y="122"/>
                  <a:pt x="157" y="123"/>
                  <a:pt x="158" y="124"/>
                </a:cubicBezTo>
                <a:cubicBezTo>
                  <a:pt x="158" y="125"/>
                  <a:pt x="158" y="125"/>
                  <a:pt x="158" y="126"/>
                </a:cubicBezTo>
                <a:cubicBezTo>
                  <a:pt x="158" y="127"/>
                  <a:pt x="158" y="127"/>
                  <a:pt x="157" y="127"/>
                </a:cubicBezTo>
                <a:cubicBezTo>
                  <a:pt x="157" y="127"/>
                  <a:pt x="157" y="127"/>
                  <a:pt x="157" y="126"/>
                </a:cubicBezTo>
                <a:cubicBezTo>
                  <a:pt x="157" y="126"/>
                  <a:pt x="156" y="125"/>
                  <a:pt x="156" y="125"/>
                </a:cubicBezTo>
                <a:cubicBezTo>
                  <a:pt x="155" y="126"/>
                  <a:pt x="155" y="126"/>
                  <a:pt x="154" y="127"/>
                </a:cubicBezTo>
                <a:cubicBezTo>
                  <a:pt x="154" y="127"/>
                  <a:pt x="154" y="127"/>
                  <a:pt x="154" y="127"/>
                </a:cubicBezTo>
                <a:cubicBezTo>
                  <a:pt x="153" y="128"/>
                  <a:pt x="153" y="128"/>
                  <a:pt x="153" y="128"/>
                </a:cubicBezTo>
                <a:cubicBezTo>
                  <a:pt x="153" y="129"/>
                  <a:pt x="153" y="129"/>
                  <a:pt x="153" y="130"/>
                </a:cubicBezTo>
                <a:cubicBezTo>
                  <a:pt x="154" y="131"/>
                  <a:pt x="154" y="132"/>
                  <a:pt x="154" y="133"/>
                </a:cubicBezTo>
                <a:cubicBezTo>
                  <a:pt x="154" y="132"/>
                  <a:pt x="155" y="132"/>
                  <a:pt x="156" y="132"/>
                </a:cubicBezTo>
                <a:cubicBezTo>
                  <a:pt x="158" y="132"/>
                  <a:pt x="159" y="133"/>
                  <a:pt x="159" y="134"/>
                </a:cubicBezTo>
                <a:cubicBezTo>
                  <a:pt x="159" y="135"/>
                  <a:pt x="158" y="135"/>
                  <a:pt x="158" y="136"/>
                </a:cubicBezTo>
                <a:cubicBezTo>
                  <a:pt x="158" y="136"/>
                  <a:pt x="157" y="137"/>
                  <a:pt x="156" y="137"/>
                </a:cubicBezTo>
                <a:cubicBezTo>
                  <a:pt x="156" y="136"/>
                  <a:pt x="155" y="136"/>
                  <a:pt x="155" y="135"/>
                </a:cubicBezTo>
                <a:cubicBezTo>
                  <a:pt x="154" y="135"/>
                  <a:pt x="154" y="135"/>
                  <a:pt x="153" y="134"/>
                </a:cubicBezTo>
                <a:cubicBezTo>
                  <a:pt x="153" y="135"/>
                  <a:pt x="152" y="135"/>
                  <a:pt x="150" y="135"/>
                </a:cubicBezTo>
                <a:cubicBezTo>
                  <a:pt x="149" y="135"/>
                  <a:pt x="148" y="135"/>
                  <a:pt x="148" y="135"/>
                </a:cubicBezTo>
                <a:cubicBezTo>
                  <a:pt x="147" y="135"/>
                  <a:pt x="146" y="135"/>
                  <a:pt x="146" y="134"/>
                </a:cubicBezTo>
                <a:cubicBezTo>
                  <a:pt x="146" y="133"/>
                  <a:pt x="146" y="133"/>
                  <a:pt x="146" y="133"/>
                </a:cubicBezTo>
                <a:cubicBezTo>
                  <a:pt x="144" y="133"/>
                  <a:pt x="143" y="134"/>
                  <a:pt x="143" y="135"/>
                </a:cubicBezTo>
                <a:cubicBezTo>
                  <a:pt x="143" y="137"/>
                  <a:pt x="143" y="138"/>
                  <a:pt x="143" y="139"/>
                </a:cubicBezTo>
                <a:cubicBezTo>
                  <a:pt x="143" y="140"/>
                  <a:pt x="143" y="141"/>
                  <a:pt x="143" y="141"/>
                </a:cubicBezTo>
                <a:cubicBezTo>
                  <a:pt x="142" y="143"/>
                  <a:pt x="142" y="145"/>
                  <a:pt x="142" y="147"/>
                </a:cubicBezTo>
                <a:cubicBezTo>
                  <a:pt x="142" y="150"/>
                  <a:pt x="142" y="152"/>
                  <a:pt x="142" y="153"/>
                </a:cubicBezTo>
                <a:cubicBezTo>
                  <a:pt x="142" y="154"/>
                  <a:pt x="142" y="154"/>
                  <a:pt x="142" y="155"/>
                </a:cubicBezTo>
                <a:cubicBezTo>
                  <a:pt x="141" y="156"/>
                  <a:pt x="141" y="157"/>
                  <a:pt x="140" y="157"/>
                </a:cubicBezTo>
                <a:cubicBezTo>
                  <a:pt x="140" y="157"/>
                  <a:pt x="139" y="156"/>
                  <a:pt x="139" y="155"/>
                </a:cubicBezTo>
                <a:cubicBezTo>
                  <a:pt x="139" y="154"/>
                  <a:pt x="139" y="154"/>
                  <a:pt x="139" y="153"/>
                </a:cubicBezTo>
                <a:cubicBezTo>
                  <a:pt x="139" y="151"/>
                  <a:pt x="139" y="148"/>
                  <a:pt x="139" y="145"/>
                </a:cubicBezTo>
                <a:cubicBezTo>
                  <a:pt x="140" y="138"/>
                  <a:pt x="140" y="138"/>
                  <a:pt x="140" y="138"/>
                </a:cubicBezTo>
                <a:cubicBezTo>
                  <a:pt x="139" y="137"/>
                  <a:pt x="138" y="135"/>
                  <a:pt x="137" y="134"/>
                </a:cubicBezTo>
                <a:cubicBezTo>
                  <a:pt x="135" y="132"/>
                  <a:pt x="134" y="131"/>
                  <a:pt x="132" y="131"/>
                </a:cubicBezTo>
                <a:cubicBezTo>
                  <a:pt x="132" y="132"/>
                  <a:pt x="132" y="132"/>
                  <a:pt x="132" y="133"/>
                </a:cubicBezTo>
                <a:cubicBezTo>
                  <a:pt x="132" y="134"/>
                  <a:pt x="133" y="135"/>
                  <a:pt x="133" y="135"/>
                </a:cubicBezTo>
                <a:cubicBezTo>
                  <a:pt x="133" y="136"/>
                  <a:pt x="132" y="137"/>
                  <a:pt x="131" y="137"/>
                </a:cubicBezTo>
                <a:cubicBezTo>
                  <a:pt x="130" y="137"/>
                  <a:pt x="129" y="136"/>
                  <a:pt x="129" y="135"/>
                </a:cubicBezTo>
                <a:cubicBezTo>
                  <a:pt x="129" y="135"/>
                  <a:pt x="129" y="134"/>
                  <a:pt x="129" y="134"/>
                </a:cubicBezTo>
                <a:cubicBezTo>
                  <a:pt x="129" y="134"/>
                  <a:pt x="129" y="133"/>
                  <a:pt x="129" y="133"/>
                </a:cubicBezTo>
                <a:cubicBezTo>
                  <a:pt x="129" y="131"/>
                  <a:pt x="129" y="129"/>
                  <a:pt x="128" y="129"/>
                </a:cubicBezTo>
                <a:cubicBezTo>
                  <a:pt x="127" y="128"/>
                  <a:pt x="126" y="128"/>
                  <a:pt x="124" y="127"/>
                </a:cubicBezTo>
                <a:cubicBezTo>
                  <a:pt x="123" y="128"/>
                  <a:pt x="122" y="129"/>
                  <a:pt x="121" y="129"/>
                </a:cubicBezTo>
                <a:cubicBezTo>
                  <a:pt x="119" y="129"/>
                  <a:pt x="118" y="129"/>
                  <a:pt x="118" y="128"/>
                </a:cubicBezTo>
                <a:cubicBezTo>
                  <a:pt x="116" y="128"/>
                  <a:pt x="115" y="129"/>
                  <a:pt x="114" y="129"/>
                </a:cubicBezTo>
                <a:cubicBezTo>
                  <a:pt x="114" y="130"/>
                  <a:pt x="113" y="130"/>
                  <a:pt x="111" y="130"/>
                </a:cubicBezTo>
                <a:cubicBezTo>
                  <a:pt x="111" y="130"/>
                  <a:pt x="111" y="130"/>
                  <a:pt x="110" y="130"/>
                </a:cubicBezTo>
                <a:cubicBezTo>
                  <a:pt x="110" y="130"/>
                  <a:pt x="110" y="130"/>
                  <a:pt x="110" y="129"/>
                </a:cubicBezTo>
                <a:cubicBezTo>
                  <a:pt x="110" y="128"/>
                  <a:pt x="110" y="127"/>
                  <a:pt x="112" y="125"/>
                </a:cubicBezTo>
                <a:cubicBezTo>
                  <a:pt x="113" y="124"/>
                  <a:pt x="114" y="122"/>
                  <a:pt x="114" y="120"/>
                </a:cubicBezTo>
                <a:cubicBezTo>
                  <a:pt x="114" y="118"/>
                  <a:pt x="113" y="117"/>
                  <a:pt x="112" y="115"/>
                </a:cubicBezTo>
                <a:cubicBezTo>
                  <a:pt x="111" y="114"/>
                  <a:pt x="110" y="113"/>
                  <a:pt x="110" y="114"/>
                </a:cubicBezTo>
                <a:cubicBezTo>
                  <a:pt x="110" y="113"/>
                  <a:pt x="110" y="110"/>
                  <a:pt x="111" y="107"/>
                </a:cubicBezTo>
                <a:cubicBezTo>
                  <a:pt x="112" y="104"/>
                  <a:pt x="112" y="102"/>
                  <a:pt x="113" y="101"/>
                </a:cubicBezTo>
                <a:cubicBezTo>
                  <a:pt x="112" y="101"/>
                  <a:pt x="112" y="100"/>
                  <a:pt x="112" y="100"/>
                </a:cubicBezTo>
                <a:cubicBezTo>
                  <a:pt x="112" y="100"/>
                  <a:pt x="112" y="99"/>
                  <a:pt x="113" y="99"/>
                </a:cubicBezTo>
                <a:cubicBezTo>
                  <a:pt x="113" y="99"/>
                  <a:pt x="113" y="98"/>
                  <a:pt x="113" y="98"/>
                </a:cubicBezTo>
                <a:cubicBezTo>
                  <a:pt x="113" y="97"/>
                  <a:pt x="113" y="97"/>
                  <a:pt x="112" y="96"/>
                </a:cubicBezTo>
                <a:cubicBezTo>
                  <a:pt x="111" y="96"/>
                  <a:pt x="111" y="95"/>
                  <a:pt x="111" y="94"/>
                </a:cubicBezTo>
                <a:cubicBezTo>
                  <a:pt x="111" y="94"/>
                  <a:pt x="111" y="93"/>
                  <a:pt x="111" y="93"/>
                </a:cubicBezTo>
                <a:cubicBezTo>
                  <a:pt x="111" y="92"/>
                  <a:pt x="111" y="92"/>
                  <a:pt x="111" y="92"/>
                </a:cubicBezTo>
                <a:cubicBezTo>
                  <a:pt x="110" y="92"/>
                  <a:pt x="110" y="93"/>
                  <a:pt x="110" y="93"/>
                </a:cubicBezTo>
                <a:cubicBezTo>
                  <a:pt x="109" y="93"/>
                  <a:pt x="109" y="92"/>
                  <a:pt x="109" y="92"/>
                </a:cubicBezTo>
                <a:cubicBezTo>
                  <a:pt x="109" y="91"/>
                  <a:pt x="109" y="91"/>
                  <a:pt x="111" y="91"/>
                </a:cubicBezTo>
                <a:cubicBezTo>
                  <a:pt x="110" y="90"/>
                  <a:pt x="110" y="90"/>
                  <a:pt x="108" y="89"/>
                </a:cubicBezTo>
                <a:cubicBezTo>
                  <a:pt x="107" y="89"/>
                  <a:pt x="106" y="89"/>
                  <a:pt x="105" y="88"/>
                </a:cubicBezTo>
                <a:cubicBezTo>
                  <a:pt x="103" y="88"/>
                  <a:pt x="101" y="87"/>
                  <a:pt x="99" y="87"/>
                </a:cubicBezTo>
                <a:cubicBezTo>
                  <a:pt x="99" y="87"/>
                  <a:pt x="99" y="87"/>
                  <a:pt x="100" y="87"/>
                </a:cubicBezTo>
                <a:cubicBezTo>
                  <a:pt x="100" y="87"/>
                  <a:pt x="100" y="87"/>
                  <a:pt x="100" y="87"/>
                </a:cubicBezTo>
                <a:cubicBezTo>
                  <a:pt x="101" y="87"/>
                  <a:pt x="101" y="87"/>
                  <a:pt x="101" y="87"/>
                </a:cubicBezTo>
                <a:cubicBezTo>
                  <a:pt x="102" y="87"/>
                  <a:pt x="102" y="87"/>
                  <a:pt x="103" y="87"/>
                </a:cubicBezTo>
                <a:cubicBezTo>
                  <a:pt x="103" y="87"/>
                  <a:pt x="104" y="87"/>
                  <a:pt x="105" y="87"/>
                </a:cubicBezTo>
                <a:cubicBezTo>
                  <a:pt x="105" y="87"/>
                  <a:pt x="106" y="87"/>
                  <a:pt x="106" y="87"/>
                </a:cubicBezTo>
                <a:cubicBezTo>
                  <a:pt x="107" y="87"/>
                  <a:pt x="107" y="87"/>
                  <a:pt x="108" y="87"/>
                </a:cubicBezTo>
                <a:cubicBezTo>
                  <a:pt x="108" y="87"/>
                  <a:pt x="109" y="87"/>
                  <a:pt x="110" y="86"/>
                </a:cubicBezTo>
                <a:cubicBezTo>
                  <a:pt x="111" y="85"/>
                  <a:pt x="112" y="84"/>
                  <a:pt x="113" y="83"/>
                </a:cubicBezTo>
                <a:cubicBezTo>
                  <a:pt x="115" y="80"/>
                  <a:pt x="115" y="80"/>
                  <a:pt x="115" y="80"/>
                </a:cubicBezTo>
                <a:cubicBezTo>
                  <a:pt x="116" y="79"/>
                  <a:pt x="117" y="79"/>
                  <a:pt x="117" y="79"/>
                </a:cubicBezTo>
                <a:cubicBezTo>
                  <a:pt x="115" y="77"/>
                  <a:pt x="115" y="77"/>
                  <a:pt x="115" y="77"/>
                </a:cubicBezTo>
                <a:cubicBezTo>
                  <a:pt x="114" y="75"/>
                  <a:pt x="114" y="75"/>
                  <a:pt x="114" y="75"/>
                </a:cubicBezTo>
                <a:cubicBezTo>
                  <a:pt x="113" y="74"/>
                  <a:pt x="112" y="74"/>
                  <a:pt x="112" y="74"/>
                </a:cubicBezTo>
                <a:cubicBezTo>
                  <a:pt x="111" y="74"/>
                  <a:pt x="111" y="75"/>
                  <a:pt x="111" y="76"/>
                </a:cubicBezTo>
                <a:cubicBezTo>
                  <a:pt x="111" y="77"/>
                  <a:pt x="111" y="77"/>
                  <a:pt x="110" y="77"/>
                </a:cubicBezTo>
                <a:cubicBezTo>
                  <a:pt x="110" y="77"/>
                  <a:pt x="109" y="77"/>
                  <a:pt x="109" y="76"/>
                </a:cubicBezTo>
                <a:cubicBezTo>
                  <a:pt x="109" y="76"/>
                  <a:pt x="109" y="76"/>
                  <a:pt x="109" y="76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106" y="76"/>
                  <a:pt x="105" y="75"/>
                  <a:pt x="105" y="75"/>
                </a:cubicBezTo>
                <a:cubicBezTo>
                  <a:pt x="104" y="74"/>
                  <a:pt x="103" y="73"/>
                  <a:pt x="103" y="72"/>
                </a:cubicBezTo>
                <a:cubicBezTo>
                  <a:pt x="102" y="70"/>
                  <a:pt x="101" y="69"/>
                  <a:pt x="100" y="68"/>
                </a:cubicBezTo>
                <a:cubicBezTo>
                  <a:pt x="100" y="67"/>
                  <a:pt x="98" y="66"/>
                  <a:pt x="97" y="66"/>
                </a:cubicBezTo>
                <a:cubicBezTo>
                  <a:pt x="96" y="65"/>
                  <a:pt x="94" y="64"/>
                  <a:pt x="92" y="63"/>
                </a:cubicBezTo>
                <a:cubicBezTo>
                  <a:pt x="90" y="62"/>
                  <a:pt x="89" y="61"/>
                  <a:pt x="89" y="61"/>
                </a:cubicBezTo>
                <a:cubicBezTo>
                  <a:pt x="89" y="61"/>
                  <a:pt x="89" y="61"/>
                  <a:pt x="90" y="61"/>
                </a:cubicBezTo>
                <a:cubicBezTo>
                  <a:pt x="90" y="61"/>
                  <a:pt x="90" y="61"/>
                  <a:pt x="90" y="61"/>
                </a:cubicBezTo>
                <a:cubicBezTo>
                  <a:pt x="91" y="62"/>
                  <a:pt x="94" y="63"/>
                  <a:pt x="97" y="64"/>
                </a:cubicBezTo>
                <a:cubicBezTo>
                  <a:pt x="101" y="66"/>
                  <a:pt x="103" y="66"/>
                  <a:pt x="103" y="66"/>
                </a:cubicBezTo>
                <a:cubicBezTo>
                  <a:pt x="104" y="66"/>
                  <a:pt x="104" y="66"/>
                  <a:pt x="105" y="65"/>
                </a:cubicBezTo>
                <a:cubicBezTo>
                  <a:pt x="105" y="64"/>
                  <a:pt x="106" y="64"/>
                  <a:pt x="108" y="64"/>
                </a:cubicBezTo>
                <a:cubicBezTo>
                  <a:pt x="109" y="64"/>
                  <a:pt x="110" y="64"/>
                  <a:pt x="111" y="65"/>
                </a:cubicBezTo>
                <a:cubicBezTo>
                  <a:pt x="111" y="66"/>
                  <a:pt x="112" y="66"/>
                  <a:pt x="113" y="67"/>
                </a:cubicBezTo>
                <a:cubicBezTo>
                  <a:pt x="113" y="68"/>
                  <a:pt x="113" y="69"/>
                  <a:pt x="114" y="69"/>
                </a:cubicBezTo>
                <a:cubicBezTo>
                  <a:pt x="114" y="69"/>
                  <a:pt x="114" y="69"/>
                  <a:pt x="114" y="69"/>
                </a:cubicBezTo>
                <a:cubicBezTo>
                  <a:pt x="114" y="70"/>
                  <a:pt x="114" y="70"/>
                  <a:pt x="113" y="71"/>
                </a:cubicBezTo>
                <a:cubicBezTo>
                  <a:pt x="113" y="71"/>
                  <a:pt x="113" y="72"/>
                  <a:pt x="113" y="72"/>
                </a:cubicBezTo>
                <a:cubicBezTo>
                  <a:pt x="114" y="73"/>
                  <a:pt x="115" y="74"/>
                  <a:pt x="116" y="74"/>
                </a:cubicBezTo>
                <a:cubicBezTo>
                  <a:pt x="117" y="74"/>
                  <a:pt x="118" y="73"/>
                  <a:pt x="118" y="72"/>
                </a:cubicBezTo>
                <a:cubicBezTo>
                  <a:pt x="118" y="71"/>
                  <a:pt x="118" y="70"/>
                  <a:pt x="119" y="69"/>
                </a:cubicBezTo>
                <a:cubicBezTo>
                  <a:pt x="118" y="68"/>
                  <a:pt x="117" y="67"/>
                  <a:pt x="117" y="67"/>
                </a:cubicBezTo>
                <a:cubicBezTo>
                  <a:pt x="117" y="66"/>
                  <a:pt x="117" y="66"/>
                  <a:pt x="117" y="66"/>
                </a:cubicBezTo>
                <a:cubicBezTo>
                  <a:pt x="118" y="66"/>
                  <a:pt x="118" y="65"/>
                  <a:pt x="118" y="65"/>
                </a:cubicBezTo>
                <a:cubicBezTo>
                  <a:pt x="117" y="65"/>
                  <a:pt x="116" y="64"/>
                  <a:pt x="115" y="63"/>
                </a:cubicBezTo>
                <a:cubicBezTo>
                  <a:pt x="115" y="63"/>
                  <a:pt x="114" y="62"/>
                  <a:pt x="114" y="62"/>
                </a:cubicBezTo>
                <a:cubicBezTo>
                  <a:pt x="114" y="61"/>
                  <a:pt x="114" y="61"/>
                  <a:pt x="115" y="61"/>
                </a:cubicBezTo>
                <a:cubicBezTo>
                  <a:pt x="116" y="61"/>
                  <a:pt x="117" y="61"/>
                  <a:pt x="118" y="62"/>
                </a:cubicBezTo>
                <a:cubicBezTo>
                  <a:pt x="118" y="63"/>
                  <a:pt x="119" y="63"/>
                  <a:pt x="119" y="63"/>
                </a:cubicBezTo>
                <a:cubicBezTo>
                  <a:pt x="120" y="63"/>
                  <a:pt x="120" y="63"/>
                  <a:pt x="120" y="62"/>
                </a:cubicBezTo>
                <a:cubicBezTo>
                  <a:pt x="120" y="61"/>
                  <a:pt x="121" y="61"/>
                  <a:pt x="121" y="61"/>
                </a:cubicBezTo>
                <a:cubicBezTo>
                  <a:pt x="123" y="61"/>
                  <a:pt x="124" y="60"/>
                  <a:pt x="124" y="59"/>
                </a:cubicBezTo>
                <a:cubicBezTo>
                  <a:pt x="124" y="58"/>
                  <a:pt x="123" y="57"/>
                  <a:pt x="123" y="57"/>
                </a:cubicBezTo>
                <a:cubicBezTo>
                  <a:pt x="122" y="56"/>
                  <a:pt x="122" y="55"/>
                  <a:pt x="121" y="55"/>
                </a:cubicBezTo>
                <a:cubicBezTo>
                  <a:pt x="121" y="54"/>
                  <a:pt x="122" y="54"/>
                  <a:pt x="122" y="54"/>
                </a:cubicBezTo>
                <a:cubicBezTo>
                  <a:pt x="123" y="54"/>
                  <a:pt x="124" y="55"/>
                  <a:pt x="125" y="57"/>
                </a:cubicBezTo>
                <a:cubicBezTo>
                  <a:pt x="126" y="58"/>
                  <a:pt x="127" y="59"/>
                  <a:pt x="128" y="59"/>
                </a:cubicBezTo>
                <a:cubicBezTo>
                  <a:pt x="128" y="59"/>
                  <a:pt x="129" y="59"/>
                  <a:pt x="129" y="57"/>
                </a:cubicBezTo>
                <a:cubicBezTo>
                  <a:pt x="129" y="57"/>
                  <a:pt x="129" y="56"/>
                  <a:pt x="129" y="55"/>
                </a:cubicBezTo>
                <a:cubicBezTo>
                  <a:pt x="128" y="54"/>
                  <a:pt x="128" y="53"/>
                  <a:pt x="128" y="53"/>
                </a:cubicBezTo>
                <a:cubicBezTo>
                  <a:pt x="128" y="52"/>
                  <a:pt x="128" y="52"/>
                  <a:pt x="129" y="51"/>
                </a:cubicBezTo>
                <a:cubicBezTo>
                  <a:pt x="129" y="51"/>
                  <a:pt x="129" y="51"/>
                  <a:pt x="129" y="50"/>
                </a:cubicBezTo>
                <a:cubicBezTo>
                  <a:pt x="129" y="51"/>
                  <a:pt x="130" y="52"/>
                  <a:pt x="132" y="54"/>
                </a:cubicBezTo>
                <a:cubicBezTo>
                  <a:pt x="134" y="55"/>
                  <a:pt x="134" y="56"/>
                  <a:pt x="134" y="56"/>
                </a:cubicBezTo>
                <a:cubicBezTo>
                  <a:pt x="135" y="56"/>
                  <a:pt x="136" y="56"/>
                  <a:pt x="138" y="55"/>
                </a:cubicBezTo>
                <a:cubicBezTo>
                  <a:pt x="140" y="54"/>
                  <a:pt x="141" y="53"/>
                  <a:pt x="143" y="52"/>
                </a:cubicBezTo>
                <a:cubicBezTo>
                  <a:pt x="145" y="52"/>
                  <a:pt x="146" y="53"/>
                  <a:pt x="148" y="55"/>
                </a:cubicBezTo>
                <a:cubicBezTo>
                  <a:pt x="150" y="56"/>
                  <a:pt x="151" y="57"/>
                  <a:pt x="152" y="57"/>
                </a:cubicBezTo>
                <a:cubicBezTo>
                  <a:pt x="153" y="57"/>
                  <a:pt x="153" y="56"/>
                  <a:pt x="154" y="56"/>
                </a:cubicBezTo>
                <a:cubicBezTo>
                  <a:pt x="154" y="54"/>
                  <a:pt x="154" y="54"/>
                  <a:pt x="154" y="54"/>
                </a:cubicBezTo>
                <a:cubicBezTo>
                  <a:pt x="155" y="53"/>
                  <a:pt x="155" y="53"/>
                  <a:pt x="155" y="53"/>
                </a:cubicBezTo>
                <a:cubicBezTo>
                  <a:pt x="155" y="52"/>
                  <a:pt x="156" y="52"/>
                  <a:pt x="157" y="52"/>
                </a:cubicBezTo>
                <a:cubicBezTo>
                  <a:pt x="158" y="52"/>
                  <a:pt x="158" y="53"/>
                  <a:pt x="158" y="53"/>
                </a:cubicBezTo>
                <a:cubicBezTo>
                  <a:pt x="159" y="54"/>
                  <a:pt x="159" y="55"/>
                  <a:pt x="159" y="56"/>
                </a:cubicBezTo>
                <a:cubicBezTo>
                  <a:pt x="159" y="57"/>
                  <a:pt x="159" y="58"/>
                  <a:pt x="159" y="59"/>
                </a:cubicBezTo>
                <a:cubicBezTo>
                  <a:pt x="160" y="60"/>
                  <a:pt x="160" y="60"/>
                  <a:pt x="161" y="61"/>
                </a:cubicBezTo>
                <a:cubicBezTo>
                  <a:pt x="162" y="60"/>
                  <a:pt x="163" y="59"/>
                  <a:pt x="165" y="59"/>
                </a:cubicBezTo>
                <a:cubicBezTo>
                  <a:pt x="165" y="59"/>
                  <a:pt x="165" y="59"/>
                  <a:pt x="165" y="60"/>
                </a:cubicBezTo>
                <a:cubicBezTo>
                  <a:pt x="165" y="61"/>
                  <a:pt x="165" y="62"/>
                  <a:pt x="165" y="62"/>
                </a:cubicBezTo>
                <a:cubicBezTo>
                  <a:pt x="165" y="63"/>
                  <a:pt x="164" y="63"/>
                  <a:pt x="164" y="64"/>
                </a:cubicBezTo>
                <a:cubicBezTo>
                  <a:pt x="164" y="64"/>
                  <a:pt x="165" y="65"/>
                  <a:pt x="165" y="65"/>
                </a:cubicBezTo>
                <a:cubicBezTo>
                  <a:pt x="165" y="66"/>
                  <a:pt x="166" y="66"/>
                  <a:pt x="166" y="66"/>
                </a:cubicBezTo>
                <a:cubicBezTo>
                  <a:pt x="167" y="66"/>
                  <a:pt x="167" y="66"/>
                  <a:pt x="167" y="65"/>
                </a:cubicBezTo>
                <a:cubicBezTo>
                  <a:pt x="167" y="65"/>
                  <a:pt x="168" y="65"/>
                  <a:pt x="168" y="64"/>
                </a:cubicBezTo>
                <a:close/>
                <a:moveTo>
                  <a:pt x="44" y="13"/>
                </a:moveTo>
                <a:cubicBezTo>
                  <a:pt x="44" y="13"/>
                  <a:pt x="45" y="13"/>
                  <a:pt x="46" y="13"/>
                </a:cubicBezTo>
                <a:cubicBezTo>
                  <a:pt x="46" y="14"/>
                  <a:pt x="46" y="16"/>
                  <a:pt x="46" y="17"/>
                </a:cubicBezTo>
                <a:cubicBezTo>
                  <a:pt x="46" y="19"/>
                  <a:pt x="46" y="20"/>
                  <a:pt x="45" y="21"/>
                </a:cubicBezTo>
                <a:cubicBezTo>
                  <a:pt x="45" y="22"/>
                  <a:pt x="46" y="23"/>
                  <a:pt x="46" y="23"/>
                </a:cubicBezTo>
                <a:cubicBezTo>
                  <a:pt x="47" y="23"/>
                  <a:pt x="48" y="22"/>
                  <a:pt x="49" y="22"/>
                </a:cubicBezTo>
                <a:cubicBezTo>
                  <a:pt x="49" y="21"/>
                  <a:pt x="50" y="20"/>
                  <a:pt x="51" y="20"/>
                </a:cubicBezTo>
                <a:cubicBezTo>
                  <a:pt x="51" y="20"/>
                  <a:pt x="51" y="20"/>
                  <a:pt x="51" y="20"/>
                </a:cubicBezTo>
                <a:cubicBezTo>
                  <a:pt x="51" y="21"/>
                  <a:pt x="51" y="22"/>
                  <a:pt x="50" y="22"/>
                </a:cubicBezTo>
                <a:cubicBezTo>
                  <a:pt x="50" y="22"/>
                  <a:pt x="50" y="23"/>
                  <a:pt x="50" y="24"/>
                </a:cubicBezTo>
                <a:cubicBezTo>
                  <a:pt x="50" y="25"/>
                  <a:pt x="50" y="26"/>
                  <a:pt x="49" y="27"/>
                </a:cubicBezTo>
                <a:cubicBezTo>
                  <a:pt x="48" y="28"/>
                  <a:pt x="48" y="30"/>
                  <a:pt x="48" y="32"/>
                </a:cubicBezTo>
                <a:cubicBezTo>
                  <a:pt x="49" y="33"/>
                  <a:pt x="49" y="33"/>
                  <a:pt x="49" y="33"/>
                </a:cubicBezTo>
                <a:cubicBezTo>
                  <a:pt x="50" y="34"/>
                  <a:pt x="50" y="34"/>
                  <a:pt x="50" y="34"/>
                </a:cubicBezTo>
                <a:cubicBezTo>
                  <a:pt x="49" y="35"/>
                  <a:pt x="47" y="36"/>
                  <a:pt x="46" y="39"/>
                </a:cubicBezTo>
                <a:cubicBezTo>
                  <a:pt x="46" y="38"/>
                  <a:pt x="45" y="37"/>
                  <a:pt x="43" y="37"/>
                </a:cubicBezTo>
                <a:cubicBezTo>
                  <a:pt x="43" y="37"/>
                  <a:pt x="41" y="37"/>
                  <a:pt x="38" y="38"/>
                </a:cubicBezTo>
                <a:cubicBezTo>
                  <a:pt x="36" y="38"/>
                  <a:pt x="34" y="39"/>
                  <a:pt x="33" y="39"/>
                </a:cubicBezTo>
                <a:cubicBezTo>
                  <a:pt x="33" y="39"/>
                  <a:pt x="33" y="38"/>
                  <a:pt x="32" y="37"/>
                </a:cubicBezTo>
                <a:cubicBezTo>
                  <a:pt x="31" y="38"/>
                  <a:pt x="31" y="38"/>
                  <a:pt x="30" y="38"/>
                </a:cubicBezTo>
                <a:cubicBezTo>
                  <a:pt x="30" y="38"/>
                  <a:pt x="30" y="38"/>
                  <a:pt x="30" y="38"/>
                </a:cubicBezTo>
                <a:cubicBezTo>
                  <a:pt x="30" y="38"/>
                  <a:pt x="30" y="37"/>
                  <a:pt x="31" y="37"/>
                </a:cubicBezTo>
                <a:cubicBezTo>
                  <a:pt x="31" y="37"/>
                  <a:pt x="31" y="37"/>
                  <a:pt x="31" y="36"/>
                </a:cubicBezTo>
                <a:cubicBezTo>
                  <a:pt x="31" y="35"/>
                  <a:pt x="31" y="35"/>
                  <a:pt x="31" y="35"/>
                </a:cubicBezTo>
                <a:cubicBezTo>
                  <a:pt x="29" y="36"/>
                  <a:pt x="28" y="37"/>
                  <a:pt x="27" y="38"/>
                </a:cubicBezTo>
                <a:cubicBezTo>
                  <a:pt x="27" y="39"/>
                  <a:pt x="26" y="40"/>
                  <a:pt x="25" y="42"/>
                </a:cubicBezTo>
                <a:cubicBezTo>
                  <a:pt x="25" y="42"/>
                  <a:pt x="25" y="42"/>
                  <a:pt x="24" y="42"/>
                </a:cubicBezTo>
                <a:cubicBezTo>
                  <a:pt x="24" y="42"/>
                  <a:pt x="24" y="42"/>
                  <a:pt x="23" y="42"/>
                </a:cubicBezTo>
                <a:cubicBezTo>
                  <a:pt x="23" y="42"/>
                  <a:pt x="23" y="42"/>
                  <a:pt x="23" y="42"/>
                </a:cubicBezTo>
                <a:cubicBezTo>
                  <a:pt x="23" y="42"/>
                  <a:pt x="23" y="43"/>
                  <a:pt x="22" y="43"/>
                </a:cubicBezTo>
                <a:cubicBezTo>
                  <a:pt x="21" y="42"/>
                  <a:pt x="21" y="42"/>
                  <a:pt x="21" y="42"/>
                </a:cubicBezTo>
                <a:cubicBezTo>
                  <a:pt x="21" y="42"/>
                  <a:pt x="21" y="42"/>
                  <a:pt x="20" y="43"/>
                </a:cubicBezTo>
                <a:cubicBezTo>
                  <a:pt x="20" y="43"/>
                  <a:pt x="20" y="43"/>
                  <a:pt x="19" y="43"/>
                </a:cubicBezTo>
                <a:cubicBezTo>
                  <a:pt x="19" y="43"/>
                  <a:pt x="18" y="42"/>
                  <a:pt x="18" y="41"/>
                </a:cubicBezTo>
                <a:cubicBezTo>
                  <a:pt x="18" y="40"/>
                  <a:pt x="17" y="39"/>
                  <a:pt x="15" y="39"/>
                </a:cubicBezTo>
                <a:cubicBezTo>
                  <a:pt x="15" y="39"/>
                  <a:pt x="14" y="40"/>
                  <a:pt x="13" y="40"/>
                </a:cubicBezTo>
                <a:cubicBezTo>
                  <a:pt x="12" y="41"/>
                  <a:pt x="10" y="42"/>
                  <a:pt x="8" y="42"/>
                </a:cubicBezTo>
                <a:cubicBezTo>
                  <a:pt x="8" y="42"/>
                  <a:pt x="8" y="41"/>
                  <a:pt x="8" y="41"/>
                </a:cubicBezTo>
                <a:cubicBezTo>
                  <a:pt x="8" y="40"/>
                  <a:pt x="9" y="39"/>
                  <a:pt x="10" y="39"/>
                </a:cubicBezTo>
                <a:cubicBezTo>
                  <a:pt x="12" y="38"/>
                  <a:pt x="13" y="38"/>
                  <a:pt x="15" y="36"/>
                </a:cubicBezTo>
                <a:cubicBezTo>
                  <a:pt x="14" y="36"/>
                  <a:pt x="14" y="35"/>
                  <a:pt x="13" y="35"/>
                </a:cubicBezTo>
                <a:cubicBezTo>
                  <a:pt x="13" y="34"/>
                  <a:pt x="12" y="33"/>
                  <a:pt x="12" y="33"/>
                </a:cubicBezTo>
                <a:cubicBezTo>
                  <a:pt x="12" y="33"/>
                  <a:pt x="13" y="32"/>
                  <a:pt x="13" y="32"/>
                </a:cubicBezTo>
                <a:cubicBezTo>
                  <a:pt x="13" y="32"/>
                  <a:pt x="14" y="32"/>
                  <a:pt x="14" y="31"/>
                </a:cubicBezTo>
                <a:cubicBezTo>
                  <a:pt x="14" y="30"/>
                  <a:pt x="13" y="29"/>
                  <a:pt x="12" y="29"/>
                </a:cubicBezTo>
                <a:cubicBezTo>
                  <a:pt x="13" y="28"/>
                  <a:pt x="14" y="28"/>
                  <a:pt x="15" y="27"/>
                </a:cubicBezTo>
                <a:cubicBezTo>
                  <a:pt x="16" y="27"/>
                  <a:pt x="17" y="27"/>
                  <a:pt x="17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8" y="26"/>
                  <a:pt x="18" y="26"/>
                </a:cubicBezTo>
                <a:cubicBezTo>
                  <a:pt x="19" y="26"/>
                  <a:pt x="19" y="26"/>
                  <a:pt x="20" y="26"/>
                </a:cubicBezTo>
                <a:cubicBezTo>
                  <a:pt x="21" y="26"/>
                  <a:pt x="22" y="26"/>
                  <a:pt x="23" y="26"/>
                </a:cubicBezTo>
                <a:cubicBezTo>
                  <a:pt x="24" y="27"/>
                  <a:pt x="26" y="27"/>
                  <a:pt x="27" y="27"/>
                </a:cubicBezTo>
                <a:cubicBezTo>
                  <a:pt x="28" y="27"/>
                  <a:pt x="28" y="26"/>
                  <a:pt x="28" y="26"/>
                </a:cubicBezTo>
                <a:cubicBezTo>
                  <a:pt x="28" y="25"/>
                  <a:pt x="28" y="24"/>
                  <a:pt x="27" y="24"/>
                </a:cubicBezTo>
                <a:cubicBezTo>
                  <a:pt x="27" y="24"/>
                  <a:pt x="26" y="23"/>
                  <a:pt x="25" y="23"/>
                </a:cubicBezTo>
                <a:cubicBezTo>
                  <a:pt x="26" y="23"/>
                  <a:pt x="26" y="23"/>
                  <a:pt x="27" y="23"/>
                </a:cubicBezTo>
                <a:cubicBezTo>
                  <a:pt x="28" y="24"/>
                  <a:pt x="28" y="24"/>
                  <a:pt x="29" y="24"/>
                </a:cubicBezTo>
                <a:cubicBezTo>
                  <a:pt x="30" y="22"/>
                  <a:pt x="31" y="21"/>
                  <a:pt x="31" y="18"/>
                </a:cubicBezTo>
                <a:cubicBezTo>
                  <a:pt x="32" y="19"/>
                  <a:pt x="32" y="19"/>
                  <a:pt x="33" y="19"/>
                </a:cubicBezTo>
                <a:cubicBezTo>
                  <a:pt x="37" y="13"/>
                  <a:pt x="37" y="13"/>
                  <a:pt x="37" y="13"/>
                </a:cubicBezTo>
                <a:cubicBezTo>
                  <a:pt x="38" y="14"/>
                  <a:pt x="38" y="15"/>
                  <a:pt x="38" y="16"/>
                </a:cubicBezTo>
                <a:cubicBezTo>
                  <a:pt x="38" y="17"/>
                  <a:pt x="39" y="18"/>
                  <a:pt x="41" y="18"/>
                </a:cubicBezTo>
                <a:cubicBezTo>
                  <a:pt x="42" y="18"/>
                  <a:pt x="43" y="17"/>
                  <a:pt x="43" y="16"/>
                </a:cubicBezTo>
                <a:cubicBezTo>
                  <a:pt x="43" y="15"/>
                  <a:pt x="44" y="14"/>
                  <a:pt x="44" y="13"/>
                </a:cubicBezTo>
                <a:close/>
                <a:moveTo>
                  <a:pt x="144" y="14"/>
                </a:moveTo>
                <a:cubicBezTo>
                  <a:pt x="144" y="13"/>
                  <a:pt x="144" y="13"/>
                  <a:pt x="144" y="13"/>
                </a:cubicBezTo>
                <a:cubicBezTo>
                  <a:pt x="144" y="13"/>
                  <a:pt x="145" y="13"/>
                  <a:pt x="145" y="14"/>
                </a:cubicBezTo>
                <a:cubicBezTo>
                  <a:pt x="145" y="15"/>
                  <a:pt x="145" y="16"/>
                  <a:pt x="146" y="17"/>
                </a:cubicBezTo>
                <a:cubicBezTo>
                  <a:pt x="146" y="18"/>
                  <a:pt x="147" y="19"/>
                  <a:pt x="147" y="20"/>
                </a:cubicBezTo>
                <a:cubicBezTo>
                  <a:pt x="148" y="21"/>
                  <a:pt x="148" y="21"/>
                  <a:pt x="149" y="21"/>
                </a:cubicBezTo>
                <a:cubicBezTo>
                  <a:pt x="151" y="21"/>
                  <a:pt x="152" y="21"/>
                  <a:pt x="151" y="20"/>
                </a:cubicBezTo>
                <a:cubicBezTo>
                  <a:pt x="151" y="19"/>
                  <a:pt x="151" y="18"/>
                  <a:pt x="152" y="18"/>
                </a:cubicBezTo>
                <a:cubicBezTo>
                  <a:pt x="153" y="18"/>
                  <a:pt x="153" y="19"/>
                  <a:pt x="153" y="19"/>
                </a:cubicBezTo>
                <a:cubicBezTo>
                  <a:pt x="153" y="20"/>
                  <a:pt x="152" y="21"/>
                  <a:pt x="152" y="22"/>
                </a:cubicBezTo>
                <a:cubicBezTo>
                  <a:pt x="152" y="23"/>
                  <a:pt x="152" y="23"/>
                  <a:pt x="152" y="23"/>
                </a:cubicBezTo>
                <a:cubicBezTo>
                  <a:pt x="153" y="23"/>
                  <a:pt x="153" y="22"/>
                  <a:pt x="153" y="22"/>
                </a:cubicBezTo>
                <a:cubicBezTo>
                  <a:pt x="154" y="22"/>
                  <a:pt x="154" y="21"/>
                  <a:pt x="154" y="21"/>
                </a:cubicBezTo>
                <a:cubicBezTo>
                  <a:pt x="154" y="22"/>
                  <a:pt x="154" y="22"/>
                  <a:pt x="154" y="23"/>
                </a:cubicBezTo>
                <a:cubicBezTo>
                  <a:pt x="154" y="23"/>
                  <a:pt x="154" y="23"/>
                  <a:pt x="154" y="24"/>
                </a:cubicBezTo>
                <a:cubicBezTo>
                  <a:pt x="154" y="25"/>
                  <a:pt x="155" y="26"/>
                  <a:pt x="156" y="26"/>
                </a:cubicBezTo>
                <a:cubicBezTo>
                  <a:pt x="156" y="26"/>
                  <a:pt x="157" y="25"/>
                  <a:pt x="157" y="25"/>
                </a:cubicBezTo>
                <a:cubicBezTo>
                  <a:pt x="157" y="25"/>
                  <a:pt x="158" y="25"/>
                  <a:pt x="158" y="25"/>
                </a:cubicBezTo>
                <a:cubicBezTo>
                  <a:pt x="158" y="26"/>
                  <a:pt x="158" y="27"/>
                  <a:pt x="158" y="26"/>
                </a:cubicBezTo>
                <a:cubicBezTo>
                  <a:pt x="157" y="26"/>
                  <a:pt x="157" y="26"/>
                  <a:pt x="156" y="28"/>
                </a:cubicBezTo>
                <a:cubicBezTo>
                  <a:pt x="157" y="28"/>
                  <a:pt x="158" y="28"/>
                  <a:pt x="158" y="29"/>
                </a:cubicBezTo>
                <a:cubicBezTo>
                  <a:pt x="158" y="29"/>
                  <a:pt x="157" y="30"/>
                  <a:pt x="157" y="30"/>
                </a:cubicBezTo>
                <a:cubicBezTo>
                  <a:pt x="157" y="30"/>
                  <a:pt x="156" y="30"/>
                  <a:pt x="156" y="31"/>
                </a:cubicBezTo>
                <a:cubicBezTo>
                  <a:pt x="156" y="32"/>
                  <a:pt x="157" y="32"/>
                  <a:pt x="158" y="33"/>
                </a:cubicBezTo>
                <a:cubicBezTo>
                  <a:pt x="158" y="34"/>
                  <a:pt x="159" y="35"/>
                  <a:pt x="159" y="35"/>
                </a:cubicBezTo>
                <a:cubicBezTo>
                  <a:pt x="159" y="35"/>
                  <a:pt x="158" y="36"/>
                  <a:pt x="158" y="36"/>
                </a:cubicBezTo>
                <a:cubicBezTo>
                  <a:pt x="157" y="36"/>
                  <a:pt x="157" y="36"/>
                  <a:pt x="157" y="37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7" y="38"/>
                  <a:pt x="157" y="38"/>
                  <a:pt x="157" y="39"/>
                </a:cubicBezTo>
                <a:cubicBezTo>
                  <a:pt x="154" y="39"/>
                  <a:pt x="154" y="39"/>
                  <a:pt x="154" y="39"/>
                </a:cubicBezTo>
                <a:cubicBezTo>
                  <a:pt x="154" y="40"/>
                  <a:pt x="154" y="41"/>
                  <a:pt x="154" y="41"/>
                </a:cubicBezTo>
                <a:cubicBezTo>
                  <a:pt x="153" y="41"/>
                  <a:pt x="153" y="41"/>
                  <a:pt x="152" y="41"/>
                </a:cubicBezTo>
                <a:cubicBezTo>
                  <a:pt x="152" y="41"/>
                  <a:pt x="151" y="41"/>
                  <a:pt x="151" y="42"/>
                </a:cubicBezTo>
                <a:cubicBezTo>
                  <a:pt x="150" y="42"/>
                  <a:pt x="150" y="42"/>
                  <a:pt x="150" y="43"/>
                </a:cubicBezTo>
                <a:cubicBezTo>
                  <a:pt x="150" y="43"/>
                  <a:pt x="150" y="43"/>
                  <a:pt x="149" y="43"/>
                </a:cubicBezTo>
                <a:cubicBezTo>
                  <a:pt x="149" y="43"/>
                  <a:pt x="149" y="43"/>
                  <a:pt x="149" y="43"/>
                </a:cubicBezTo>
                <a:cubicBezTo>
                  <a:pt x="149" y="43"/>
                  <a:pt x="149" y="43"/>
                  <a:pt x="148" y="43"/>
                </a:cubicBezTo>
                <a:cubicBezTo>
                  <a:pt x="148" y="43"/>
                  <a:pt x="148" y="43"/>
                  <a:pt x="148" y="43"/>
                </a:cubicBezTo>
                <a:cubicBezTo>
                  <a:pt x="148" y="44"/>
                  <a:pt x="148" y="44"/>
                  <a:pt x="147" y="44"/>
                </a:cubicBezTo>
                <a:cubicBezTo>
                  <a:pt x="146" y="43"/>
                  <a:pt x="146" y="43"/>
                  <a:pt x="145" y="43"/>
                </a:cubicBezTo>
                <a:cubicBezTo>
                  <a:pt x="144" y="43"/>
                  <a:pt x="143" y="44"/>
                  <a:pt x="143" y="46"/>
                </a:cubicBezTo>
                <a:cubicBezTo>
                  <a:pt x="143" y="46"/>
                  <a:pt x="143" y="47"/>
                  <a:pt x="143" y="47"/>
                </a:cubicBezTo>
                <a:cubicBezTo>
                  <a:pt x="143" y="48"/>
                  <a:pt x="143" y="48"/>
                  <a:pt x="143" y="49"/>
                </a:cubicBezTo>
                <a:cubicBezTo>
                  <a:pt x="143" y="50"/>
                  <a:pt x="143" y="50"/>
                  <a:pt x="143" y="50"/>
                </a:cubicBezTo>
                <a:cubicBezTo>
                  <a:pt x="143" y="49"/>
                  <a:pt x="142" y="48"/>
                  <a:pt x="142" y="47"/>
                </a:cubicBezTo>
                <a:cubicBezTo>
                  <a:pt x="142" y="45"/>
                  <a:pt x="142" y="43"/>
                  <a:pt x="140" y="41"/>
                </a:cubicBezTo>
                <a:cubicBezTo>
                  <a:pt x="138" y="41"/>
                  <a:pt x="138" y="40"/>
                  <a:pt x="138" y="38"/>
                </a:cubicBezTo>
                <a:cubicBezTo>
                  <a:pt x="137" y="38"/>
                  <a:pt x="137" y="38"/>
                  <a:pt x="136" y="38"/>
                </a:cubicBezTo>
                <a:cubicBezTo>
                  <a:pt x="136" y="38"/>
                  <a:pt x="136" y="38"/>
                  <a:pt x="136" y="38"/>
                </a:cubicBezTo>
                <a:cubicBezTo>
                  <a:pt x="136" y="37"/>
                  <a:pt x="136" y="37"/>
                  <a:pt x="136" y="36"/>
                </a:cubicBezTo>
                <a:cubicBezTo>
                  <a:pt x="137" y="36"/>
                  <a:pt x="137" y="36"/>
                  <a:pt x="137" y="36"/>
                </a:cubicBezTo>
                <a:cubicBezTo>
                  <a:pt x="137" y="34"/>
                  <a:pt x="136" y="32"/>
                  <a:pt x="134" y="31"/>
                </a:cubicBezTo>
                <a:cubicBezTo>
                  <a:pt x="132" y="31"/>
                  <a:pt x="131" y="30"/>
                  <a:pt x="131" y="30"/>
                </a:cubicBezTo>
                <a:cubicBezTo>
                  <a:pt x="131" y="30"/>
                  <a:pt x="131" y="29"/>
                  <a:pt x="131" y="29"/>
                </a:cubicBezTo>
                <a:cubicBezTo>
                  <a:pt x="132" y="29"/>
                  <a:pt x="132" y="30"/>
                  <a:pt x="133" y="30"/>
                </a:cubicBezTo>
                <a:cubicBezTo>
                  <a:pt x="133" y="30"/>
                  <a:pt x="134" y="30"/>
                  <a:pt x="134" y="30"/>
                </a:cubicBezTo>
                <a:cubicBezTo>
                  <a:pt x="135" y="30"/>
                  <a:pt x="136" y="30"/>
                  <a:pt x="136" y="28"/>
                </a:cubicBezTo>
                <a:cubicBezTo>
                  <a:pt x="136" y="27"/>
                  <a:pt x="136" y="26"/>
                  <a:pt x="136" y="25"/>
                </a:cubicBezTo>
                <a:cubicBezTo>
                  <a:pt x="136" y="24"/>
                  <a:pt x="136" y="24"/>
                  <a:pt x="136" y="23"/>
                </a:cubicBezTo>
                <a:cubicBezTo>
                  <a:pt x="135" y="23"/>
                  <a:pt x="135" y="22"/>
                  <a:pt x="135" y="21"/>
                </a:cubicBezTo>
                <a:cubicBezTo>
                  <a:pt x="137" y="22"/>
                  <a:pt x="138" y="22"/>
                  <a:pt x="139" y="22"/>
                </a:cubicBezTo>
                <a:cubicBezTo>
                  <a:pt x="140" y="22"/>
                  <a:pt x="142" y="22"/>
                  <a:pt x="143" y="22"/>
                </a:cubicBezTo>
                <a:cubicBezTo>
                  <a:pt x="144" y="22"/>
                  <a:pt x="144" y="22"/>
                  <a:pt x="144" y="20"/>
                </a:cubicBezTo>
                <a:cubicBezTo>
                  <a:pt x="144" y="19"/>
                  <a:pt x="144" y="18"/>
                  <a:pt x="144" y="18"/>
                </a:cubicBezTo>
                <a:cubicBezTo>
                  <a:pt x="144" y="17"/>
                  <a:pt x="144" y="17"/>
                  <a:pt x="144" y="16"/>
                </a:cubicBezTo>
                <a:cubicBezTo>
                  <a:pt x="144" y="16"/>
                  <a:pt x="144" y="15"/>
                  <a:pt x="144" y="14"/>
                </a:cubicBezTo>
                <a:close/>
                <a:moveTo>
                  <a:pt x="184" y="136"/>
                </a:moveTo>
                <a:cubicBezTo>
                  <a:pt x="185" y="136"/>
                  <a:pt x="186" y="135"/>
                  <a:pt x="186" y="135"/>
                </a:cubicBezTo>
                <a:cubicBezTo>
                  <a:pt x="188" y="135"/>
                  <a:pt x="190" y="136"/>
                  <a:pt x="191" y="137"/>
                </a:cubicBezTo>
                <a:cubicBezTo>
                  <a:pt x="191" y="139"/>
                  <a:pt x="192" y="140"/>
                  <a:pt x="192" y="142"/>
                </a:cubicBezTo>
                <a:cubicBezTo>
                  <a:pt x="192" y="143"/>
                  <a:pt x="191" y="144"/>
                  <a:pt x="190" y="146"/>
                </a:cubicBezTo>
                <a:cubicBezTo>
                  <a:pt x="189" y="147"/>
                  <a:pt x="188" y="147"/>
                  <a:pt x="187" y="147"/>
                </a:cubicBezTo>
                <a:cubicBezTo>
                  <a:pt x="185" y="147"/>
                  <a:pt x="184" y="147"/>
                  <a:pt x="182" y="146"/>
                </a:cubicBezTo>
                <a:cubicBezTo>
                  <a:pt x="181" y="145"/>
                  <a:pt x="181" y="144"/>
                  <a:pt x="181" y="142"/>
                </a:cubicBezTo>
                <a:cubicBezTo>
                  <a:pt x="181" y="139"/>
                  <a:pt x="182" y="137"/>
                  <a:pt x="184" y="136"/>
                </a:cubicBezTo>
                <a:close/>
                <a:moveTo>
                  <a:pt x="14" y="14"/>
                </a:moveTo>
                <a:cubicBezTo>
                  <a:pt x="16" y="14"/>
                  <a:pt x="18" y="15"/>
                  <a:pt x="20" y="17"/>
                </a:cubicBezTo>
                <a:cubicBezTo>
                  <a:pt x="22" y="19"/>
                  <a:pt x="24" y="21"/>
                  <a:pt x="25" y="23"/>
                </a:cubicBezTo>
                <a:cubicBezTo>
                  <a:pt x="25" y="24"/>
                  <a:pt x="24" y="24"/>
                  <a:pt x="24" y="24"/>
                </a:cubicBezTo>
                <a:cubicBezTo>
                  <a:pt x="23" y="24"/>
                  <a:pt x="22" y="24"/>
                  <a:pt x="22" y="24"/>
                </a:cubicBezTo>
                <a:cubicBezTo>
                  <a:pt x="20" y="24"/>
                  <a:pt x="18" y="23"/>
                  <a:pt x="16" y="20"/>
                </a:cubicBezTo>
                <a:cubicBezTo>
                  <a:pt x="12" y="16"/>
                  <a:pt x="12" y="16"/>
                  <a:pt x="12" y="16"/>
                </a:cubicBezTo>
                <a:cubicBezTo>
                  <a:pt x="12" y="14"/>
                  <a:pt x="13" y="14"/>
                  <a:pt x="14" y="14"/>
                </a:cubicBezTo>
                <a:close/>
                <a:moveTo>
                  <a:pt x="187" y="94"/>
                </a:moveTo>
                <a:cubicBezTo>
                  <a:pt x="188" y="93"/>
                  <a:pt x="188" y="93"/>
                  <a:pt x="189" y="93"/>
                </a:cubicBezTo>
                <a:cubicBezTo>
                  <a:pt x="190" y="93"/>
                  <a:pt x="191" y="94"/>
                  <a:pt x="192" y="95"/>
                </a:cubicBezTo>
                <a:cubicBezTo>
                  <a:pt x="193" y="96"/>
                  <a:pt x="193" y="97"/>
                  <a:pt x="193" y="98"/>
                </a:cubicBezTo>
                <a:cubicBezTo>
                  <a:pt x="193" y="100"/>
                  <a:pt x="192" y="102"/>
                  <a:pt x="188" y="102"/>
                </a:cubicBezTo>
                <a:cubicBezTo>
                  <a:pt x="186" y="102"/>
                  <a:pt x="184" y="100"/>
                  <a:pt x="184" y="98"/>
                </a:cubicBezTo>
                <a:cubicBezTo>
                  <a:pt x="184" y="96"/>
                  <a:pt x="185" y="94"/>
                  <a:pt x="187" y="94"/>
                </a:cubicBezTo>
                <a:close/>
                <a:moveTo>
                  <a:pt x="157" y="157"/>
                </a:moveTo>
                <a:cubicBezTo>
                  <a:pt x="158" y="158"/>
                  <a:pt x="160" y="159"/>
                  <a:pt x="161" y="160"/>
                </a:cubicBezTo>
                <a:cubicBezTo>
                  <a:pt x="162" y="162"/>
                  <a:pt x="162" y="164"/>
                  <a:pt x="162" y="166"/>
                </a:cubicBezTo>
                <a:cubicBezTo>
                  <a:pt x="162" y="166"/>
                  <a:pt x="162" y="166"/>
                  <a:pt x="161" y="166"/>
                </a:cubicBezTo>
                <a:cubicBezTo>
                  <a:pt x="161" y="166"/>
                  <a:pt x="160" y="165"/>
                  <a:pt x="159" y="163"/>
                </a:cubicBezTo>
                <a:cubicBezTo>
                  <a:pt x="157" y="161"/>
                  <a:pt x="157" y="159"/>
                  <a:pt x="156" y="158"/>
                </a:cubicBezTo>
                <a:lnTo>
                  <a:pt x="157" y="157"/>
                </a:lnTo>
                <a:close/>
                <a:moveTo>
                  <a:pt x="109" y="140"/>
                </a:moveTo>
                <a:cubicBezTo>
                  <a:pt x="110" y="139"/>
                  <a:pt x="111" y="139"/>
                  <a:pt x="111" y="139"/>
                </a:cubicBezTo>
                <a:cubicBezTo>
                  <a:pt x="112" y="139"/>
                  <a:pt x="113" y="139"/>
                  <a:pt x="114" y="139"/>
                </a:cubicBezTo>
                <a:cubicBezTo>
                  <a:pt x="113" y="139"/>
                  <a:pt x="111" y="140"/>
                  <a:pt x="110" y="142"/>
                </a:cubicBezTo>
                <a:cubicBezTo>
                  <a:pt x="108" y="144"/>
                  <a:pt x="107" y="144"/>
                  <a:pt x="106" y="144"/>
                </a:cubicBezTo>
                <a:cubicBezTo>
                  <a:pt x="106" y="144"/>
                  <a:pt x="105" y="144"/>
                  <a:pt x="105" y="143"/>
                </a:cubicBezTo>
                <a:cubicBezTo>
                  <a:pt x="105" y="142"/>
                  <a:pt x="106" y="141"/>
                  <a:pt x="107" y="140"/>
                </a:cubicBezTo>
                <a:cubicBezTo>
                  <a:pt x="108" y="140"/>
                  <a:pt x="108" y="140"/>
                  <a:pt x="109" y="140"/>
                </a:cubicBezTo>
                <a:close/>
                <a:moveTo>
                  <a:pt x="39" y="0"/>
                </a:moveTo>
                <a:cubicBezTo>
                  <a:pt x="41" y="0"/>
                  <a:pt x="41" y="0"/>
                  <a:pt x="41" y="0"/>
                </a:cubicBezTo>
                <a:cubicBezTo>
                  <a:pt x="42" y="0"/>
                  <a:pt x="42" y="1"/>
                  <a:pt x="42" y="1"/>
                </a:cubicBezTo>
                <a:cubicBezTo>
                  <a:pt x="42" y="3"/>
                  <a:pt x="41" y="4"/>
                  <a:pt x="40" y="4"/>
                </a:cubicBezTo>
                <a:cubicBezTo>
                  <a:pt x="38" y="4"/>
                  <a:pt x="37" y="4"/>
                  <a:pt x="37" y="3"/>
                </a:cubicBezTo>
                <a:cubicBezTo>
                  <a:pt x="37" y="2"/>
                  <a:pt x="38" y="1"/>
                  <a:pt x="39" y="0"/>
                </a:cubicBezTo>
                <a:close/>
                <a:moveTo>
                  <a:pt x="134" y="155"/>
                </a:moveTo>
                <a:cubicBezTo>
                  <a:pt x="136" y="156"/>
                  <a:pt x="137" y="157"/>
                  <a:pt x="137" y="159"/>
                </a:cubicBezTo>
                <a:cubicBezTo>
                  <a:pt x="137" y="160"/>
                  <a:pt x="136" y="161"/>
                  <a:pt x="136" y="161"/>
                </a:cubicBezTo>
                <a:cubicBezTo>
                  <a:pt x="135" y="161"/>
                  <a:pt x="135" y="160"/>
                  <a:pt x="134" y="159"/>
                </a:cubicBezTo>
                <a:cubicBezTo>
                  <a:pt x="133" y="158"/>
                  <a:pt x="133" y="157"/>
                  <a:pt x="133" y="155"/>
                </a:cubicBezTo>
                <a:lnTo>
                  <a:pt x="134" y="155"/>
                </a:lnTo>
                <a:close/>
                <a:moveTo>
                  <a:pt x="88" y="88"/>
                </a:moveTo>
                <a:cubicBezTo>
                  <a:pt x="89" y="88"/>
                  <a:pt x="90" y="88"/>
                  <a:pt x="90" y="89"/>
                </a:cubicBezTo>
                <a:cubicBezTo>
                  <a:pt x="91" y="89"/>
                  <a:pt x="92" y="90"/>
                  <a:pt x="92" y="91"/>
                </a:cubicBezTo>
                <a:cubicBezTo>
                  <a:pt x="92" y="91"/>
                  <a:pt x="91" y="92"/>
                  <a:pt x="90" y="92"/>
                </a:cubicBezTo>
                <a:cubicBezTo>
                  <a:pt x="90" y="92"/>
                  <a:pt x="89" y="91"/>
                  <a:pt x="88" y="91"/>
                </a:cubicBezTo>
                <a:cubicBezTo>
                  <a:pt x="87" y="91"/>
                  <a:pt x="86" y="90"/>
                  <a:pt x="86" y="89"/>
                </a:cubicBezTo>
                <a:cubicBezTo>
                  <a:pt x="86" y="89"/>
                  <a:pt x="87" y="88"/>
                  <a:pt x="88" y="88"/>
                </a:cubicBezTo>
                <a:close/>
                <a:moveTo>
                  <a:pt x="98" y="59"/>
                </a:moveTo>
                <a:cubicBezTo>
                  <a:pt x="98" y="59"/>
                  <a:pt x="98" y="59"/>
                  <a:pt x="98" y="59"/>
                </a:cubicBezTo>
                <a:cubicBezTo>
                  <a:pt x="99" y="59"/>
                  <a:pt x="100" y="59"/>
                  <a:pt x="101" y="60"/>
                </a:cubicBezTo>
                <a:cubicBezTo>
                  <a:pt x="102" y="62"/>
                  <a:pt x="103" y="62"/>
                  <a:pt x="103" y="63"/>
                </a:cubicBezTo>
                <a:cubicBezTo>
                  <a:pt x="103" y="64"/>
                  <a:pt x="102" y="64"/>
                  <a:pt x="102" y="64"/>
                </a:cubicBezTo>
                <a:cubicBezTo>
                  <a:pt x="101" y="64"/>
                  <a:pt x="100" y="63"/>
                  <a:pt x="99" y="62"/>
                </a:cubicBezTo>
                <a:cubicBezTo>
                  <a:pt x="98" y="61"/>
                  <a:pt x="98" y="60"/>
                  <a:pt x="98" y="59"/>
                </a:cubicBezTo>
                <a:close/>
                <a:moveTo>
                  <a:pt x="91" y="74"/>
                </a:moveTo>
                <a:cubicBezTo>
                  <a:pt x="91" y="74"/>
                  <a:pt x="91" y="74"/>
                  <a:pt x="91" y="74"/>
                </a:cubicBezTo>
                <a:cubicBezTo>
                  <a:pt x="91" y="73"/>
                  <a:pt x="91" y="73"/>
                  <a:pt x="92" y="73"/>
                </a:cubicBezTo>
                <a:cubicBezTo>
                  <a:pt x="93" y="73"/>
                  <a:pt x="94" y="74"/>
                  <a:pt x="95" y="75"/>
                </a:cubicBezTo>
                <a:cubicBezTo>
                  <a:pt x="96" y="76"/>
                  <a:pt x="96" y="77"/>
                  <a:pt x="96" y="77"/>
                </a:cubicBezTo>
                <a:cubicBezTo>
                  <a:pt x="96" y="78"/>
                  <a:pt x="96" y="78"/>
                  <a:pt x="95" y="78"/>
                </a:cubicBezTo>
                <a:cubicBezTo>
                  <a:pt x="94" y="78"/>
                  <a:pt x="94" y="77"/>
                  <a:pt x="93" y="77"/>
                </a:cubicBezTo>
                <a:cubicBezTo>
                  <a:pt x="92" y="76"/>
                  <a:pt x="92" y="75"/>
                  <a:pt x="91" y="74"/>
                </a:cubicBezTo>
                <a:close/>
                <a:moveTo>
                  <a:pt x="3" y="43"/>
                </a:moveTo>
                <a:cubicBezTo>
                  <a:pt x="3" y="43"/>
                  <a:pt x="3" y="42"/>
                  <a:pt x="4" y="42"/>
                </a:cubicBezTo>
                <a:cubicBezTo>
                  <a:pt x="4" y="42"/>
                  <a:pt x="4" y="42"/>
                  <a:pt x="4" y="42"/>
                </a:cubicBezTo>
                <a:cubicBezTo>
                  <a:pt x="5" y="42"/>
                  <a:pt x="5" y="42"/>
                  <a:pt x="5" y="42"/>
                </a:cubicBezTo>
                <a:cubicBezTo>
                  <a:pt x="5" y="42"/>
                  <a:pt x="6" y="43"/>
                  <a:pt x="6" y="43"/>
                </a:cubicBezTo>
                <a:cubicBezTo>
                  <a:pt x="6" y="43"/>
                  <a:pt x="5" y="44"/>
                  <a:pt x="4" y="44"/>
                </a:cubicBezTo>
                <a:cubicBezTo>
                  <a:pt x="3" y="45"/>
                  <a:pt x="2" y="45"/>
                  <a:pt x="0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4"/>
                  <a:pt x="0" y="44"/>
                  <a:pt x="1" y="44"/>
                </a:cubicBezTo>
                <a:cubicBezTo>
                  <a:pt x="2" y="43"/>
                  <a:pt x="2" y="43"/>
                  <a:pt x="3" y="43"/>
                </a:cubicBezTo>
                <a:close/>
                <a:moveTo>
                  <a:pt x="168" y="110"/>
                </a:moveTo>
                <a:cubicBezTo>
                  <a:pt x="170" y="109"/>
                  <a:pt x="170" y="110"/>
                  <a:pt x="170" y="112"/>
                </a:cubicBezTo>
                <a:cubicBezTo>
                  <a:pt x="170" y="113"/>
                  <a:pt x="170" y="113"/>
                  <a:pt x="169" y="113"/>
                </a:cubicBezTo>
                <a:cubicBezTo>
                  <a:pt x="169" y="113"/>
                  <a:pt x="168" y="113"/>
                  <a:pt x="167" y="112"/>
                </a:cubicBezTo>
                <a:cubicBezTo>
                  <a:pt x="167" y="112"/>
                  <a:pt x="167" y="111"/>
                  <a:pt x="167" y="111"/>
                </a:cubicBezTo>
                <a:cubicBezTo>
                  <a:pt x="167" y="110"/>
                  <a:pt x="167" y="110"/>
                  <a:pt x="168" y="110"/>
                </a:cubicBezTo>
                <a:close/>
                <a:moveTo>
                  <a:pt x="168" y="64"/>
                </a:moveTo>
                <a:cubicBezTo>
                  <a:pt x="169" y="64"/>
                  <a:pt x="169" y="63"/>
                  <a:pt x="169" y="63"/>
                </a:cubicBezTo>
                <a:cubicBezTo>
                  <a:pt x="169" y="64"/>
                  <a:pt x="170" y="64"/>
                  <a:pt x="170" y="64"/>
                </a:cubicBezTo>
                <a:cubicBezTo>
                  <a:pt x="170" y="64"/>
                  <a:pt x="170" y="63"/>
                  <a:pt x="171" y="62"/>
                </a:cubicBezTo>
                <a:cubicBezTo>
                  <a:pt x="172" y="60"/>
                  <a:pt x="173" y="59"/>
                  <a:pt x="175" y="59"/>
                </a:cubicBezTo>
                <a:cubicBezTo>
                  <a:pt x="172" y="61"/>
                  <a:pt x="170" y="63"/>
                  <a:pt x="169" y="66"/>
                </a:cubicBezTo>
                <a:lnTo>
                  <a:pt x="168" y="64"/>
                </a:lnTo>
                <a:close/>
                <a:moveTo>
                  <a:pt x="101" y="98"/>
                </a:moveTo>
                <a:cubicBezTo>
                  <a:pt x="102" y="98"/>
                  <a:pt x="102" y="98"/>
                  <a:pt x="103" y="99"/>
                </a:cubicBezTo>
                <a:cubicBezTo>
                  <a:pt x="104" y="99"/>
                  <a:pt x="105" y="99"/>
                  <a:pt x="105" y="99"/>
                </a:cubicBezTo>
                <a:cubicBezTo>
                  <a:pt x="105" y="100"/>
                  <a:pt x="104" y="100"/>
                  <a:pt x="104" y="100"/>
                </a:cubicBezTo>
                <a:cubicBezTo>
                  <a:pt x="103" y="100"/>
                  <a:pt x="103" y="101"/>
                  <a:pt x="102" y="101"/>
                </a:cubicBezTo>
                <a:cubicBezTo>
                  <a:pt x="101" y="101"/>
                  <a:pt x="100" y="100"/>
                  <a:pt x="100" y="99"/>
                </a:cubicBezTo>
                <a:cubicBezTo>
                  <a:pt x="100" y="99"/>
                  <a:pt x="101" y="99"/>
                  <a:pt x="101" y="98"/>
                </a:cubicBezTo>
                <a:close/>
                <a:moveTo>
                  <a:pt x="126" y="39"/>
                </a:moveTo>
                <a:cubicBezTo>
                  <a:pt x="126" y="38"/>
                  <a:pt x="125" y="37"/>
                  <a:pt x="125" y="36"/>
                </a:cubicBezTo>
                <a:cubicBezTo>
                  <a:pt x="125" y="35"/>
                  <a:pt x="124" y="33"/>
                  <a:pt x="124" y="30"/>
                </a:cubicBezTo>
                <a:cubicBezTo>
                  <a:pt x="124" y="30"/>
                  <a:pt x="124" y="31"/>
                  <a:pt x="125" y="34"/>
                </a:cubicBezTo>
                <a:cubicBezTo>
                  <a:pt x="126" y="37"/>
                  <a:pt x="126" y="38"/>
                  <a:pt x="126" y="39"/>
                </a:cubicBezTo>
                <a:close/>
                <a:moveTo>
                  <a:pt x="127" y="41"/>
                </a:moveTo>
                <a:cubicBezTo>
                  <a:pt x="127" y="42"/>
                  <a:pt x="127" y="42"/>
                  <a:pt x="127" y="42"/>
                </a:cubicBezTo>
                <a:cubicBezTo>
                  <a:pt x="127" y="41"/>
                  <a:pt x="127" y="41"/>
                  <a:pt x="127" y="41"/>
                </a:cubicBezTo>
                <a:cubicBezTo>
                  <a:pt x="128" y="42"/>
                  <a:pt x="128" y="43"/>
                  <a:pt x="129" y="44"/>
                </a:cubicBezTo>
                <a:cubicBezTo>
                  <a:pt x="130" y="46"/>
                  <a:pt x="130" y="47"/>
                  <a:pt x="130" y="48"/>
                </a:cubicBezTo>
                <a:cubicBezTo>
                  <a:pt x="130" y="47"/>
                  <a:pt x="129" y="46"/>
                  <a:pt x="129" y="45"/>
                </a:cubicBezTo>
                <a:cubicBezTo>
                  <a:pt x="128" y="44"/>
                  <a:pt x="127" y="42"/>
                  <a:pt x="127" y="41"/>
                </a:cubicBezTo>
                <a:close/>
                <a:moveTo>
                  <a:pt x="184" y="104"/>
                </a:moveTo>
                <a:cubicBezTo>
                  <a:pt x="184" y="104"/>
                  <a:pt x="185" y="104"/>
                  <a:pt x="185" y="104"/>
                </a:cubicBezTo>
                <a:cubicBezTo>
                  <a:pt x="186" y="104"/>
                  <a:pt x="186" y="104"/>
                  <a:pt x="187" y="104"/>
                </a:cubicBezTo>
                <a:cubicBezTo>
                  <a:pt x="187" y="104"/>
                  <a:pt x="187" y="104"/>
                  <a:pt x="187" y="105"/>
                </a:cubicBezTo>
                <a:cubicBezTo>
                  <a:pt x="187" y="105"/>
                  <a:pt x="186" y="105"/>
                  <a:pt x="185" y="105"/>
                </a:cubicBezTo>
                <a:cubicBezTo>
                  <a:pt x="184" y="106"/>
                  <a:pt x="183" y="106"/>
                  <a:pt x="182" y="106"/>
                </a:cubicBezTo>
                <a:cubicBezTo>
                  <a:pt x="181" y="106"/>
                  <a:pt x="181" y="106"/>
                  <a:pt x="181" y="105"/>
                </a:cubicBezTo>
                <a:cubicBezTo>
                  <a:pt x="181" y="105"/>
                  <a:pt x="182" y="104"/>
                  <a:pt x="184" y="104"/>
                </a:cubicBezTo>
                <a:close/>
                <a:moveTo>
                  <a:pt x="108" y="105"/>
                </a:moveTo>
                <a:cubicBezTo>
                  <a:pt x="108" y="105"/>
                  <a:pt x="108" y="105"/>
                  <a:pt x="108" y="105"/>
                </a:cubicBezTo>
                <a:cubicBezTo>
                  <a:pt x="108" y="105"/>
                  <a:pt x="109" y="105"/>
                  <a:pt x="109" y="106"/>
                </a:cubicBezTo>
                <a:cubicBezTo>
                  <a:pt x="109" y="107"/>
                  <a:pt x="109" y="108"/>
                  <a:pt x="109" y="108"/>
                </a:cubicBezTo>
                <a:cubicBezTo>
                  <a:pt x="109" y="109"/>
                  <a:pt x="109" y="109"/>
                  <a:pt x="109" y="110"/>
                </a:cubicBezTo>
                <a:cubicBezTo>
                  <a:pt x="108" y="110"/>
                  <a:pt x="108" y="109"/>
                  <a:pt x="108" y="109"/>
                </a:cubicBezTo>
                <a:cubicBezTo>
                  <a:pt x="108" y="108"/>
                  <a:pt x="108" y="108"/>
                  <a:pt x="108" y="107"/>
                </a:cubicBezTo>
                <a:cubicBezTo>
                  <a:pt x="108" y="107"/>
                  <a:pt x="108" y="106"/>
                  <a:pt x="108" y="105"/>
                </a:cubicBezTo>
                <a:close/>
                <a:moveTo>
                  <a:pt x="84" y="58"/>
                </a:moveTo>
                <a:cubicBezTo>
                  <a:pt x="85" y="58"/>
                  <a:pt x="85" y="58"/>
                  <a:pt x="86" y="59"/>
                </a:cubicBezTo>
                <a:cubicBezTo>
                  <a:pt x="87" y="59"/>
                  <a:pt x="88" y="60"/>
                  <a:pt x="88" y="60"/>
                </a:cubicBezTo>
                <a:cubicBezTo>
                  <a:pt x="88" y="60"/>
                  <a:pt x="87" y="60"/>
                  <a:pt x="86" y="60"/>
                </a:cubicBezTo>
                <a:cubicBezTo>
                  <a:pt x="85" y="60"/>
                  <a:pt x="84" y="59"/>
                  <a:pt x="84" y="58"/>
                </a:cubicBezTo>
                <a:close/>
                <a:moveTo>
                  <a:pt x="110" y="61"/>
                </a:moveTo>
                <a:cubicBezTo>
                  <a:pt x="111" y="61"/>
                  <a:pt x="111" y="61"/>
                  <a:pt x="111" y="62"/>
                </a:cubicBezTo>
                <a:cubicBezTo>
                  <a:pt x="111" y="63"/>
                  <a:pt x="111" y="63"/>
                  <a:pt x="111" y="63"/>
                </a:cubicBezTo>
                <a:cubicBezTo>
                  <a:pt x="109" y="63"/>
                  <a:pt x="109" y="62"/>
                  <a:pt x="109" y="62"/>
                </a:cubicBezTo>
                <a:cubicBezTo>
                  <a:pt x="109" y="61"/>
                  <a:pt x="109" y="61"/>
                  <a:pt x="110" y="61"/>
                </a:cubicBezTo>
                <a:close/>
                <a:moveTo>
                  <a:pt x="92" y="118"/>
                </a:moveTo>
                <a:cubicBezTo>
                  <a:pt x="92" y="118"/>
                  <a:pt x="92" y="118"/>
                  <a:pt x="93" y="118"/>
                </a:cubicBezTo>
                <a:cubicBezTo>
                  <a:pt x="93" y="118"/>
                  <a:pt x="93" y="118"/>
                  <a:pt x="93" y="118"/>
                </a:cubicBezTo>
                <a:cubicBezTo>
                  <a:pt x="94" y="118"/>
                  <a:pt x="94" y="118"/>
                  <a:pt x="94" y="118"/>
                </a:cubicBezTo>
                <a:cubicBezTo>
                  <a:pt x="94" y="119"/>
                  <a:pt x="94" y="120"/>
                  <a:pt x="92" y="120"/>
                </a:cubicBezTo>
                <a:cubicBezTo>
                  <a:pt x="92" y="120"/>
                  <a:pt x="91" y="119"/>
                  <a:pt x="91" y="119"/>
                </a:cubicBezTo>
                <a:cubicBezTo>
                  <a:pt x="91" y="119"/>
                  <a:pt x="92" y="118"/>
                  <a:pt x="92" y="118"/>
                </a:cubicBezTo>
                <a:close/>
                <a:moveTo>
                  <a:pt x="60" y="86"/>
                </a:moveTo>
                <a:cubicBezTo>
                  <a:pt x="60" y="84"/>
                  <a:pt x="60" y="84"/>
                  <a:pt x="60" y="84"/>
                </a:cubicBezTo>
                <a:cubicBezTo>
                  <a:pt x="60" y="84"/>
                  <a:pt x="61" y="85"/>
                  <a:pt x="61" y="85"/>
                </a:cubicBezTo>
                <a:cubicBezTo>
                  <a:pt x="62" y="85"/>
                  <a:pt x="62" y="85"/>
                  <a:pt x="62" y="86"/>
                </a:cubicBezTo>
                <a:cubicBezTo>
                  <a:pt x="62" y="86"/>
                  <a:pt x="62" y="86"/>
                  <a:pt x="62" y="86"/>
                </a:cubicBezTo>
                <a:cubicBezTo>
                  <a:pt x="62" y="86"/>
                  <a:pt x="61" y="86"/>
                  <a:pt x="61" y="86"/>
                </a:cubicBezTo>
                <a:cubicBezTo>
                  <a:pt x="60" y="86"/>
                  <a:pt x="60" y="86"/>
                  <a:pt x="60" y="86"/>
                </a:cubicBezTo>
                <a:close/>
                <a:moveTo>
                  <a:pt x="146" y="48"/>
                </a:moveTo>
                <a:cubicBezTo>
                  <a:pt x="145" y="47"/>
                  <a:pt x="145" y="47"/>
                  <a:pt x="145" y="47"/>
                </a:cubicBezTo>
                <a:cubicBezTo>
                  <a:pt x="145" y="47"/>
                  <a:pt x="145" y="46"/>
                  <a:pt x="145" y="46"/>
                </a:cubicBezTo>
                <a:cubicBezTo>
                  <a:pt x="146" y="46"/>
                  <a:pt x="146" y="45"/>
                  <a:pt x="146" y="45"/>
                </a:cubicBezTo>
                <a:cubicBezTo>
                  <a:pt x="146" y="45"/>
                  <a:pt x="146" y="45"/>
                  <a:pt x="146" y="46"/>
                </a:cubicBezTo>
                <a:cubicBezTo>
                  <a:pt x="146" y="46"/>
                  <a:pt x="146" y="47"/>
                  <a:pt x="146" y="47"/>
                </a:cubicBezTo>
                <a:cubicBezTo>
                  <a:pt x="146" y="47"/>
                  <a:pt x="146" y="48"/>
                  <a:pt x="146" y="48"/>
                </a:cubicBezTo>
                <a:cubicBezTo>
                  <a:pt x="146" y="48"/>
                  <a:pt x="146" y="48"/>
                  <a:pt x="146" y="48"/>
                </a:cubicBezTo>
                <a:cubicBezTo>
                  <a:pt x="146" y="49"/>
                  <a:pt x="146" y="49"/>
                  <a:pt x="146" y="49"/>
                </a:cubicBezTo>
                <a:cubicBezTo>
                  <a:pt x="146" y="50"/>
                  <a:pt x="146" y="50"/>
                  <a:pt x="146" y="50"/>
                </a:cubicBezTo>
                <a:cubicBezTo>
                  <a:pt x="146" y="50"/>
                  <a:pt x="146" y="49"/>
                  <a:pt x="146" y="49"/>
                </a:cubicBezTo>
                <a:lnTo>
                  <a:pt x="146" y="48"/>
                </a:lnTo>
                <a:close/>
                <a:moveTo>
                  <a:pt x="28" y="34"/>
                </a:moveTo>
                <a:cubicBezTo>
                  <a:pt x="29" y="34"/>
                  <a:pt x="29" y="34"/>
                  <a:pt x="30" y="34"/>
                </a:cubicBezTo>
                <a:cubicBezTo>
                  <a:pt x="30" y="34"/>
                  <a:pt x="30" y="34"/>
                  <a:pt x="30" y="33"/>
                </a:cubicBezTo>
                <a:cubicBezTo>
                  <a:pt x="30" y="33"/>
                  <a:pt x="30" y="33"/>
                  <a:pt x="29" y="33"/>
                </a:cubicBezTo>
                <a:cubicBezTo>
                  <a:pt x="29" y="33"/>
                  <a:pt x="28" y="33"/>
                  <a:pt x="28" y="34"/>
                </a:cubicBezTo>
                <a:close/>
                <a:moveTo>
                  <a:pt x="130" y="49"/>
                </a:moveTo>
                <a:cubicBezTo>
                  <a:pt x="130" y="49"/>
                  <a:pt x="131" y="50"/>
                  <a:pt x="131" y="50"/>
                </a:cubicBezTo>
                <a:cubicBezTo>
                  <a:pt x="131" y="50"/>
                  <a:pt x="131" y="51"/>
                  <a:pt x="131" y="52"/>
                </a:cubicBezTo>
                <a:cubicBezTo>
                  <a:pt x="130" y="50"/>
                  <a:pt x="130" y="50"/>
                  <a:pt x="130" y="50"/>
                </a:cubicBezTo>
                <a:cubicBezTo>
                  <a:pt x="130" y="50"/>
                  <a:pt x="130" y="49"/>
                  <a:pt x="130" y="49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43548" tIns="21773" rIns="43548" bIns="21773" anchor="t"/>
          <a:lstStyle/>
          <a:p>
            <a:endParaRPr sz="855"/>
          </a:p>
        </p:txBody>
      </p:sp>
      <p:sp>
        <p:nvSpPr>
          <p:cNvPr id="15" name="Freeform 97"/>
          <p:cNvSpPr>
            <a:spLocks noGrp="1"/>
          </p:cNvSpPr>
          <p:nvPr/>
        </p:nvSpPr>
        <p:spPr>
          <a:xfrm>
            <a:off x="1324507" y="856045"/>
            <a:ext cx="2134636" cy="1437515"/>
          </a:xfrm>
          <a:custGeom>
            <a:avLst/>
            <a:gdLst>
              <a:gd name="T0" fmla="*/ 192 w 305"/>
              <a:gd name="T1" fmla="*/ 174 h 205"/>
              <a:gd name="T2" fmla="*/ 179 w 305"/>
              <a:gd name="T3" fmla="*/ 106 h 205"/>
              <a:gd name="T4" fmla="*/ 199 w 305"/>
              <a:gd name="T5" fmla="*/ 170 h 205"/>
              <a:gd name="T6" fmla="*/ 169 w 305"/>
              <a:gd name="T7" fmla="*/ 110 h 205"/>
              <a:gd name="T8" fmla="*/ 164 w 305"/>
              <a:gd name="T9" fmla="*/ 105 h 205"/>
              <a:gd name="T10" fmla="*/ 220 w 305"/>
              <a:gd name="T11" fmla="*/ 111 h 205"/>
              <a:gd name="T12" fmla="*/ 201 w 305"/>
              <a:gd name="T13" fmla="*/ 122 h 205"/>
              <a:gd name="T14" fmla="*/ 199 w 305"/>
              <a:gd name="T15" fmla="*/ 121 h 205"/>
              <a:gd name="T16" fmla="*/ 220 w 305"/>
              <a:gd name="T17" fmla="*/ 111 h 205"/>
              <a:gd name="T18" fmla="*/ 303 w 305"/>
              <a:gd name="T19" fmla="*/ 54 h 205"/>
              <a:gd name="T20" fmla="*/ 286 w 305"/>
              <a:gd name="T21" fmla="*/ 63 h 205"/>
              <a:gd name="T22" fmla="*/ 219 w 305"/>
              <a:gd name="T23" fmla="*/ 91 h 205"/>
              <a:gd name="T24" fmla="*/ 205 w 305"/>
              <a:gd name="T25" fmla="*/ 98 h 205"/>
              <a:gd name="T26" fmla="*/ 204 w 305"/>
              <a:gd name="T27" fmla="*/ 98 h 205"/>
              <a:gd name="T28" fmla="*/ 190 w 305"/>
              <a:gd name="T29" fmla="*/ 107 h 205"/>
              <a:gd name="T30" fmla="*/ 194 w 305"/>
              <a:gd name="T31" fmla="*/ 102 h 205"/>
              <a:gd name="T32" fmla="*/ 244 w 305"/>
              <a:gd name="T33" fmla="*/ 146 h 205"/>
              <a:gd name="T34" fmla="*/ 203 w 305"/>
              <a:gd name="T35" fmla="*/ 175 h 205"/>
              <a:gd name="T36" fmla="*/ 199 w 305"/>
              <a:gd name="T37" fmla="*/ 170 h 205"/>
              <a:gd name="T38" fmla="*/ 195 w 305"/>
              <a:gd name="T39" fmla="*/ 119 h 205"/>
              <a:gd name="T40" fmla="*/ 102 w 305"/>
              <a:gd name="T41" fmla="*/ 79 h 205"/>
              <a:gd name="T42" fmla="*/ 33 w 305"/>
              <a:gd name="T43" fmla="*/ 113 h 205"/>
              <a:gd name="T44" fmla="*/ 33 w 305"/>
              <a:gd name="T45" fmla="*/ 113 h 205"/>
              <a:gd name="T46" fmla="*/ 195 w 305"/>
              <a:gd name="T47" fmla="*/ 115 h 205"/>
              <a:gd name="T48" fmla="*/ 191 w 305"/>
              <a:gd name="T49" fmla="*/ 112 h 205"/>
              <a:gd name="T50" fmla="*/ 183 w 305"/>
              <a:gd name="T51" fmla="*/ 162 h 205"/>
              <a:gd name="T52" fmla="*/ 168 w 305"/>
              <a:gd name="T53" fmla="*/ 154 h 205"/>
              <a:gd name="T54" fmla="*/ 144 w 305"/>
              <a:gd name="T55" fmla="*/ 177 h 205"/>
              <a:gd name="T56" fmla="*/ 121 w 305"/>
              <a:gd name="T57" fmla="*/ 161 h 205"/>
              <a:gd name="T58" fmla="*/ 106 w 305"/>
              <a:gd name="T59" fmla="*/ 199 h 205"/>
              <a:gd name="T60" fmla="*/ 87 w 305"/>
              <a:gd name="T61" fmla="*/ 178 h 205"/>
              <a:gd name="T62" fmla="*/ 86 w 305"/>
              <a:gd name="T63" fmla="*/ 168 h 205"/>
              <a:gd name="T64" fmla="*/ 78 w 305"/>
              <a:gd name="T65" fmla="*/ 173 h 205"/>
              <a:gd name="T66" fmla="*/ 93 w 305"/>
              <a:gd name="T67" fmla="*/ 150 h 205"/>
              <a:gd name="T68" fmla="*/ 95 w 305"/>
              <a:gd name="T69" fmla="*/ 135 h 205"/>
              <a:gd name="T70" fmla="*/ 76 w 305"/>
              <a:gd name="T71" fmla="*/ 128 h 205"/>
              <a:gd name="T72" fmla="*/ 94 w 305"/>
              <a:gd name="T73" fmla="*/ 115 h 205"/>
              <a:gd name="T74" fmla="*/ 88 w 305"/>
              <a:gd name="T75" fmla="*/ 109 h 205"/>
              <a:gd name="T76" fmla="*/ 3 w 305"/>
              <a:gd name="T77" fmla="*/ 48 h 205"/>
              <a:gd name="T78" fmla="*/ 81 w 305"/>
              <a:gd name="T79" fmla="*/ 101 h 205"/>
              <a:gd name="T80" fmla="*/ 88 w 305"/>
              <a:gd name="T81" fmla="*/ 104 h 205"/>
              <a:gd name="T82" fmla="*/ 105 w 305"/>
              <a:gd name="T83" fmla="*/ 102 h 205"/>
              <a:gd name="T84" fmla="*/ 113 w 305"/>
              <a:gd name="T85" fmla="*/ 92 h 205"/>
              <a:gd name="T86" fmla="*/ 120 w 305"/>
              <a:gd name="T87" fmla="*/ 95 h 205"/>
              <a:gd name="T88" fmla="*/ 124 w 305"/>
              <a:gd name="T89" fmla="*/ 85 h 205"/>
              <a:gd name="T90" fmla="*/ 127 w 305"/>
              <a:gd name="T91" fmla="*/ 92 h 205"/>
              <a:gd name="T92" fmla="*/ 139 w 305"/>
              <a:gd name="T93" fmla="*/ 100 h 205"/>
              <a:gd name="T94" fmla="*/ 149 w 305"/>
              <a:gd name="T95" fmla="*/ 86 h 205"/>
              <a:gd name="T96" fmla="*/ 159 w 305"/>
              <a:gd name="T97" fmla="*/ 102 h 205"/>
              <a:gd name="T98" fmla="*/ 233 w 305"/>
              <a:gd name="T99" fmla="*/ 1 h 205"/>
              <a:gd name="T100" fmla="*/ 167 w 305"/>
              <a:gd name="T101" fmla="*/ 95 h 205"/>
              <a:gd name="T102" fmla="*/ 167 w 305"/>
              <a:gd name="T103" fmla="*/ 121 h 205"/>
              <a:gd name="T104" fmla="*/ 177 w 305"/>
              <a:gd name="T105" fmla="*/ 127 h 205"/>
              <a:gd name="T106" fmla="*/ 166 w 305"/>
              <a:gd name="T107" fmla="*/ 142 h 205"/>
              <a:gd name="T108" fmla="*/ 144 w 305"/>
              <a:gd name="T109" fmla="*/ 192 h 205"/>
              <a:gd name="T110" fmla="*/ 153 w 305"/>
              <a:gd name="T111" fmla="*/ 199 h 205"/>
            </a:gdLst>
            <a:ahLst/>
            <a:cxnLst/>
            <a:rect l="0" t="0" r="r" b="b"/>
            <a:pathLst>
              <a:path w="305" h="205">
                <a:moveTo>
                  <a:pt x="193" y="167"/>
                </a:moveTo>
                <a:cubicBezTo>
                  <a:pt x="191" y="167"/>
                  <a:pt x="189" y="166"/>
                  <a:pt x="188" y="165"/>
                </a:cubicBezTo>
                <a:cubicBezTo>
                  <a:pt x="189" y="165"/>
                  <a:pt x="190" y="165"/>
                  <a:pt x="192" y="166"/>
                </a:cubicBezTo>
                <a:lnTo>
                  <a:pt x="193" y="167"/>
                </a:lnTo>
                <a:close/>
                <a:moveTo>
                  <a:pt x="190" y="173"/>
                </a:moveTo>
                <a:cubicBezTo>
                  <a:pt x="190" y="173"/>
                  <a:pt x="190" y="173"/>
                  <a:pt x="190" y="173"/>
                </a:cubicBezTo>
                <a:cubicBezTo>
                  <a:pt x="191" y="173"/>
                  <a:pt x="191" y="173"/>
                  <a:pt x="192" y="174"/>
                </a:cubicBezTo>
                <a:cubicBezTo>
                  <a:pt x="192" y="175"/>
                  <a:pt x="193" y="175"/>
                  <a:pt x="193" y="176"/>
                </a:cubicBezTo>
                <a:cubicBezTo>
                  <a:pt x="192" y="175"/>
                  <a:pt x="191" y="175"/>
                  <a:pt x="190" y="173"/>
                </a:cubicBezTo>
                <a:close/>
                <a:moveTo>
                  <a:pt x="175" y="105"/>
                </a:moveTo>
                <a:cubicBezTo>
                  <a:pt x="175" y="105"/>
                  <a:pt x="176" y="105"/>
                  <a:pt x="177" y="105"/>
                </a:cubicBezTo>
                <a:cubicBezTo>
                  <a:pt x="177" y="105"/>
                  <a:pt x="178" y="105"/>
                  <a:pt x="179" y="105"/>
                </a:cubicBezTo>
                <a:cubicBezTo>
                  <a:pt x="180" y="105"/>
                  <a:pt x="180" y="105"/>
                  <a:pt x="180" y="106"/>
                </a:cubicBezTo>
                <a:cubicBezTo>
                  <a:pt x="180" y="106"/>
                  <a:pt x="180" y="106"/>
                  <a:pt x="179" y="106"/>
                </a:cubicBezTo>
                <a:cubicBezTo>
                  <a:pt x="178" y="107"/>
                  <a:pt x="178" y="107"/>
                  <a:pt x="178" y="107"/>
                </a:cubicBezTo>
                <a:cubicBezTo>
                  <a:pt x="177" y="107"/>
                  <a:pt x="176" y="106"/>
                  <a:pt x="175" y="105"/>
                </a:cubicBezTo>
                <a:close/>
                <a:moveTo>
                  <a:pt x="200" y="168"/>
                </a:moveTo>
                <a:cubicBezTo>
                  <a:pt x="201" y="168"/>
                  <a:pt x="202" y="169"/>
                  <a:pt x="203" y="169"/>
                </a:cubicBezTo>
                <a:cubicBezTo>
                  <a:pt x="204" y="170"/>
                  <a:pt x="204" y="170"/>
                  <a:pt x="204" y="171"/>
                </a:cubicBezTo>
                <a:cubicBezTo>
                  <a:pt x="204" y="172"/>
                  <a:pt x="204" y="172"/>
                  <a:pt x="203" y="172"/>
                </a:cubicBezTo>
                <a:cubicBezTo>
                  <a:pt x="202" y="172"/>
                  <a:pt x="201" y="172"/>
                  <a:pt x="199" y="170"/>
                </a:cubicBezTo>
                <a:cubicBezTo>
                  <a:pt x="197" y="169"/>
                  <a:pt x="195" y="167"/>
                  <a:pt x="193" y="166"/>
                </a:cubicBezTo>
                <a:cubicBezTo>
                  <a:pt x="191" y="164"/>
                  <a:pt x="189" y="162"/>
                  <a:pt x="188" y="161"/>
                </a:cubicBezTo>
                <a:cubicBezTo>
                  <a:pt x="186" y="159"/>
                  <a:pt x="185" y="158"/>
                  <a:pt x="185" y="157"/>
                </a:cubicBezTo>
                <a:cubicBezTo>
                  <a:pt x="188" y="159"/>
                  <a:pt x="191" y="160"/>
                  <a:pt x="193" y="162"/>
                </a:cubicBezTo>
                <a:cubicBezTo>
                  <a:pt x="195" y="164"/>
                  <a:pt x="198" y="166"/>
                  <a:pt x="200" y="168"/>
                </a:cubicBezTo>
                <a:close/>
                <a:moveTo>
                  <a:pt x="166" y="106"/>
                </a:moveTo>
                <a:cubicBezTo>
                  <a:pt x="167" y="108"/>
                  <a:pt x="169" y="109"/>
                  <a:pt x="169" y="110"/>
                </a:cubicBezTo>
                <a:cubicBezTo>
                  <a:pt x="170" y="112"/>
                  <a:pt x="171" y="113"/>
                  <a:pt x="172" y="115"/>
                </a:cubicBezTo>
                <a:cubicBezTo>
                  <a:pt x="172" y="115"/>
                  <a:pt x="171" y="114"/>
                  <a:pt x="170" y="113"/>
                </a:cubicBezTo>
                <a:cubicBezTo>
                  <a:pt x="169" y="111"/>
                  <a:pt x="169" y="111"/>
                  <a:pt x="169" y="111"/>
                </a:cubicBezTo>
                <a:cubicBezTo>
                  <a:pt x="168" y="110"/>
                  <a:pt x="167" y="109"/>
                  <a:pt x="167" y="108"/>
                </a:cubicBezTo>
                <a:cubicBezTo>
                  <a:pt x="166" y="107"/>
                  <a:pt x="165" y="106"/>
                  <a:pt x="164" y="106"/>
                </a:cubicBezTo>
                <a:cubicBezTo>
                  <a:pt x="163" y="106"/>
                  <a:pt x="163" y="106"/>
                  <a:pt x="163" y="106"/>
                </a:cubicBezTo>
                <a:cubicBezTo>
                  <a:pt x="163" y="105"/>
                  <a:pt x="163" y="105"/>
                  <a:pt x="164" y="105"/>
                </a:cubicBezTo>
                <a:cubicBezTo>
                  <a:pt x="165" y="105"/>
                  <a:pt x="165" y="105"/>
                  <a:pt x="166" y="106"/>
                </a:cubicBezTo>
                <a:close/>
                <a:moveTo>
                  <a:pt x="270" y="68"/>
                </a:moveTo>
                <a:cubicBezTo>
                  <a:pt x="281" y="63"/>
                  <a:pt x="281" y="63"/>
                  <a:pt x="281" y="63"/>
                </a:cubicBezTo>
                <a:cubicBezTo>
                  <a:pt x="283" y="62"/>
                  <a:pt x="284" y="62"/>
                  <a:pt x="284" y="62"/>
                </a:cubicBezTo>
                <a:cubicBezTo>
                  <a:pt x="282" y="63"/>
                  <a:pt x="280" y="64"/>
                  <a:pt x="278" y="65"/>
                </a:cubicBezTo>
                <a:lnTo>
                  <a:pt x="270" y="68"/>
                </a:lnTo>
                <a:close/>
                <a:moveTo>
                  <a:pt x="220" y="111"/>
                </a:moveTo>
                <a:cubicBezTo>
                  <a:pt x="221" y="111"/>
                  <a:pt x="221" y="111"/>
                  <a:pt x="222" y="111"/>
                </a:cubicBezTo>
                <a:cubicBezTo>
                  <a:pt x="222" y="111"/>
                  <a:pt x="222" y="111"/>
                  <a:pt x="222" y="112"/>
                </a:cubicBezTo>
                <a:cubicBezTo>
                  <a:pt x="222" y="113"/>
                  <a:pt x="221" y="113"/>
                  <a:pt x="219" y="114"/>
                </a:cubicBezTo>
                <a:cubicBezTo>
                  <a:pt x="217" y="115"/>
                  <a:pt x="214" y="116"/>
                  <a:pt x="212" y="117"/>
                </a:cubicBezTo>
                <a:cubicBezTo>
                  <a:pt x="209" y="118"/>
                  <a:pt x="207" y="118"/>
                  <a:pt x="204" y="119"/>
                </a:cubicBezTo>
                <a:cubicBezTo>
                  <a:pt x="202" y="120"/>
                  <a:pt x="201" y="121"/>
                  <a:pt x="201" y="121"/>
                </a:cubicBezTo>
                <a:cubicBezTo>
                  <a:pt x="201" y="122"/>
                  <a:pt x="201" y="122"/>
                  <a:pt x="201" y="122"/>
                </a:cubicBezTo>
                <a:cubicBezTo>
                  <a:pt x="202" y="123"/>
                  <a:pt x="202" y="123"/>
                  <a:pt x="202" y="123"/>
                </a:cubicBezTo>
                <a:cubicBezTo>
                  <a:pt x="202" y="127"/>
                  <a:pt x="200" y="128"/>
                  <a:pt x="197" y="128"/>
                </a:cubicBezTo>
                <a:cubicBezTo>
                  <a:pt x="194" y="128"/>
                  <a:pt x="193" y="127"/>
                  <a:pt x="193" y="125"/>
                </a:cubicBezTo>
                <a:cubicBezTo>
                  <a:pt x="193" y="124"/>
                  <a:pt x="194" y="123"/>
                  <a:pt x="195" y="122"/>
                </a:cubicBezTo>
                <a:cubicBezTo>
                  <a:pt x="198" y="121"/>
                  <a:pt x="198" y="121"/>
                  <a:pt x="198" y="121"/>
                </a:cubicBezTo>
                <a:cubicBezTo>
                  <a:pt x="198" y="121"/>
                  <a:pt x="198" y="121"/>
                  <a:pt x="199" y="121"/>
                </a:cubicBezTo>
                <a:cubicBezTo>
                  <a:pt x="199" y="121"/>
                  <a:pt x="199" y="121"/>
                  <a:pt x="199" y="121"/>
                </a:cubicBezTo>
                <a:cubicBezTo>
                  <a:pt x="200" y="121"/>
                  <a:pt x="200" y="121"/>
                  <a:pt x="201" y="120"/>
                </a:cubicBezTo>
                <a:cubicBezTo>
                  <a:pt x="202" y="119"/>
                  <a:pt x="203" y="119"/>
                  <a:pt x="203" y="117"/>
                </a:cubicBezTo>
                <a:cubicBezTo>
                  <a:pt x="202" y="117"/>
                  <a:pt x="202" y="117"/>
                  <a:pt x="202" y="117"/>
                </a:cubicBezTo>
                <a:cubicBezTo>
                  <a:pt x="202" y="117"/>
                  <a:pt x="202" y="117"/>
                  <a:pt x="204" y="116"/>
                </a:cubicBezTo>
                <a:cubicBezTo>
                  <a:pt x="208" y="115"/>
                  <a:pt x="208" y="115"/>
                  <a:pt x="208" y="115"/>
                </a:cubicBezTo>
                <a:cubicBezTo>
                  <a:pt x="214" y="113"/>
                  <a:pt x="214" y="113"/>
                  <a:pt x="214" y="113"/>
                </a:cubicBezTo>
                <a:cubicBezTo>
                  <a:pt x="216" y="113"/>
                  <a:pt x="218" y="112"/>
                  <a:pt x="220" y="111"/>
                </a:cubicBezTo>
                <a:close/>
                <a:moveTo>
                  <a:pt x="186" y="123"/>
                </a:moveTo>
                <a:cubicBezTo>
                  <a:pt x="185" y="124"/>
                  <a:pt x="185" y="124"/>
                  <a:pt x="184" y="124"/>
                </a:cubicBezTo>
                <a:cubicBezTo>
                  <a:pt x="182" y="124"/>
                  <a:pt x="182" y="124"/>
                  <a:pt x="182" y="124"/>
                </a:cubicBezTo>
                <a:cubicBezTo>
                  <a:pt x="183" y="122"/>
                  <a:pt x="185" y="121"/>
                  <a:pt x="188" y="121"/>
                </a:cubicBezTo>
                <a:cubicBezTo>
                  <a:pt x="188" y="122"/>
                  <a:pt x="187" y="122"/>
                  <a:pt x="187" y="122"/>
                </a:cubicBezTo>
                <a:cubicBezTo>
                  <a:pt x="187" y="123"/>
                  <a:pt x="186" y="123"/>
                  <a:pt x="186" y="123"/>
                </a:cubicBezTo>
                <a:close/>
                <a:moveTo>
                  <a:pt x="303" y="54"/>
                </a:moveTo>
                <a:cubicBezTo>
                  <a:pt x="304" y="54"/>
                  <a:pt x="304" y="54"/>
                  <a:pt x="304" y="54"/>
                </a:cubicBezTo>
                <a:cubicBezTo>
                  <a:pt x="304" y="54"/>
                  <a:pt x="304" y="54"/>
                  <a:pt x="304" y="54"/>
                </a:cubicBezTo>
                <a:cubicBezTo>
                  <a:pt x="304" y="54"/>
                  <a:pt x="305" y="54"/>
                  <a:pt x="305" y="55"/>
                </a:cubicBezTo>
                <a:cubicBezTo>
                  <a:pt x="305" y="55"/>
                  <a:pt x="304" y="55"/>
                  <a:pt x="302" y="56"/>
                </a:cubicBezTo>
                <a:cubicBezTo>
                  <a:pt x="296" y="58"/>
                  <a:pt x="296" y="58"/>
                  <a:pt x="296" y="58"/>
                </a:cubicBezTo>
                <a:cubicBezTo>
                  <a:pt x="294" y="59"/>
                  <a:pt x="292" y="60"/>
                  <a:pt x="290" y="61"/>
                </a:cubicBezTo>
                <a:cubicBezTo>
                  <a:pt x="287" y="62"/>
                  <a:pt x="286" y="63"/>
                  <a:pt x="286" y="63"/>
                </a:cubicBezTo>
                <a:cubicBezTo>
                  <a:pt x="286" y="63"/>
                  <a:pt x="286" y="63"/>
                  <a:pt x="286" y="63"/>
                </a:cubicBezTo>
                <a:cubicBezTo>
                  <a:pt x="285" y="63"/>
                  <a:pt x="285" y="63"/>
                  <a:pt x="285" y="62"/>
                </a:cubicBezTo>
                <a:cubicBezTo>
                  <a:pt x="285" y="62"/>
                  <a:pt x="284" y="62"/>
                  <a:pt x="284" y="62"/>
                </a:cubicBezTo>
                <a:cubicBezTo>
                  <a:pt x="291" y="59"/>
                  <a:pt x="295" y="57"/>
                  <a:pt x="298" y="56"/>
                </a:cubicBezTo>
                <a:lnTo>
                  <a:pt x="303" y="54"/>
                </a:lnTo>
                <a:close/>
                <a:moveTo>
                  <a:pt x="205" y="98"/>
                </a:moveTo>
                <a:cubicBezTo>
                  <a:pt x="209" y="96"/>
                  <a:pt x="214" y="94"/>
                  <a:pt x="219" y="91"/>
                </a:cubicBezTo>
                <a:cubicBezTo>
                  <a:pt x="225" y="89"/>
                  <a:pt x="230" y="86"/>
                  <a:pt x="236" y="83"/>
                </a:cubicBezTo>
                <a:cubicBezTo>
                  <a:pt x="242" y="81"/>
                  <a:pt x="248" y="78"/>
                  <a:pt x="253" y="75"/>
                </a:cubicBezTo>
                <a:cubicBezTo>
                  <a:pt x="259" y="73"/>
                  <a:pt x="265" y="70"/>
                  <a:pt x="270" y="68"/>
                </a:cubicBezTo>
                <a:cubicBezTo>
                  <a:pt x="266" y="70"/>
                  <a:pt x="261" y="72"/>
                  <a:pt x="255" y="75"/>
                </a:cubicBezTo>
                <a:cubicBezTo>
                  <a:pt x="250" y="77"/>
                  <a:pt x="244" y="80"/>
                  <a:pt x="238" y="82"/>
                </a:cubicBezTo>
                <a:cubicBezTo>
                  <a:pt x="232" y="85"/>
                  <a:pt x="226" y="88"/>
                  <a:pt x="221" y="91"/>
                </a:cubicBezTo>
                <a:cubicBezTo>
                  <a:pt x="215" y="93"/>
                  <a:pt x="210" y="96"/>
                  <a:pt x="205" y="98"/>
                </a:cubicBezTo>
                <a:cubicBezTo>
                  <a:pt x="206" y="98"/>
                  <a:pt x="207" y="97"/>
                  <a:pt x="209" y="97"/>
                </a:cubicBezTo>
                <a:cubicBezTo>
                  <a:pt x="210" y="96"/>
                  <a:pt x="211" y="96"/>
                  <a:pt x="212" y="96"/>
                </a:cubicBezTo>
                <a:cubicBezTo>
                  <a:pt x="213" y="96"/>
                  <a:pt x="213" y="96"/>
                  <a:pt x="214" y="96"/>
                </a:cubicBezTo>
                <a:cubicBezTo>
                  <a:pt x="216" y="96"/>
                  <a:pt x="216" y="96"/>
                  <a:pt x="216" y="97"/>
                </a:cubicBezTo>
                <a:cubicBezTo>
                  <a:pt x="216" y="97"/>
                  <a:pt x="215" y="98"/>
                  <a:pt x="214" y="98"/>
                </a:cubicBezTo>
                <a:cubicBezTo>
                  <a:pt x="213" y="98"/>
                  <a:pt x="212" y="97"/>
                  <a:pt x="210" y="97"/>
                </a:cubicBezTo>
                <a:cubicBezTo>
                  <a:pt x="209" y="98"/>
                  <a:pt x="207" y="98"/>
                  <a:pt x="204" y="98"/>
                </a:cubicBezTo>
                <a:cubicBezTo>
                  <a:pt x="204" y="98"/>
                  <a:pt x="204" y="98"/>
                  <a:pt x="204" y="98"/>
                </a:cubicBezTo>
                <a:cubicBezTo>
                  <a:pt x="203" y="99"/>
                  <a:pt x="201" y="99"/>
                  <a:pt x="200" y="100"/>
                </a:cubicBezTo>
                <a:cubicBezTo>
                  <a:pt x="198" y="100"/>
                  <a:pt x="196" y="101"/>
                  <a:pt x="194" y="102"/>
                </a:cubicBezTo>
                <a:cubicBezTo>
                  <a:pt x="193" y="103"/>
                  <a:pt x="191" y="103"/>
                  <a:pt x="190" y="104"/>
                </a:cubicBezTo>
                <a:cubicBezTo>
                  <a:pt x="189" y="105"/>
                  <a:pt x="188" y="105"/>
                  <a:pt x="188" y="106"/>
                </a:cubicBezTo>
                <a:cubicBezTo>
                  <a:pt x="188" y="107"/>
                  <a:pt x="189" y="107"/>
                  <a:pt x="189" y="107"/>
                </a:cubicBezTo>
                <a:cubicBezTo>
                  <a:pt x="190" y="107"/>
                  <a:pt x="190" y="107"/>
                  <a:pt x="190" y="107"/>
                </a:cubicBezTo>
                <a:cubicBezTo>
                  <a:pt x="190" y="107"/>
                  <a:pt x="191" y="106"/>
                  <a:pt x="191" y="106"/>
                </a:cubicBezTo>
                <a:cubicBezTo>
                  <a:pt x="192" y="107"/>
                  <a:pt x="192" y="107"/>
                  <a:pt x="192" y="107"/>
                </a:cubicBezTo>
                <a:cubicBezTo>
                  <a:pt x="191" y="108"/>
                  <a:pt x="190" y="108"/>
                  <a:pt x="188" y="108"/>
                </a:cubicBezTo>
                <a:cubicBezTo>
                  <a:pt x="187" y="108"/>
                  <a:pt x="186" y="108"/>
                  <a:pt x="185" y="107"/>
                </a:cubicBezTo>
                <a:cubicBezTo>
                  <a:pt x="183" y="106"/>
                  <a:pt x="183" y="106"/>
                  <a:pt x="182" y="105"/>
                </a:cubicBezTo>
                <a:cubicBezTo>
                  <a:pt x="184" y="105"/>
                  <a:pt x="187" y="104"/>
                  <a:pt x="190" y="103"/>
                </a:cubicBezTo>
                <a:cubicBezTo>
                  <a:pt x="192" y="102"/>
                  <a:pt x="194" y="102"/>
                  <a:pt x="194" y="102"/>
                </a:cubicBezTo>
                <a:cubicBezTo>
                  <a:pt x="195" y="102"/>
                  <a:pt x="195" y="102"/>
                  <a:pt x="195" y="102"/>
                </a:cubicBezTo>
                <a:cubicBezTo>
                  <a:pt x="199" y="100"/>
                  <a:pt x="199" y="100"/>
                  <a:pt x="199" y="100"/>
                </a:cubicBezTo>
                <a:cubicBezTo>
                  <a:pt x="202" y="98"/>
                  <a:pt x="203" y="98"/>
                  <a:pt x="205" y="98"/>
                </a:cubicBezTo>
                <a:close/>
                <a:moveTo>
                  <a:pt x="239" y="137"/>
                </a:moveTo>
                <a:cubicBezTo>
                  <a:pt x="241" y="137"/>
                  <a:pt x="243" y="137"/>
                  <a:pt x="244" y="138"/>
                </a:cubicBezTo>
                <a:cubicBezTo>
                  <a:pt x="246" y="138"/>
                  <a:pt x="246" y="140"/>
                  <a:pt x="246" y="142"/>
                </a:cubicBezTo>
                <a:cubicBezTo>
                  <a:pt x="246" y="144"/>
                  <a:pt x="246" y="145"/>
                  <a:pt x="244" y="146"/>
                </a:cubicBezTo>
                <a:cubicBezTo>
                  <a:pt x="243" y="146"/>
                  <a:pt x="242" y="147"/>
                  <a:pt x="242" y="147"/>
                </a:cubicBezTo>
                <a:cubicBezTo>
                  <a:pt x="240" y="147"/>
                  <a:pt x="239" y="146"/>
                  <a:pt x="238" y="146"/>
                </a:cubicBezTo>
                <a:cubicBezTo>
                  <a:pt x="236" y="145"/>
                  <a:pt x="236" y="144"/>
                  <a:pt x="236" y="142"/>
                </a:cubicBezTo>
                <a:cubicBezTo>
                  <a:pt x="236" y="139"/>
                  <a:pt x="237" y="138"/>
                  <a:pt x="239" y="137"/>
                </a:cubicBezTo>
                <a:close/>
                <a:moveTo>
                  <a:pt x="202" y="173"/>
                </a:moveTo>
                <a:cubicBezTo>
                  <a:pt x="202" y="173"/>
                  <a:pt x="202" y="173"/>
                  <a:pt x="202" y="174"/>
                </a:cubicBezTo>
                <a:cubicBezTo>
                  <a:pt x="203" y="174"/>
                  <a:pt x="203" y="174"/>
                  <a:pt x="203" y="175"/>
                </a:cubicBezTo>
                <a:cubicBezTo>
                  <a:pt x="203" y="175"/>
                  <a:pt x="202" y="175"/>
                  <a:pt x="202" y="176"/>
                </a:cubicBezTo>
                <a:cubicBezTo>
                  <a:pt x="196" y="171"/>
                  <a:pt x="196" y="171"/>
                  <a:pt x="196" y="171"/>
                </a:cubicBezTo>
                <a:cubicBezTo>
                  <a:pt x="196" y="171"/>
                  <a:pt x="196" y="171"/>
                  <a:pt x="196" y="170"/>
                </a:cubicBezTo>
                <a:cubicBezTo>
                  <a:pt x="197" y="170"/>
                  <a:pt x="197" y="170"/>
                  <a:pt x="197" y="170"/>
                </a:cubicBezTo>
                <a:cubicBezTo>
                  <a:pt x="197" y="170"/>
                  <a:pt x="197" y="169"/>
                  <a:pt x="196" y="169"/>
                </a:cubicBezTo>
                <a:cubicBezTo>
                  <a:pt x="196" y="169"/>
                  <a:pt x="196" y="168"/>
                  <a:pt x="196" y="168"/>
                </a:cubicBezTo>
                <a:cubicBezTo>
                  <a:pt x="197" y="169"/>
                  <a:pt x="198" y="170"/>
                  <a:pt x="199" y="170"/>
                </a:cubicBezTo>
                <a:cubicBezTo>
                  <a:pt x="200" y="171"/>
                  <a:pt x="201" y="172"/>
                  <a:pt x="202" y="173"/>
                </a:cubicBezTo>
                <a:close/>
                <a:moveTo>
                  <a:pt x="45" y="90"/>
                </a:moveTo>
                <a:cubicBezTo>
                  <a:pt x="45" y="90"/>
                  <a:pt x="45" y="90"/>
                  <a:pt x="45" y="90"/>
                </a:cubicBezTo>
                <a:cubicBezTo>
                  <a:pt x="46" y="90"/>
                  <a:pt x="46" y="90"/>
                  <a:pt x="46" y="91"/>
                </a:cubicBezTo>
                <a:cubicBezTo>
                  <a:pt x="46" y="91"/>
                  <a:pt x="46" y="91"/>
                  <a:pt x="45" y="91"/>
                </a:cubicBezTo>
                <a:cubicBezTo>
                  <a:pt x="45" y="91"/>
                  <a:pt x="45" y="91"/>
                  <a:pt x="45" y="90"/>
                </a:cubicBezTo>
                <a:close/>
                <a:moveTo>
                  <a:pt x="195" y="119"/>
                </a:moveTo>
                <a:cubicBezTo>
                  <a:pt x="195" y="118"/>
                  <a:pt x="196" y="118"/>
                  <a:pt x="197" y="118"/>
                </a:cubicBezTo>
                <a:cubicBezTo>
                  <a:pt x="197" y="118"/>
                  <a:pt x="197" y="118"/>
                  <a:pt x="197" y="118"/>
                </a:cubicBezTo>
                <a:lnTo>
                  <a:pt x="195" y="119"/>
                </a:lnTo>
                <a:close/>
                <a:moveTo>
                  <a:pt x="103" y="78"/>
                </a:moveTo>
                <a:cubicBezTo>
                  <a:pt x="103" y="79"/>
                  <a:pt x="103" y="79"/>
                  <a:pt x="103" y="80"/>
                </a:cubicBezTo>
                <a:cubicBezTo>
                  <a:pt x="104" y="82"/>
                  <a:pt x="104" y="82"/>
                  <a:pt x="104" y="82"/>
                </a:cubicBezTo>
                <a:cubicBezTo>
                  <a:pt x="104" y="81"/>
                  <a:pt x="103" y="80"/>
                  <a:pt x="102" y="79"/>
                </a:cubicBezTo>
                <a:cubicBezTo>
                  <a:pt x="101" y="78"/>
                  <a:pt x="101" y="77"/>
                  <a:pt x="100" y="76"/>
                </a:cubicBezTo>
                <a:cubicBezTo>
                  <a:pt x="101" y="76"/>
                  <a:pt x="101" y="77"/>
                  <a:pt x="102" y="77"/>
                </a:cubicBezTo>
                <a:cubicBezTo>
                  <a:pt x="103" y="78"/>
                  <a:pt x="103" y="78"/>
                  <a:pt x="103" y="78"/>
                </a:cubicBezTo>
                <a:close/>
                <a:moveTo>
                  <a:pt x="46" y="91"/>
                </a:moveTo>
                <a:cubicBezTo>
                  <a:pt x="48" y="91"/>
                  <a:pt x="49" y="92"/>
                  <a:pt x="49" y="92"/>
                </a:cubicBezTo>
                <a:cubicBezTo>
                  <a:pt x="48" y="92"/>
                  <a:pt x="47" y="92"/>
                  <a:pt x="46" y="91"/>
                </a:cubicBezTo>
                <a:close/>
                <a:moveTo>
                  <a:pt x="33" y="113"/>
                </a:moveTo>
                <a:cubicBezTo>
                  <a:pt x="34" y="114"/>
                  <a:pt x="34" y="114"/>
                  <a:pt x="35" y="113"/>
                </a:cubicBezTo>
                <a:cubicBezTo>
                  <a:pt x="35" y="113"/>
                  <a:pt x="36" y="113"/>
                  <a:pt x="36" y="114"/>
                </a:cubicBezTo>
                <a:cubicBezTo>
                  <a:pt x="36" y="114"/>
                  <a:pt x="35" y="114"/>
                  <a:pt x="34" y="114"/>
                </a:cubicBezTo>
                <a:cubicBezTo>
                  <a:pt x="33" y="114"/>
                  <a:pt x="32" y="114"/>
                  <a:pt x="32" y="113"/>
                </a:cubicBezTo>
                <a:cubicBezTo>
                  <a:pt x="32" y="113"/>
                  <a:pt x="32" y="113"/>
                  <a:pt x="32" y="113"/>
                </a:cubicBezTo>
                <a:cubicBezTo>
                  <a:pt x="32" y="113"/>
                  <a:pt x="32" y="113"/>
                  <a:pt x="32" y="113"/>
                </a:cubicBezTo>
                <a:cubicBezTo>
                  <a:pt x="33" y="113"/>
                  <a:pt x="33" y="113"/>
                  <a:pt x="33" y="113"/>
                </a:cubicBezTo>
                <a:close/>
                <a:moveTo>
                  <a:pt x="36" y="114"/>
                </a:moveTo>
                <a:cubicBezTo>
                  <a:pt x="39" y="114"/>
                  <a:pt x="40" y="115"/>
                  <a:pt x="41" y="115"/>
                </a:cubicBezTo>
                <a:cubicBezTo>
                  <a:pt x="39" y="115"/>
                  <a:pt x="39" y="115"/>
                  <a:pt x="39" y="115"/>
                </a:cubicBezTo>
                <a:cubicBezTo>
                  <a:pt x="38" y="115"/>
                  <a:pt x="37" y="115"/>
                  <a:pt x="36" y="114"/>
                </a:cubicBezTo>
                <a:close/>
                <a:moveTo>
                  <a:pt x="196" y="112"/>
                </a:moveTo>
                <a:cubicBezTo>
                  <a:pt x="196" y="113"/>
                  <a:pt x="197" y="113"/>
                  <a:pt x="197" y="114"/>
                </a:cubicBezTo>
                <a:cubicBezTo>
                  <a:pt x="197" y="114"/>
                  <a:pt x="196" y="115"/>
                  <a:pt x="195" y="115"/>
                </a:cubicBezTo>
                <a:cubicBezTo>
                  <a:pt x="193" y="115"/>
                  <a:pt x="192" y="115"/>
                  <a:pt x="190" y="116"/>
                </a:cubicBezTo>
                <a:cubicBezTo>
                  <a:pt x="189" y="116"/>
                  <a:pt x="187" y="116"/>
                  <a:pt x="186" y="116"/>
                </a:cubicBezTo>
                <a:cubicBezTo>
                  <a:pt x="185" y="116"/>
                  <a:pt x="184" y="116"/>
                  <a:pt x="183" y="116"/>
                </a:cubicBezTo>
                <a:cubicBezTo>
                  <a:pt x="182" y="116"/>
                  <a:pt x="182" y="116"/>
                  <a:pt x="182" y="115"/>
                </a:cubicBezTo>
                <a:cubicBezTo>
                  <a:pt x="182" y="115"/>
                  <a:pt x="183" y="115"/>
                  <a:pt x="184" y="114"/>
                </a:cubicBezTo>
                <a:cubicBezTo>
                  <a:pt x="185" y="114"/>
                  <a:pt x="186" y="114"/>
                  <a:pt x="187" y="113"/>
                </a:cubicBezTo>
                <a:cubicBezTo>
                  <a:pt x="189" y="113"/>
                  <a:pt x="190" y="113"/>
                  <a:pt x="191" y="112"/>
                </a:cubicBezTo>
                <a:cubicBezTo>
                  <a:pt x="193" y="112"/>
                  <a:pt x="193" y="112"/>
                  <a:pt x="194" y="112"/>
                </a:cubicBezTo>
                <a:cubicBezTo>
                  <a:pt x="195" y="112"/>
                  <a:pt x="196" y="112"/>
                  <a:pt x="196" y="112"/>
                </a:cubicBezTo>
                <a:close/>
                <a:moveTo>
                  <a:pt x="172" y="152"/>
                </a:moveTo>
                <a:cubicBezTo>
                  <a:pt x="174" y="153"/>
                  <a:pt x="177" y="154"/>
                  <a:pt x="180" y="157"/>
                </a:cubicBezTo>
                <a:cubicBezTo>
                  <a:pt x="183" y="159"/>
                  <a:pt x="185" y="161"/>
                  <a:pt x="185" y="161"/>
                </a:cubicBezTo>
                <a:cubicBezTo>
                  <a:pt x="185" y="162"/>
                  <a:pt x="184" y="162"/>
                  <a:pt x="184" y="162"/>
                </a:cubicBezTo>
                <a:cubicBezTo>
                  <a:pt x="183" y="162"/>
                  <a:pt x="183" y="162"/>
                  <a:pt x="183" y="162"/>
                </a:cubicBezTo>
                <a:cubicBezTo>
                  <a:pt x="182" y="162"/>
                  <a:pt x="181" y="161"/>
                  <a:pt x="179" y="159"/>
                </a:cubicBezTo>
                <a:cubicBezTo>
                  <a:pt x="177" y="157"/>
                  <a:pt x="175" y="156"/>
                  <a:pt x="173" y="154"/>
                </a:cubicBezTo>
                <a:cubicBezTo>
                  <a:pt x="172" y="155"/>
                  <a:pt x="170" y="155"/>
                  <a:pt x="169" y="155"/>
                </a:cubicBezTo>
                <a:cubicBezTo>
                  <a:pt x="168" y="155"/>
                  <a:pt x="168" y="155"/>
                  <a:pt x="168" y="155"/>
                </a:cubicBezTo>
                <a:cubicBezTo>
                  <a:pt x="168" y="155"/>
                  <a:pt x="168" y="155"/>
                  <a:pt x="167" y="155"/>
                </a:cubicBezTo>
                <a:cubicBezTo>
                  <a:pt x="167" y="155"/>
                  <a:pt x="167" y="154"/>
                  <a:pt x="168" y="154"/>
                </a:cubicBezTo>
                <a:cubicBezTo>
                  <a:pt x="168" y="154"/>
                  <a:pt x="168" y="154"/>
                  <a:pt x="168" y="154"/>
                </a:cubicBezTo>
                <a:cubicBezTo>
                  <a:pt x="168" y="153"/>
                  <a:pt x="166" y="153"/>
                  <a:pt x="163" y="152"/>
                </a:cubicBezTo>
                <a:cubicBezTo>
                  <a:pt x="160" y="151"/>
                  <a:pt x="158" y="151"/>
                  <a:pt x="157" y="150"/>
                </a:cubicBezTo>
                <a:cubicBezTo>
                  <a:pt x="155" y="150"/>
                  <a:pt x="154" y="152"/>
                  <a:pt x="153" y="154"/>
                </a:cubicBezTo>
                <a:cubicBezTo>
                  <a:pt x="152" y="157"/>
                  <a:pt x="151" y="160"/>
                  <a:pt x="150" y="162"/>
                </a:cubicBezTo>
                <a:cubicBezTo>
                  <a:pt x="150" y="164"/>
                  <a:pt x="150" y="167"/>
                  <a:pt x="149" y="168"/>
                </a:cubicBezTo>
                <a:cubicBezTo>
                  <a:pt x="148" y="170"/>
                  <a:pt x="147" y="172"/>
                  <a:pt x="146" y="173"/>
                </a:cubicBezTo>
                <a:cubicBezTo>
                  <a:pt x="144" y="177"/>
                  <a:pt x="144" y="177"/>
                  <a:pt x="144" y="177"/>
                </a:cubicBezTo>
                <a:cubicBezTo>
                  <a:pt x="143" y="178"/>
                  <a:pt x="143" y="179"/>
                  <a:pt x="143" y="181"/>
                </a:cubicBezTo>
                <a:cubicBezTo>
                  <a:pt x="143" y="182"/>
                  <a:pt x="143" y="183"/>
                  <a:pt x="142" y="184"/>
                </a:cubicBezTo>
                <a:cubicBezTo>
                  <a:pt x="142" y="184"/>
                  <a:pt x="141" y="185"/>
                  <a:pt x="140" y="185"/>
                </a:cubicBezTo>
                <a:cubicBezTo>
                  <a:pt x="138" y="185"/>
                  <a:pt x="137" y="183"/>
                  <a:pt x="135" y="180"/>
                </a:cubicBezTo>
                <a:cubicBezTo>
                  <a:pt x="134" y="176"/>
                  <a:pt x="133" y="174"/>
                  <a:pt x="132" y="172"/>
                </a:cubicBezTo>
                <a:cubicBezTo>
                  <a:pt x="130" y="170"/>
                  <a:pt x="128" y="169"/>
                  <a:pt x="126" y="167"/>
                </a:cubicBezTo>
                <a:cubicBezTo>
                  <a:pt x="124" y="165"/>
                  <a:pt x="122" y="163"/>
                  <a:pt x="121" y="161"/>
                </a:cubicBezTo>
                <a:cubicBezTo>
                  <a:pt x="120" y="164"/>
                  <a:pt x="119" y="168"/>
                  <a:pt x="117" y="173"/>
                </a:cubicBezTo>
                <a:cubicBezTo>
                  <a:pt x="115" y="177"/>
                  <a:pt x="114" y="182"/>
                  <a:pt x="112" y="187"/>
                </a:cubicBezTo>
                <a:cubicBezTo>
                  <a:pt x="111" y="192"/>
                  <a:pt x="109" y="196"/>
                  <a:pt x="108" y="200"/>
                </a:cubicBezTo>
                <a:cubicBezTo>
                  <a:pt x="107" y="203"/>
                  <a:pt x="106" y="205"/>
                  <a:pt x="106" y="205"/>
                </a:cubicBezTo>
                <a:cubicBezTo>
                  <a:pt x="105" y="205"/>
                  <a:pt x="104" y="204"/>
                  <a:pt x="104" y="203"/>
                </a:cubicBezTo>
                <a:cubicBezTo>
                  <a:pt x="104" y="204"/>
                  <a:pt x="104" y="204"/>
                  <a:pt x="104" y="204"/>
                </a:cubicBezTo>
                <a:cubicBezTo>
                  <a:pt x="105" y="204"/>
                  <a:pt x="105" y="202"/>
                  <a:pt x="106" y="199"/>
                </a:cubicBezTo>
                <a:cubicBezTo>
                  <a:pt x="107" y="197"/>
                  <a:pt x="109" y="193"/>
                  <a:pt x="110" y="189"/>
                </a:cubicBezTo>
                <a:cubicBezTo>
                  <a:pt x="111" y="185"/>
                  <a:pt x="113" y="180"/>
                  <a:pt x="114" y="175"/>
                </a:cubicBezTo>
                <a:cubicBezTo>
                  <a:pt x="119" y="160"/>
                  <a:pt x="119" y="160"/>
                  <a:pt x="119" y="160"/>
                </a:cubicBezTo>
                <a:cubicBezTo>
                  <a:pt x="117" y="159"/>
                  <a:pt x="115" y="158"/>
                  <a:pt x="113" y="158"/>
                </a:cubicBezTo>
                <a:cubicBezTo>
                  <a:pt x="109" y="159"/>
                  <a:pt x="105" y="161"/>
                  <a:pt x="102" y="163"/>
                </a:cubicBezTo>
                <a:cubicBezTo>
                  <a:pt x="98" y="165"/>
                  <a:pt x="96" y="168"/>
                  <a:pt x="93" y="170"/>
                </a:cubicBezTo>
                <a:cubicBezTo>
                  <a:pt x="91" y="173"/>
                  <a:pt x="89" y="175"/>
                  <a:pt x="87" y="178"/>
                </a:cubicBezTo>
                <a:cubicBezTo>
                  <a:pt x="85" y="180"/>
                  <a:pt x="83" y="182"/>
                  <a:pt x="81" y="183"/>
                </a:cubicBezTo>
                <a:cubicBezTo>
                  <a:pt x="80" y="183"/>
                  <a:pt x="80" y="183"/>
                  <a:pt x="80" y="183"/>
                </a:cubicBezTo>
                <a:cubicBezTo>
                  <a:pt x="80" y="182"/>
                  <a:pt x="81" y="181"/>
                  <a:pt x="83" y="179"/>
                </a:cubicBezTo>
                <a:cubicBezTo>
                  <a:pt x="84" y="178"/>
                  <a:pt x="86" y="176"/>
                  <a:pt x="87" y="176"/>
                </a:cubicBezTo>
                <a:cubicBezTo>
                  <a:pt x="86" y="174"/>
                  <a:pt x="86" y="174"/>
                  <a:pt x="85" y="174"/>
                </a:cubicBezTo>
                <a:cubicBezTo>
                  <a:pt x="84" y="174"/>
                  <a:pt x="83" y="173"/>
                  <a:pt x="83" y="170"/>
                </a:cubicBezTo>
                <a:cubicBezTo>
                  <a:pt x="83" y="170"/>
                  <a:pt x="84" y="169"/>
                  <a:pt x="86" y="168"/>
                </a:cubicBezTo>
                <a:cubicBezTo>
                  <a:pt x="87" y="168"/>
                  <a:pt x="89" y="167"/>
                  <a:pt x="91" y="166"/>
                </a:cubicBezTo>
                <a:cubicBezTo>
                  <a:pt x="93" y="165"/>
                  <a:pt x="94" y="164"/>
                  <a:pt x="96" y="163"/>
                </a:cubicBezTo>
                <a:cubicBezTo>
                  <a:pt x="98" y="162"/>
                  <a:pt x="98" y="161"/>
                  <a:pt x="98" y="161"/>
                </a:cubicBezTo>
                <a:cubicBezTo>
                  <a:pt x="98" y="158"/>
                  <a:pt x="97" y="157"/>
                  <a:pt x="94" y="157"/>
                </a:cubicBezTo>
                <a:cubicBezTo>
                  <a:pt x="94" y="157"/>
                  <a:pt x="94" y="157"/>
                  <a:pt x="93" y="158"/>
                </a:cubicBezTo>
                <a:cubicBezTo>
                  <a:pt x="90" y="161"/>
                  <a:pt x="87" y="164"/>
                  <a:pt x="84" y="167"/>
                </a:cubicBezTo>
                <a:cubicBezTo>
                  <a:pt x="82" y="169"/>
                  <a:pt x="80" y="171"/>
                  <a:pt x="78" y="173"/>
                </a:cubicBezTo>
                <a:cubicBezTo>
                  <a:pt x="76" y="174"/>
                  <a:pt x="74" y="175"/>
                  <a:pt x="74" y="175"/>
                </a:cubicBezTo>
                <a:cubicBezTo>
                  <a:pt x="73" y="175"/>
                  <a:pt x="73" y="175"/>
                  <a:pt x="73" y="174"/>
                </a:cubicBezTo>
                <a:cubicBezTo>
                  <a:pt x="73" y="174"/>
                  <a:pt x="73" y="173"/>
                  <a:pt x="73" y="173"/>
                </a:cubicBezTo>
                <a:cubicBezTo>
                  <a:pt x="73" y="172"/>
                  <a:pt x="73" y="172"/>
                  <a:pt x="73" y="172"/>
                </a:cubicBezTo>
                <a:cubicBezTo>
                  <a:pt x="76" y="172"/>
                  <a:pt x="78" y="170"/>
                  <a:pt x="80" y="167"/>
                </a:cubicBezTo>
                <a:cubicBezTo>
                  <a:pt x="83" y="165"/>
                  <a:pt x="85" y="162"/>
                  <a:pt x="87" y="159"/>
                </a:cubicBezTo>
                <a:cubicBezTo>
                  <a:pt x="90" y="156"/>
                  <a:pt x="91" y="153"/>
                  <a:pt x="93" y="150"/>
                </a:cubicBezTo>
                <a:cubicBezTo>
                  <a:pt x="95" y="148"/>
                  <a:pt x="96" y="147"/>
                  <a:pt x="96" y="147"/>
                </a:cubicBezTo>
                <a:cubicBezTo>
                  <a:pt x="97" y="147"/>
                  <a:pt x="97" y="147"/>
                  <a:pt x="97" y="147"/>
                </a:cubicBezTo>
                <a:cubicBezTo>
                  <a:pt x="97" y="148"/>
                  <a:pt x="97" y="148"/>
                  <a:pt x="97" y="148"/>
                </a:cubicBezTo>
                <a:cubicBezTo>
                  <a:pt x="97" y="148"/>
                  <a:pt x="97" y="148"/>
                  <a:pt x="97" y="147"/>
                </a:cubicBezTo>
                <a:cubicBezTo>
                  <a:pt x="97" y="147"/>
                  <a:pt x="98" y="147"/>
                  <a:pt x="98" y="147"/>
                </a:cubicBezTo>
                <a:cubicBezTo>
                  <a:pt x="99" y="142"/>
                  <a:pt x="99" y="142"/>
                  <a:pt x="99" y="142"/>
                </a:cubicBezTo>
                <a:cubicBezTo>
                  <a:pt x="99" y="139"/>
                  <a:pt x="98" y="137"/>
                  <a:pt x="95" y="135"/>
                </a:cubicBezTo>
                <a:cubicBezTo>
                  <a:pt x="95" y="135"/>
                  <a:pt x="94" y="135"/>
                  <a:pt x="93" y="135"/>
                </a:cubicBezTo>
                <a:cubicBezTo>
                  <a:pt x="91" y="135"/>
                  <a:pt x="89" y="134"/>
                  <a:pt x="87" y="132"/>
                </a:cubicBezTo>
                <a:cubicBezTo>
                  <a:pt x="86" y="130"/>
                  <a:pt x="84" y="130"/>
                  <a:pt x="81" y="130"/>
                </a:cubicBezTo>
                <a:cubicBezTo>
                  <a:pt x="80" y="130"/>
                  <a:pt x="79" y="130"/>
                  <a:pt x="79" y="130"/>
                </a:cubicBezTo>
                <a:cubicBezTo>
                  <a:pt x="78" y="130"/>
                  <a:pt x="77" y="130"/>
                  <a:pt x="77" y="130"/>
                </a:cubicBezTo>
                <a:cubicBezTo>
                  <a:pt x="76" y="130"/>
                  <a:pt x="75" y="130"/>
                  <a:pt x="75" y="129"/>
                </a:cubicBezTo>
                <a:cubicBezTo>
                  <a:pt x="75" y="128"/>
                  <a:pt x="75" y="128"/>
                  <a:pt x="76" y="128"/>
                </a:cubicBezTo>
                <a:cubicBezTo>
                  <a:pt x="77" y="127"/>
                  <a:pt x="77" y="127"/>
                  <a:pt x="78" y="127"/>
                </a:cubicBezTo>
                <a:cubicBezTo>
                  <a:pt x="81" y="127"/>
                  <a:pt x="83" y="127"/>
                  <a:pt x="86" y="128"/>
                </a:cubicBezTo>
                <a:cubicBezTo>
                  <a:pt x="88" y="128"/>
                  <a:pt x="90" y="128"/>
                  <a:pt x="93" y="128"/>
                </a:cubicBezTo>
                <a:cubicBezTo>
                  <a:pt x="93" y="126"/>
                  <a:pt x="93" y="124"/>
                  <a:pt x="92" y="122"/>
                </a:cubicBezTo>
                <a:cubicBezTo>
                  <a:pt x="91" y="120"/>
                  <a:pt x="91" y="118"/>
                  <a:pt x="91" y="116"/>
                </a:cubicBezTo>
                <a:cubicBezTo>
                  <a:pt x="91" y="115"/>
                  <a:pt x="91" y="114"/>
                  <a:pt x="92" y="114"/>
                </a:cubicBezTo>
                <a:cubicBezTo>
                  <a:pt x="93" y="114"/>
                  <a:pt x="93" y="114"/>
                  <a:pt x="94" y="115"/>
                </a:cubicBezTo>
                <a:cubicBezTo>
                  <a:pt x="94" y="115"/>
                  <a:pt x="94" y="116"/>
                  <a:pt x="95" y="116"/>
                </a:cubicBezTo>
                <a:cubicBezTo>
                  <a:pt x="95" y="115"/>
                  <a:pt x="95" y="115"/>
                  <a:pt x="95" y="115"/>
                </a:cubicBezTo>
                <a:cubicBezTo>
                  <a:pt x="96" y="115"/>
                  <a:pt x="96" y="115"/>
                  <a:pt x="96" y="115"/>
                </a:cubicBezTo>
                <a:cubicBezTo>
                  <a:pt x="96" y="114"/>
                  <a:pt x="95" y="114"/>
                  <a:pt x="94" y="114"/>
                </a:cubicBezTo>
                <a:cubicBezTo>
                  <a:pt x="93" y="113"/>
                  <a:pt x="92" y="113"/>
                  <a:pt x="91" y="113"/>
                </a:cubicBezTo>
                <a:cubicBezTo>
                  <a:pt x="91" y="114"/>
                  <a:pt x="91" y="114"/>
                  <a:pt x="91" y="114"/>
                </a:cubicBezTo>
                <a:cubicBezTo>
                  <a:pt x="88" y="109"/>
                  <a:pt x="88" y="109"/>
                  <a:pt x="88" y="109"/>
                </a:cubicBezTo>
                <a:cubicBezTo>
                  <a:pt x="87" y="108"/>
                  <a:pt x="84" y="106"/>
                  <a:pt x="81" y="104"/>
                </a:cubicBezTo>
                <a:cubicBezTo>
                  <a:pt x="78" y="102"/>
                  <a:pt x="74" y="99"/>
                  <a:pt x="70" y="96"/>
                </a:cubicBezTo>
                <a:cubicBezTo>
                  <a:pt x="65" y="93"/>
                  <a:pt x="60" y="90"/>
                  <a:pt x="55" y="86"/>
                </a:cubicBezTo>
                <a:cubicBezTo>
                  <a:pt x="40" y="75"/>
                  <a:pt x="40" y="75"/>
                  <a:pt x="40" y="75"/>
                </a:cubicBezTo>
                <a:cubicBezTo>
                  <a:pt x="28" y="67"/>
                  <a:pt x="14" y="58"/>
                  <a:pt x="0" y="48"/>
                </a:cubicBezTo>
                <a:cubicBezTo>
                  <a:pt x="0" y="47"/>
                  <a:pt x="0" y="47"/>
                  <a:pt x="1" y="47"/>
                </a:cubicBezTo>
                <a:cubicBezTo>
                  <a:pt x="2" y="47"/>
                  <a:pt x="2" y="47"/>
                  <a:pt x="3" y="48"/>
                </a:cubicBezTo>
                <a:cubicBezTo>
                  <a:pt x="3" y="49"/>
                  <a:pt x="4" y="50"/>
                  <a:pt x="7" y="52"/>
                </a:cubicBezTo>
                <a:cubicBezTo>
                  <a:pt x="9" y="53"/>
                  <a:pt x="12" y="55"/>
                  <a:pt x="18" y="59"/>
                </a:cubicBezTo>
                <a:cubicBezTo>
                  <a:pt x="23" y="62"/>
                  <a:pt x="29" y="67"/>
                  <a:pt x="36" y="72"/>
                </a:cubicBezTo>
                <a:cubicBezTo>
                  <a:pt x="43" y="77"/>
                  <a:pt x="51" y="82"/>
                  <a:pt x="58" y="87"/>
                </a:cubicBezTo>
                <a:cubicBezTo>
                  <a:pt x="78" y="100"/>
                  <a:pt x="78" y="100"/>
                  <a:pt x="78" y="100"/>
                </a:cubicBezTo>
                <a:cubicBezTo>
                  <a:pt x="78" y="100"/>
                  <a:pt x="78" y="100"/>
                  <a:pt x="79" y="100"/>
                </a:cubicBezTo>
                <a:cubicBezTo>
                  <a:pt x="80" y="100"/>
                  <a:pt x="81" y="100"/>
                  <a:pt x="81" y="101"/>
                </a:cubicBezTo>
                <a:cubicBezTo>
                  <a:pt x="82" y="101"/>
                  <a:pt x="82" y="101"/>
                  <a:pt x="83" y="102"/>
                </a:cubicBezTo>
                <a:cubicBezTo>
                  <a:pt x="83" y="101"/>
                  <a:pt x="84" y="101"/>
                  <a:pt x="84" y="101"/>
                </a:cubicBezTo>
                <a:cubicBezTo>
                  <a:pt x="85" y="101"/>
                  <a:pt x="85" y="101"/>
                  <a:pt x="86" y="102"/>
                </a:cubicBezTo>
                <a:cubicBezTo>
                  <a:pt x="87" y="103"/>
                  <a:pt x="87" y="103"/>
                  <a:pt x="87" y="103"/>
                </a:cubicBezTo>
                <a:cubicBezTo>
                  <a:pt x="85" y="103"/>
                  <a:pt x="85" y="103"/>
                  <a:pt x="85" y="103"/>
                </a:cubicBezTo>
                <a:cubicBezTo>
                  <a:pt x="84" y="103"/>
                  <a:pt x="84" y="103"/>
                  <a:pt x="84" y="103"/>
                </a:cubicBezTo>
                <a:cubicBezTo>
                  <a:pt x="84" y="103"/>
                  <a:pt x="86" y="104"/>
                  <a:pt x="88" y="104"/>
                </a:cubicBezTo>
                <a:cubicBezTo>
                  <a:pt x="91" y="105"/>
                  <a:pt x="93" y="105"/>
                  <a:pt x="96" y="105"/>
                </a:cubicBezTo>
                <a:cubicBezTo>
                  <a:pt x="98" y="105"/>
                  <a:pt x="100" y="104"/>
                  <a:pt x="101" y="103"/>
                </a:cubicBezTo>
                <a:cubicBezTo>
                  <a:pt x="100" y="102"/>
                  <a:pt x="98" y="101"/>
                  <a:pt x="97" y="100"/>
                </a:cubicBezTo>
                <a:cubicBezTo>
                  <a:pt x="95" y="99"/>
                  <a:pt x="94" y="98"/>
                  <a:pt x="94" y="97"/>
                </a:cubicBezTo>
                <a:cubicBezTo>
                  <a:pt x="94" y="97"/>
                  <a:pt x="94" y="96"/>
                  <a:pt x="94" y="96"/>
                </a:cubicBezTo>
                <a:cubicBezTo>
                  <a:pt x="97" y="96"/>
                  <a:pt x="98" y="97"/>
                  <a:pt x="99" y="99"/>
                </a:cubicBezTo>
                <a:cubicBezTo>
                  <a:pt x="101" y="101"/>
                  <a:pt x="103" y="102"/>
                  <a:pt x="105" y="102"/>
                </a:cubicBezTo>
                <a:cubicBezTo>
                  <a:pt x="105" y="102"/>
                  <a:pt x="106" y="101"/>
                  <a:pt x="108" y="99"/>
                </a:cubicBezTo>
                <a:cubicBezTo>
                  <a:pt x="110" y="97"/>
                  <a:pt x="111" y="95"/>
                  <a:pt x="111" y="94"/>
                </a:cubicBezTo>
                <a:cubicBezTo>
                  <a:pt x="111" y="91"/>
                  <a:pt x="110" y="89"/>
                  <a:pt x="108" y="88"/>
                </a:cubicBezTo>
                <a:cubicBezTo>
                  <a:pt x="106" y="87"/>
                  <a:pt x="106" y="85"/>
                  <a:pt x="106" y="83"/>
                </a:cubicBezTo>
                <a:cubicBezTo>
                  <a:pt x="107" y="85"/>
                  <a:pt x="108" y="86"/>
                  <a:pt x="109" y="88"/>
                </a:cubicBezTo>
                <a:cubicBezTo>
                  <a:pt x="110" y="90"/>
                  <a:pt x="111" y="91"/>
                  <a:pt x="113" y="93"/>
                </a:cubicBezTo>
                <a:cubicBezTo>
                  <a:pt x="113" y="92"/>
                  <a:pt x="113" y="92"/>
                  <a:pt x="113" y="92"/>
                </a:cubicBezTo>
                <a:cubicBezTo>
                  <a:pt x="113" y="91"/>
                  <a:pt x="113" y="91"/>
                  <a:pt x="114" y="91"/>
                </a:cubicBezTo>
                <a:cubicBezTo>
                  <a:pt x="114" y="91"/>
                  <a:pt x="115" y="92"/>
                  <a:pt x="116" y="93"/>
                </a:cubicBezTo>
                <a:cubicBezTo>
                  <a:pt x="115" y="93"/>
                  <a:pt x="115" y="93"/>
                  <a:pt x="114" y="93"/>
                </a:cubicBezTo>
                <a:cubicBezTo>
                  <a:pt x="114" y="93"/>
                  <a:pt x="113" y="93"/>
                  <a:pt x="113" y="93"/>
                </a:cubicBezTo>
                <a:cubicBezTo>
                  <a:pt x="113" y="94"/>
                  <a:pt x="114" y="95"/>
                  <a:pt x="115" y="96"/>
                </a:cubicBezTo>
                <a:cubicBezTo>
                  <a:pt x="116" y="96"/>
                  <a:pt x="117" y="97"/>
                  <a:pt x="118" y="97"/>
                </a:cubicBezTo>
                <a:cubicBezTo>
                  <a:pt x="118" y="97"/>
                  <a:pt x="119" y="96"/>
                  <a:pt x="120" y="95"/>
                </a:cubicBezTo>
                <a:cubicBezTo>
                  <a:pt x="122" y="94"/>
                  <a:pt x="123" y="94"/>
                  <a:pt x="124" y="94"/>
                </a:cubicBezTo>
                <a:cubicBezTo>
                  <a:pt x="124" y="94"/>
                  <a:pt x="125" y="94"/>
                  <a:pt x="125" y="95"/>
                </a:cubicBezTo>
                <a:cubicBezTo>
                  <a:pt x="125" y="95"/>
                  <a:pt x="125" y="95"/>
                  <a:pt x="125" y="95"/>
                </a:cubicBezTo>
                <a:cubicBezTo>
                  <a:pt x="124" y="95"/>
                  <a:pt x="124" y="95"/>
                  <a:pt x="124" y="96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5" y="96"/>
                  <a:pt x="126" y="95"/>
                  <a:pt x="126" y="94"/>
                </a:cubicBezTo>
                <a:cubicBezTo>
                  <a:pt x="125" y="91"/>
                  <a:pt x="125" y="88"/>
                  <a:pt x="124" y="85"/>
                </a:cubicBezTo>
                <a:cubicBezTo>
                  <a:pt x="123" y="82"/>
                  <a:pt x="122" y="79"/>
                  <a:pt x="121" y="76"/>
                </a:cubicBezTo>
                <a:cubicBezTo>
                  <a:pt x="120" y="73"/>
                  <a:pt x="119" y="71"/>
                  <a:pt x="118" y="68"/>
                </a:cubicBezTo>
                <a:cubicBezTo>
                  <a:pt x="117" y="66"/>
                  <a:pt x="117" y="64"/>
                  <a:pt x="117" y="62"/>
                </a:cubicBezTo>
                <a:cubicBezTo>
                  <a:pt x="117" y="61"/>
                  <a:pt x="117" y="61"/>
                  <a:pt x="118" y="61"/>
                </a:cubicBezTo>
                <a:cubicBezTo>
                  <a:pt x="122" y="74"/>
                  <a:pt x="122" y="74"/>
                  <a:pt x="122" y="74"/>
                </a:cubicBezTo>
                <a:cubicBezTo>
                  <a:pt x="123" y="78"/>
                  <a:pt x="124" y="81"/>
                  <a:pt x="125" y="85"/>
                </a:cubicBezTo>
                <a:cubicBezTo>
                  <a:pt x="126" y="88"/>
                  <a:pt x="127" y="91"/>
                  <a:pt x="127" y="92"/>
                </a:cubicBezTo>
                <a:cubicBezTo>
                  <a:pt x="131" y="97"/>
                  <a:pt x="131" y="97"/>
                  <a:pt x="131" y="97"/>
                </a:cubicBezTo>
                <a:cubicBezTo>
                  <a:pt x="131" y="97"/>
                  <a:pt x="131" y="97"/>
                  <a:pt x="131" y="97"/>
                </a:cubicBezTo>
                <a:cubicBezTo>
                  <a:pt x="130" y="97"/>
                  <a:pt x="130" y="97"/>
                  <a:pt x="129" y="97"/>
                </a:cubicBezTo>
                <a:cubicBezTo>
                  <a:pt x="129" y="96"/>
                  <a:pt x="128" y="96"/>
                  <a:pt x="128" y="96"/>
                </a:cubicBezTo>
                <a:cubicBezTo>
                  <a:pt x="127" y="96"/>
                  <a:pt x="127" y="96"/>
                  <a:pt x="127" y="96"/>
                </a:cubicBezTo>
                <a:cubicBezTo>
                  <a:pt x="127" y="97"/>
                  <a:pt x="129" y="97"/>
                  <a:pt x="131" y="98"/>
                </a:cubicBezTo>
                <a:cubicBezTo>
                  <a:pt x="134" y="99"/>
                  <a:pt x="136" y="100"/>
                  <a:pt x="139" y="100"/>
                </a:cubicBezTo>
                <a:cubicBezTo>
                  <a:pt x="141" y="100"/>
                  <a:pt x="143" y="99"/>
                  <a:pt x="144" y="97"/>
                </a:cubicBezTo>
                <a:cubicBezTo>
                  <a:pt x="145" y="95"/>
                  <a:pt x="146" y="92"/>
                  <a:pt x="147" y="90"/>
                </a:cubicBezTo>
                <a:cubicBezTo>
                  <a:pt x="149" y="82"/>
                  <a:pt x="149" y="82"/>
                  <a:pt x="149" y="82"/>
                </a:cubicBezTo>
                <a:cubicBezTo>
                  <a:pt x="149" y="80"/>
                  <a:pt x="150" y="79"/>
                  <a:pt x="151" y="79"/>
                </a:cubicBezTo>
                <a:cubicBezTo>
                  <a:pt x="152" y="79"/>
                  <a:pt x="152" y="80"/>
                  <a:pt x="152" y="80"/>
                </a:cubicBezTo>
                <a:cubicBezTo>
                  <a:pt x="152" y="82"/>
                  <a:pt x="151" y="83"/>
                  <a:pt x="151" y="83"/>
                </a:cubicBezTo>
                <a:cubicBezTo>
                  <a:pt x="150" y="84"/>
                  <a:pt x="149" y="85"/>
                  <a:pt x="149" y="86"/>
                </a:cubicBezTo>
                <a:cubicBezTo>
                  <a:pt x="149" y="86"/>
                  <a:pt x="149" y="87"/>
                  <a:pt x="150" y="87"/>
                </a:cubicBezTo>
                <a:cubicBezTo>
                  <a:pt x="150" y="87"/>
                  <a:pt x="150" y="88"/>
                  <a:pt x="150" y="88"/>
                </a:cubicBezTo>
                <a:cubicBezTo>
                  <a:pt x="150" y="88"/>
                  <a:pt x="149" y="90"/>
                  <a:pt x="148" y="92"/>
                </a:cubicBezTo>
                <a:cubicBezTo>
                  <a:pt x="147" y="94"/>
                  <a:pt x="147" y="96"/>
                  <a:pt x="147" y="97"/>
                </a:cubicBezTo>
                <a:cubicBezTo>
                  <a:pt x="147" y="99"/>
                  <a:pt x="148" y="101"/>
                  <a:pt x="149" y="102"/>
                </a:cubicBezTo>
                <a:cubicBezTo>
                  <a:pt x="151" y="103"/>
                  <a:pt x="153" y="103"/>
                  <a:pt x="154" y="104"/>
                </a:cubicBezTo>
                <a:cubicBezTo>
                  <a:pt x="159" y="102"/>
                  <a:pt x="159" y="102"/>
                  <a:pt x="159" y="102"/>
                </a:cubicBezTo>
                <a:cubicBezTo>
                  <a:pt x="160" y="100"/>
                  <a:pt x="162" y="96"/>
                  <a:pt x="166" y="91"/>
                </a:cubicBezTo>
                <a:cubicBezTo>
                  <a:pt x="170" y="85"/>
                  <a:pt x="175" y="79"/>
                  <a:pt x="180" y="71"/>
                </a:cubicBezTo>
                <a:cubicBezTo>
                  <a:pt x="186" y="63"/>
                  <a:pt x="192" y="55"/>
                  <a:pt x="198" y="47"/>
                </a:cubicBezTo>
                <a:cubicBezTo>
                  <a:pt x="204" y="39"/>
                  <a:pt x="209" y="31"/>
                  <a:pt x="214" y="24"/>
                </a:cubicBezTo>
                <a:cubicBezTo>
                  <a:pt x="219" y="17"/>
                  <a:pt x="224" y="12"/>
                  <a:pt x="227" y="7"/>
                </a:cubicBezTo>
                <a:cubicBezTo>
                  <a:pt x="230" y="2"/>
                  <a:pt x="231" y="0"/>
                  <a:pt x="231" y="0"/>
                </a:cubicBezTo>
                <a:cubicBezTo>
                  <a:pt x="232" y="0"/>
                  <a:pt x="233" y="1"/>
                  <a:pt x="233" y="1"/>
                </a:cubicBezTo>
                <a:cubicBezTo>
                  <a:pt x="232" y="4"/>
                  <a:pt x="232" y="6"/>
                  <a:pt x="231" y="7"/>
                </a:cubicBezTo>
                <a:cubicBezTo>
                  <a:pt x="230" y="7"/>
                  <a:pt x="229" y="9"/>
                  <a:pt x="227" y="11"/>
                </a:cubicBezTo>
                <a:cubicBezTo>
                  <a:pt x="226" y="13"/>
                  <a:pt x="224" y="16"/>
                  <a:pt x="221" y="20"/>
                </a:cubicBezTo>
                <a:cubicBezTo>
                  <a:pt x="218" y="25"/>
                  <a:pt x="214" y="30"/>
                  <a:pt x="209" y="36"/>
                </a:cubicBezTo>
                <a:cubicBezTo>
                  <a:pt x="205" y="43"/>
                  <a:pt x="200" y="49"/>
                  <a:pt x="195" y="57"/>
                </a:cubicBezTo>
                <a:cubicBezTo>
                  <a:pt x="180" y="77"/>
                  <a:pt x="180" y="77"/>
                  <a:pt x="180" y="77"/>
                </a:cubicBezTo>
                <a:cubicBezTo>
                  <a:pt x="175" y="84"/>
                  <a:pt x="171" y="90"/>
                  <a:pt x="167" y="95"/>
                </a:cubicBezTo>
                <a:cubicBezTo>
                  <a:pt x="164" y="100"/>
                  <a:pt x="161" y="104"/>
                  <a:pt x="160" y="106"/>
                </a:cubicBezTo>
                <a:cubicBezTo>
                  <a:pt x="160" y="107"/>
                  <a:pt x="161" y="108"/>
                  <a:pt x="161" y="108"/>
                </a:cubicBezTo>
                <a:cubicBezTo>
                  <a:pt x="162" y="109"/>
                  <a:pt x="163" y="109"/>
                  <a:pt x="163" y="110"/>
                </a:cubicBezTo>
                <a:cubicBezTo>
                  <a:pt x="166" y="111"/>
                  <a:pt x="166" y="111"/>
                  <a:pt x="166" y="111"/>
                </a:cubicBezTo>
                <a:cubicBezTo>
                  <a:pt x="166" y="112"/>
                  <a:pt x="165" y="112"/>
                  <a:pt x="165" y="112"/>
                </a:cubicBezTo>
                <a:cubicBezTo>
                  <a:pt x="165" y="113"/>
                  <a:pt x="164" y="113"/>
                  <a:pt x="164" y="113"/>
                </a:cubicBezTo>
                <a:cubicBezTo>
                  <a:pt x="165" y="115"/>
                  <a:pt x="166" y="118"/>
                  <a:pt x="167" y="121"/>
                </a:cubicBezTo>
                <a:cubicBezTo>
                  <a:pt x="167" y="125"/>
                  <a:pt x="168" y="127"/>
                  <a:pt x="168" y="128"/>
                </a:cubicBezTo>
                <a:cubicBezTo>
                  <a:pt x="168" y="130"/>
                  <a:pt x="167" y="131"/>
                  <a:pt x="167" y="132"/>
                </a:cubicBezTo>
                <a:cubicBezTo>
                  <a:pt x="166" y="134"/>
                  <a:pt x="166" y="134"/>
                  <a:pt x="166" y="135"/>
                </a:cubicBezTo>
                <a:cubicBezTo>
                  <a:pt x="166" y="135"/>
                  <a:pt x="166" y="135"/>
                  <a:pt x="166" y="135"/>
                </a:cubicBezTo>
                <a:cubicBezTo>
                  <a:pt x="166" y="135"/>
                  <a:pt x="167" y="135"/>
                  <a:pt x="169" y="134"/>
                </a:cubicBezTo>
                <a:cubicBezTo>
                  <a:pt x="170" y="133"/>
                  <a:pt x="171" y="132"/>
                  <a:pt x="173" y="131"/>
                </a:cubicBezTo>
                <a:cubicBezTo>
                  <a:pt x="177" y="127"/>
                  <a:pt x="177" y="127"/>
                  <a:pt x="177" y="127"/>
                </a:cubicBezTo>
                <a:cubicBezTo>
                  <a:pt x="179" y="126"/>
                  <a:pt x="180" y="125"/>
                  <a:pt x="180" y="125"/>
                </a:cubicBezTo>
                <a:cubicBezTo>
                  <a:pt x="180" y="125"/>
                  <a:pt x="179" y="126"/>
                  <a:pt x="178" y="126"/>
                </a:cubicBezTo>
                <a:cubicBezTo>
                  <a:pt x="177" y="127"/>
                  <a:pt x="177" y="128"/>
                  <a:pt x="177" y="129"/>
                </a:cubicBezTo>
                <a:cubicBezTo>
                  <a:pt x="177" y="130"/>
                  <a:pt x="177" y="130"/>
                  <a:pt x="177" y="130"/>
                </a:cubicBezTo>
                <a:cubicBezTo>
                  <a:pt x="175" y="131"/>
                  <a:pt x="173" y="132"/>
                  <a:pt x="170" y="134"/>
                </a:cubicBezTo>
                <a:cubicBezTo>
                  <a:pt x="167" y="136"/>
                  <a:pt x="165" y="138"/>
                  <a:pt x="165" y="141"/>
                </a:cubicBezTo>
                <a:cubicBezTo>
                  <a:pt x="165" y="141"/>
                  <a:pt x="165" y="141"/>
                  <a:pt x="166" y="142"/>
                </a:cubicBezTo>
                <a:cubicBezTo>
                  <a:pt x="164" y="142"/>
                  <a:pt x="163" y="142"/>
                  <a:pt x="163" y="143"/>
                </a:cubicBezTo>
                <a:cubicBezTo>
                  <a:pt x="163" y="143"/>
                  <a:pt x="164" y="145"/>
                  <a:pt x="166" y="146"/>
                </a:cubicBezTo>
                <a:cubicBezTo>
                  <a:pt x="169" y="148"/>
                  <a:pt x="170" y="150"/>
                  <a:pt x="172" y="152"/>
                </a:cubicBezTo>
                <a:close/>
                <a:moveTo>
                  <a:pt x="144" y="187"/>
                </a:moveTo>
                <a:cubicBezTo>
                  <a:pt x="144" y="186"/>
                  <a:pt x="144" y="186"/>
                  <a:pt x="145" y="186"/>
                </a:cubicBezTo>
                <a:cubicBezTo>
                  <a:pt x="147" y="186"/>
                  <a:pt x="147" y="187"/>
                  <a:pt x="147" y="189"/>
                </a:cubicBezTo>
                <a:cubicBezTo>
                  <a:pt x="147" y="191"/>
                  <a:pt x="146" y="192"/>
                  <a:pt x="144" y="192"/>
                </a:cubicBezTo>
                <a:cubicBezTo>
                  <a:pt x="143" y="192"/>
                  <a:pt x="142" y="191"/>
                  <a:pt x="142" y="189"/>
                </a:cubicBezTo>
                <a:cubicBezTo>
                  <a:pt x="142" y="189"/>
                  <a:pt x="143" y="188"/>
                  <a:pt x="144" y="187"/>
                </a:cubicBezTo>
                <a:close/>
                <a:moveTo>
                  <a:pt x="153" y="199"/>
                </a:moveTo>
                <a:cubicBezTo>
                  <a:pt x="153" y="198"/>
                  <a:pt x="154" y="198"/>
                  <a:pt x="155" y="198"/>
                </a:cubicBezTo>
                <a:cubicBezTo>
                  <a:pt x="155" y="201"/>
                  <a:pt x="155" y="201"/>
                  <a:pt x="155" y="201"/>
                </a:cubicBezTo>
                <a:cubicBezTo>
                  <a:pt x="154" y="201"/>
                  <a:pt x="154" y="201"/>
                  <a:pt x="154" y="201"/>
                </a:cubicBezTo>
                <a:cubicBezTo>
                  <a:pt x="154" y="201"/>
                  <a:pt x="153" y="200"/>
                  <a:pt x="153" y="199"/>
                </a:cubicBezTo>
                <a:close/>
                <a:moveTo>
                  <a:pt x="52" y="116"/>
                </a:moveTo>
                <a:cubicBezTo>
                  <a:pt x="52" y="116"/>
                  <a:pt x="53" y="117"/>
                  <a:pt x="53" y="117"/>
                </a:cubicBezTo>
                <a:cubicBezTo>
                  <a:pt x="52" y="117"/>
                  <a:pt x="52" y="117"/>
                  <a:pt x="52" y="117"/>
                </a:cubicBezTo>
                <a:cubicBezTo>
                  <a:pt x="51" y="117"/>
                  <a:pt x="50" y="117"/>
                  <a:pt x="49" y="117"/>
                </a:cubicBezTo>
                <a:cubicBezTo>
                  <a:pt x="48" y="117"/>
                  <a:pt x="47" y="116"/>
                  <a:pt x="46" y="116"/>
                </a:cubicBezTo>
                <a:cubicBezTo>
                  <a:pt x="48" y="116"/>
                  <a:pt x="50" y="116"/>
                  <a:pt x="52" y="11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43548" tIns="21773" rIns="43548" bIns="21773" anchor="t"/>
          <a:lstStyle/>
          <a:p>
            <a:endParaRPr sz="855"/>
          </a:p>
        </p:txBody>
      </p:sp>
      <p:sp>
        <p:nvSpPr>
          <p:cNvPr id="16" name="Freeform 77"/>
          <p:cNvSpPr>
            <a:spLocks noGrp="1"/>
          </p:cNvSpPr>
          <p:nvPr/>
        </p:nvSpPr>
        <p:spPr>
          <a:xfrm>
            <a:off x="738229" y="5150178"/>
            <a:ext cx="710154" cy="1018707"/>
          </a:xfrm>
          <a:custGeom>
            <a:avLst/>
            <a:gdLst>
              <a:gd name="T0" fmla="*/ 29 w 100"/>
              <a:gd name="T1" fmla="*/ 129 h 143"/>
              <a:gd name="T2" fmla="*/ 28 w 100"/>
              <a:gd name="T3" fmla="*/ 131 h 143"/>
              <a:gd name="T4" fmla="*/ 92 w 100"/>
              <a:gd name="T5" fmla="*/ 67 h 143"/>
              <a:gd name="T6" fmla="*/ 99 w 100"/>
              <a:gd name="T7" fmla="*/ 74 h 143"/>
              <a:gd name="T8" fmla="*/ 95 w 100"/>
              <a:gd name="T9" fmla="*/ 86 h 143"/>
              <a:gd name="T10" fmla="*/ 95 w 100"/>
              <a:gd name="T11" fmla="*/ 99 h 143"/>
              <a:gd name="T12" fmla="*/ 93 w 100"/>
              <a:gd name="T13" fmla="*/ 105 h 143"/>
              <a:gd name="T14" fmla="*/ 88 w 100"/>
              <a:gd name="T15" fmla="*/ 106 h 143"/>
              <a:gd name="T16" fmla="*/ 86 w 100"/>
              <a:gd name="T17" fmla="*/ 113 h 143"/>
              <a:gd name="T18" fmla="*/ 78 w 100"/>
              <a:gd name="T19" fmla="*/ 120 h 143"/>
              <a:gd name="T20" fmla="*/ 79 w 100"/>
              <a:gd name="T21" fmla="*/ 127 h 143"/>
              <a:gd name="T22" fmla="*/ 85 w 100"/>
              <a:gd name="T23" fmla="*/ 132 h 143"/>
              <a:gd name="T24" fmla="*/ 78 w 100"/>
              <a:gd name="T25" fmla="*/ 132 h 143"/>
              <a:gd name="T26" fmla="*/ 73 w 100"/>
              <a:gd name="T27" fmla="*/ 137 h 143"/>
              <a:gd name="T28" fmla="*/ 68 w 100"/>
              <a:gd name="T29" fmla="*/ 143 h 143"/>
              <a:gd name="T30" fmla="*/ 59 w 100"/>
              <a:gd name="T31" fmla="*/ 141 h 143"/>
              <a:gd name="T32" fmla="*/ 56 w 100"/>
              <a:gd name="T33" fmla="*/ 139 h 143"/>
              <a:gd name="T34" fmla="*/ 49 w 100"/>
              <a:gd name="T35" fmla="*/ 131 h 143"/>
              <a:gd name="T36" fmla="*/ 44 w 100"/>
              <a:gd name="T37" fmla="*/ 128 h 143"/>
              <a:gd name="T38" fmla="*/ 42 w 100"/>
              <a:gd name="T39" fmla="*/ 132 h 143"/>
              <a:gd name="T40" fmla="*/ 37 w 100"/>
              <a:gd name="T41" fmla="*/ 123 h 143"/>
              <a:gd name="T42" fmla="*/ 31 w 100"/>
              <a:gd name="T43" fmla="*/ 127 h 143"/>
              <a:gd name="T44" fmla="*/ 31 w 100"/>
              <a:gd name="T45" fmla="*/ 125 h 143"/>
              <a:gd name="T46" fmla="*/ 21 w 100"/>
              <a:gd name="T47" fmla="*/ 115 h 143"/>
              <a:gd name="T48" fmla="*/ 19 w 100"/>
              <a:gd name="T49" fmla="*/ 103 h 143"/>
              <a:gd name="T50" fmla="*/ 13 w 100"/>
              <a:gd name="T51" fmla="*/ 88 h 143"/>
              <a:gd name="T52" fmla="*/ 15 w 100"/>
              <a:gd name="T53" fmla="*/ 81 h 143"/>
              <a:gd name="T54" fmla="*/ 18 w 100"/>
              <a:gd name="T55" fmla="*/ 68 h 143"/>
              <a:gd name="T56" fmla="*/ 22 w 100"/>
              <a:gd name="T57" fmla="*/ 58 h 143"/>
              <a:gd name="T58" fmla="*/ 28 w 100"/>
              <a:gd name="T59" fmla="*/ 52 h 143"/>
              <a:gd name="T60" fmla="*/ 33 w 100"/>
              <a:gd name="T61" fmla="*/ 52 h 143"/>
              <a:gd name="T62" fmla="*/ 35 w 100"/>
              <a:gd name="T63" fmla="*/ 43 h 143"/>
              <a:gd name="T64" fmla="*/ 37 w 100"/>
              <a:gd name="T65" fmla="*/ 42 h 143"/>
              <a:gd name="T66" fmla="*/ 48 w 100"/>
              <a:gd name="T67" fmla="*/ 44 h 143"/>
              <a:gd name="T68" fmla="*/ 55 w 100"/>
              <a:gd name="T69" fmla="*/ 40 h 143"/>
              <a:gd name="T70" fmla="*/ 58 w 100"/>
              <a:gd name="T71" fmla="*/ 43 h 143"/>
              <a:gd name="T72" fmla="*/ 70 w 100"/>
              <a:gd name="T73" fmla="*/ 46 h 143"/>
              <a:gd name="T74" fmla="*/ 79 w 100"/>
              <a:gd name="T75" fmla="*/ 46 h 143"/>
              <a:gd name="T76" fmla="*/ 81 w 100"/>
              <a:gd name="T77" fmla="*/ 54 h 143"/>
              <a:gd name="T78" fmla="*/ 85 w 100"/>
              <a:gd name="T79" fmla="*/ 57 h 143"/>
              <a:gd name="T80" fmla="*/ 89 w 100"/>
              <a:gd name="T81" fmla="*/ 58 h 143"/>
              <a:gd name="T82" fmla="*/ 94 w 100"/>
              <a:gd name="T83" fmla="*/ 63 h 143"/>
              <a:gd name="T84" fmla="*/ 94 w 100"/>
              <a:gd name="T85" fmla="*/ 65 h 143"/>
              <a:gd name="T86" fmla="*/ 7 w 100"/>
              <a:gd name="T87" fmla="*/ 69 h 143"/>
              <a:gd name="T88" fmla="*/ 10 w 100"/>
              <a:gd name="T89" fmla="*/ 69 h 143"/>
              <a:gd name="T90" fmla="*/ 42 w 100"/>
              <a:gd name="T91" fmla="*/ 138 h 143"/>
              <a:gd name="T92" fmla="*/ 31 w 100"/>
              <a:gd name="T93" fmla="*/ 29 h 143"/>
              <a:gd name="T94" fmla="*/ 40 w 100"/>
              <a:gd name="T95" fmla="*/ 2 h 143"/>
              <a:gd name="T96" fmla="*/ 47 w 100"/>
              <a:gd name="T97" fmla="*/ 15 h 143"/>
              <a:gd name="T98" fmla="*/ 65 w 100"/>
              <a:gd name="T99" fmla="*/ 0 h 143"/>
              <a:gd name="T100" fmla="*/ 71 w 100"/>
              <a:gd name="T101" fmla="*/ 4 h 143"/>
              <a:gd name="T102" fmla="*/ 52 w 100"/>
              <a:gd name="T103" fmla="*/ 15 h 143"/>
              <a:gd name="T104" fmla="*/ 34 w 100"/>
              <a:gd name="T105" fmla="*/ 35 h 143"/>
              <a:gd name="T106" fmla="*/ 19 w 100"/>
              <a:gd name="T107" fmla="*/ 59 h 143"/>
              <a:gd name="T108" fmla="*/ 7 w 100"/>
              <a:gd name="T109" fmla="*/ 100 h 143"/>
              <a:gd name="T110" fmla="*/ 26 w 100"/>
              <a:gd name="T111" fmla="*/ 13 h 143"/>
            </a:gdLst>
            <a:ahLst/>
            <a:cxnLst/>
            <a:rect l="0" t="0" r="r" b="b"/>
            <a:pathLst>
              <a:path w="100" h="143">
                <a:moveTo>
                  <a:pt x="28" y="131"/>
                </a:moveTo>
                <a:cubicBezTo>
                  <a:pt x="29" y="131"/>
                  <a:pt x="29" y="131"/>
                  <a:pt x="29" y="131"/>
                </a:cubicBezTo>
                <a:cubicBezTo>
                  <a:pt x="29" y="131"/>
                  <a:pt x="28" y="131"/>
                  <a:pt x="29" y="131"/>
                </a:cubicBezTo>
                <a:cubicBezTo>
                  <a:pt x="29" y="131"/>
                  <a:pt x="29" y="131"/>
                  <a:pt x="28" y="131"/>
                </a:cubicBezTo>
                <a:close/>
                <a:moveTo>
                  <a:pt x="29" y="129"/>
                </a:moveTo>
                <a:cubicBezTo>
                  <a:pt x="30" y="130"/>
                  <a:pt x="30" y="130"/>
                  <a:pt x="30" y="130"/>
                </a:cubicBezTo>
                <a:cubicBezTo>
                  <a:pt x="29" y="130"/>
                  <a:pt x="29" y="129"/>
                  <a:pt x="29" y="129"/>
                </a:cubicBezTo>
                <a:cubicBezTo>
                  <a:pt x="29" y="129"/>
                  <a:pt x="29" y="129"/>
                  <a:pt x="29" y="129"/>
                </a:cubicBezTo>
                <a:close/>
                <a:moveTo>
                  <a:pt x="28" y="131"/>
                </a:moveTo>
                <a:cubicBezTo>
                  <a:pt x="28" y="133"/>
                  <a:pt x="28" y="133"/>
                  <a:pt x="28" y="133"/>
                </a:cubicBezTo>
                <a:cubicBezTo>
                  <a:pt x="28" y="133"/>
                  <a:pt x="28" y="133"/>
                  <a:pt x="28" y="133"/>
                </a:cubicBezTo>
                <a:cubicBezTo>
                  <a:pt x="27" y="133"/>
                  <a:pt x="27" y="133"/>
                  <a:pt x="27" y="134"/>
                </a:cubicBezTo>
                <a:cubicBezTo>
                  <a:pt x="27" y="133"/>
                  <a:pt x="27" y="133"/>
                  <a:pt x="27" y="133"/>
                </a:cubicBezTo>
                <a:lnTo>
                  <a:pt x="28" y="131"/>
                </a:lnTo>
                <a:close/>
                <a:moveTo>
                  <a:pt x="45" y="126"/>
                </a:moveTo>
                <a:cubicBezTo>
                  <a:pt x="45" y="126"/>
                  <a:pt x="46" y="126"/>
                  <a:pt x="46" y="126"/>
                </a:cubicBezTo>
                <a:cubicBezTo>
                  <a:pt x="46" y="125"/>
                  <a:pt x="46" y="125"/>
                  <a:pt x="46" y="125"/>
                </a:cubicBezTo>
                <a:cubicBezTo>
                  <a:pt x="45" y="125"/>
                  <a:pt x="45" y="126"/>
                  <a:pt x="45" y="127"/>
                </a:cubicBezTo>
                <a:lnTo>
                  <a:pt x="45" y="126"/>
                </a:lnTo>
                <a:close/>
                <a:moveTo>
                  <a:pt x="93" y="67"/>
                </a:moveTo>
                <a:cubicBezTo>
                  <a:pt x="92" y="67"/>
                  <a:pt x="92" y="67"/>
                  <a:pt x="92" y="67"/>
                </a:cubicBezTo>
                <a:cubicBezTo>
                  <a:pt x="92" y="68"/>
                  <a:pt x="92" y="68"/>
                  <a:pt x="92" y="68"/>
                </a:cubicBezTo>
                <a:cubicBezTo>
                  <a:pt x="92" y="68"/>
                  <a:pt x="93" y="69"/>
                  <a:pt x="93" y="70"/>
                </a:cubicBezTo>
                <a:cubicBezTo>
                  <a:pt x="93" y="71"/>
                  <a:pt x="94" y="72"/>
                  <a:pt x="95" y="72"/>
                </a:cubicBezTo>
                <a:cubicBezTo>
                  <a:pt x="95" y="72"/>
                  <a:pt x="95" y="72"/>
                  <a:pt x="95" y="72"/>
                </a:cubicBezTo>
                <a:cubicBezTo>
                  <a:pt x="95" y="72"/>
                  <a:pt x="96" y="72"/>
                  <a:pt x="97" y="72"/>
                </a:cubicBezTo>
                <a:cubicBezTo>
                  <a:pt x="98" y="72"/>
                  <a:pt x="98" y="72"/>
                  <a:pt x="99" y="72"/>
                </a:cubicBezTo>
                <a:cubicBezTo>
                  <a:pt x="99" y="74"/>
                  <a:pt x="99" y="74"/>
                  <a:pt x="99" y="74"/>
                </a:cubicBezTo>
                <a:cubicBezTo>
                  <a:pt x="96" y="74"/>
                  <a:pt x="95" y="75"/>
                  <a:pt x="94" y="77"/>
                </a:cubicBezTo>
                <a:cubicBezTo>
                  <a:pt x="95" y="77"/>
                  <a:pt x="96" y="77"/>
                  <a:pt x="96" y="78"/>
                </a:cubicBezTo>
                <a:cubicBezTo>
                  <a:pt x="96" y="78"/>
                  <a:pt x="96" y="78"/>
                  <a:pt x="97" y="79"/>
                </a:cubicBezTo>
                <a:cubicBezTo>
                  <a:pt x="97" y="79"/>
                  <a:pt x="97" y="80"/>
                  <a:pt x="96" y="80"/>
                </a:cubicBezTo>
                <a:cubicBezTo>
                  <a:pt x="96" y="81"/>
                  <a:pt x="95" y="81"/>
                  <a:pt x="95" y="82"/>
                </a:cubicBezTo>
                <a:cubicBezTo>
                  <a:pt x="95" y="86"/>
                  <a:pt x="95" y="86"/>
                  <a:pt x="95" y="86"/>
                </a:cubicBezTo>
                <a:cubicBezTo>
                  <a:pt x="95" y="86"/>
                  <a:pt x="95" y="86"/>
                  <a:pt x="95" y="86"/>
                </a:cubicBezTo>
                <a:cubicBezTo>
                  <a:pt x="99" y="87"/>
                  <a:pt x="99" y="87"/>
                  <a:pt x="99" y="87"/>
                </a:cubicBezTo>
                <a:cubicBezTo>
                  <a:pt x="99" y="90"/>
                  <a:pt x="99" y="90"/>
                  <a:pt x="99" y="90"/>
                </a:cubicBezTo>
                <a:cubicBezTo>
                  <a:pt x="95" y="91"/>
                  <a:pt x="95" y="91"/>
                  <a:pt x="95" y="91"/>
                </a:cubicBezTo>
                <a:cubicBezTo>
                  <a:pt x="94" y="91"/>
                  <a:pt x="94" y="92"/>
                  <a:pt x="94" y="95"/>
                </a:cubicBezTo>
                <a:cubicBezTo>
                  <a:pt x="94" y="95"/>
                  <a:pt x="95" y="96"/>
                  <a:pt x="95" y="96"/>
                </a:cubicBezTo>
                <a:cubicBezTo>
                  <a:pt x="96" y="97"/>
                  <a:pt x="96" y="97"/>
                  <a:pt x="96" y="97"/>
                </a:cubicBezTo>
                <a:cubicBezTo>
                  <a:pt x="96" y="98"/>
                  <a:pt x="95" y="99"/>
                  <a:pt x="95" y="99"/>
                </a:cubicBezTo>
                <a:cubicBezTo>
                  <a:pt x="93" y="99"/>
                  <a:pt x="93" y="99"/>
                  <a:pt x="93" y="99"/>
                </a:cubicBezTo>
                <a:cubicBezTo>
                  <a:pt x="93" y="99"/>
                  <a:pt x="93" y="99"/>
                  <a:pt x="93" y="99"/>
                </a:cubicBezTo>
                <a:cubicBezTo>
                  <a:pt x="92" y="99"/>
                  <a:pt x="91" y="100"/>
                  <a:pt x="91" y="101"/>
                </a:cubicBezTo>
                <a:cubicBezTo>
                  <a:pt x="91" y="101"/>
                  <a:pt x="91" y="101"/>
                  <a:pt x="91" y="101"/>
                </a:cubicBezTo>
                <a:cubicBezTo>
                  <a:pt x="91" y="103"/>
                  <a:pt x="90" y="104"/>
                  <a:pt x="90" y="105"/>
                </a:cubicBezTo>
                <a:cubicBezTo>
                  <a:pt x="92" y="105"/>
                  <a:pt x="92" y="105"/>
                  <a:pt x="92" y="105"/>
                </a:cubicBezTo>
                <a:cubicBezTo>
                  <a:pt x="92" y="105"/>
                  <a:pt x="93" y="105"/>
                  <a:pt x="93" y="105"/>
                </a:cubicBezTo>
                <a:cubicBezTo>
                  <a:pt x="94" y="106"/>
                  <a:pt x="94" y="106"/>
                  <a:pt x="94" y="108"/>
                </a:cubicBezTo>
                <a:cubicBezTo>
                  <a:pt x="94" y="108"/>
                  <a:pt x="94" y="108"/>
                  <a:pt x="93" y="108"/>
                </a:cubicBezTo>
                <a:cubicBezTo>
                  <a:pt x="93" y="108"/>
                  <a:pt x="93" y="108"/>
                  <a:pt x="93" y="108"/>
                </a:cubicBezTo>
                <a:cubicBezTo>
                  <a:pt x="93" y="108"/>
                  <a:pt x="93" y="108"/>
                  <a:pt x="93" y="108"/>
                </a:cubicBezTo>
                <a:cubicBezTo>
                  <a:pt x="92" y="107"/>
                  <a:pt x="91" y="107"/>
                  <a:pt x="90" y="107"/>
                </a:cubicBezTo>
                <a:cubicBezTo>
                  <a:pt x="90" y="107"/>
                  <a:pt x="89" y="106"/>
                  <a:pt x="88" y="106"/>
                </a:cubicBezTo>
                <a:cubicBezTo>
                  <a:pt x="88" y="106"/>
                  <a:pt x="88" y="106"/>
                  <a:pt x="88" y="106"/>
                </a:cubicBezTo>
                <a:cubicBezTo>
                  <a:pt x="87" y="107"/>
                  <a:pt x="86" y="108"/>
                  <a:pt x="86" y="110"/>
                </a:cubicBezTo>
                <a:cubicBezTo>
                  <a:pt x="86" y="110"/>
                  <a:pt x="86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7" y="111"/>
                  <a:pt x="87" y="111"/>
                  <a:pt x="87" y="111"/>
                </a:cubicBezTo>
                <a:cubicBezTo>
                  <a:pt x="87" y="111"/>
                  <a:pt x="87" y="111"/>
                  <a:pt x="87" y="111"/>
                </a:cubicBezTo>
                <a:cubicBezTo>
                  <a:pt x="87" y="111"/>
                  <a:pt x="86" y="112"/>
                  <a:pt x="86" y="112"/>
                </a:cubicBezTo>
                <a:cubicBezTo>
                  <a:pt x="86" y="112"/>
                  <a:pt x="86" y="112"/>
                  <a:pt x="86" y="113"/>
                </a:cubicBezTo>
                <a:cubicBezTo>
                  <a:pt x="84" y="113"/>
                  <a:pt x="84" y="113"/>
                  <a:pt x="84" y="113"/>
                </a:cubicBezTo>
                <a:cubicBezTo>
                  <a:pt x="83" y="113"/>
                  <a:pt x="83" y="113"/>
                  <a:pt x="82" y="114"/>
                </a:cubicBezTo>
                <a:cubicBezTo>
                  <a:pt x="82" y="115"/>
                  <a:pt x="82" y="116"/>
                  <a:pt x="83" y="117"/>
                </a:cubicBezTo>
                <a:cubicBezTo>
                  <a:pt x="83" y="118"/>
                  <a:pt x="83" y="119"/>
                  <a:pt x="83" y="120"/>
                </a:cubicBezTo>
                <a:cubicBezTo>
                  <a:pt x="82" y="120"/>
                  <a:pt x="82" y="120"/>
                  <a:pt x="82" y="121"/>
                </a:cubicBezTo>
                <a:cubicBezTo>
                  <a:pt x="80" y="121"/>
                  <a:pt x="80" y="121"/>
                  <a:pt x="80" y="121"/>
                </a:cubicBezTo>
                <a:cubicBezTo>
                  <a:pt x="80" y="120"/>
                  <a:pt x="79" y="120"/>
                  <a:pt x="78" y="120"/>
                </a:cubicBezTo>
                <a:cubicBezTo>
                  <a:pt x="78" y="121"/>
                  <a:pt x="78" y="121"/>
                  <a:pt x="78" y="121"/>
                </a:cubicBezTo>
                <a:cubicBezTo>
                  <a:pt x="79" y="121"/>
                  <a:pt x="79" y="122"/>
                  <a:pt x="80" y="122"/>
                </a:cubicBezTo>
                <a:cubicBezTo>
                  <a:pt x="80" y="123"/>
                  <a:pt x="80" y="123"/>
                  <a:pt x="80" y="123"/>
                </a:cubicBezTo>
                <a:cubicBezTo>
                  <a:pt x="79" y="123"/>
                  <a:pt x="79" y="123"/>
                  <a:pt x="79" y="123"/>
                </a:cubicBezTo>
                <a:cubicBezTo>
                  <a:pt x="79" y="123"/>
                  <a:pt x="79" y="124"/>
                  <a:pt x="79" y="124"/>
                </a:cubicBezTo>
                <a:cubicBezTo>
                  <a:pt x="78" y="125"/>
                  <a:pt x="78" y="126"/>
                  <a:pt x="78" y="126"/>
                </a:cubicBezTo>
                <a:cubicBezTo>
                  <a:pt x="78" y="126"/>
                  <a:pt x="78" y="127"/>
                  <a:pt x="79" y="127"/>
                </a:cubicBezTo>
                <a:cubicBezTo>
                  <a:pt x="79" y="127"/>
                  <a:pt x="79" y="127"/>
                  <a:pt x="79" y="128"/>
                </a:cubicBezTo>
                <a:cubicBezTo>
                  <a:pt x="79" y="128"/>
                  <a:pt x="79" y="128"/>
                  <a:pt x="79" y="128"/>
                </a:cubicBezTo>
                <a:cubicBezTo>
                  <a:pt x="79" y="129"/>
                  <a:pt x="79" y="129"/>
                  <a:pt x="79" y="130"/>
                </a:cubicBezTo>
                <a:cubicBezTo>
                  <a:pt x="79" y="130"/>
                  <a:pt x="79" y="130"/>
                  <a:pt x="79" y="130"/>
                </a:cubicBezTo>
                <a:cubicBezTo>
                  <a:pt x="80" y="130"/>
                  <a:pt x="81" y="130"/>
                  <a:pt x="81" y="131"/>
                </a:cubicBezTo>
                <a:cubicBezTo>
                  <a:pt x="81" y="131"/>
                  <a:pt x="81" y="131"/>
                  <a:pt x="81" y="131"/>
                </a:cubicBezTo>
                <a:cubicBezTo>
                  <a:pt x="85" y="132"/>
                  <a:pt x="85" y="132"/>
                  <a:pt x="85" y="132"/>
                </a:cubicBezTo>
                <a:cubicBezTo>
                  <a:pt x="87" y="132"/>
                  <a:pt x="89" y="132"/>
                  <a:pt x="90" y="133"/>
                </a:cubicBezTo>
                <a:cubicBezTo>
                  <a:pt x="90" y="133"/>
                  <a:pt x="90" y="133"/>
                  <a:pt x="90" y="133"/>
                </a:cubicBezTo>
                <a:cubicBezTo>
                  <a:pt x="88" y="133"/>
                  <a:pt x="88" y="133"/>
                  <a:pt x="88" y="133"/>
                </a:cubicBezTo>
                <a:cubicBezTo>
                  <a:pt x="88" y="133"/>
                  <a:pt x="86" y="133"/>
                  <a:pt x="84" y="132"/>
                </a:cubicBezTo>
                <a:cubicBezTo>
                  <a:pt x="81" y="132"/>
                  <a:pt x="79" y="131"/>
                  <a:pt x="79" y="131"/>
                </a:cubicBezTo>
                <a:cubicBezTo>
                  <a:pt x="79" y="132"/>
                  <a:pt x="79" y="132"/>
                  <a:pt x="79" y="132"/>
                </a:cubicBezTo>
                <a:cubicBezTo>
                  <a:pt x="78" y="132"/>
                  <a:pt x="78" y="132"/>
                  <a:pt x="78" y="132"/>
                </a:cubicBezTo>
                <a:cubicBezTo>
                  <a:pt x="77" y="133"/>
                  <a:pt x="77" y="133"/>
                  <a:pt x="76" y="134"/>
                </a:cubicBezTo>
                <a:cubicBezTo>
                  <a:pt x="76" y="134"/>
                  <a:pt x="76" y="135"/>
                  <a:pt x="76" y="136"/>
                </a:cubicBezTo>
                <a:cubicBezTo>
                  <a:pt x="76" y="136"/>
                  <a:pt x="77" y="137"/>
                  <a:pt x="77" y="138"/>
                </a:cubicBezTo>
                <a:cubicBezTo>
                  <a:pt x="76" y="138"/>
                  <a:pt x="76" y="138"/>
                  <a:pt x="76" y="138"/>
                </a:cubicBezTo>
                <a:cubicBezTo>
                  <a:pt x="75" y="137"/>
                  <a:pt x="74" y="137"/>
                  <a:pt x="74" y="137"/>
                </a:cubicBezTo>
                <a:cubicBezTo>
                  <a:pt x="74" y="137"/>
                  <a:pt x="74" y="137"/>
                  <a:pt x="74" y="137"/>
                </a:cubicBezTo>
                <a:cubicBezTo>
                  <a:pt x="73" y="137"/>
                  <a:pt x="73" y="137"/>
                  <a:pt x="73" y="137"/>
                </a:cubicBezTo>
                <a:cubicBezTo>
                  <a:pt x="73" y="138"/>
                  <a:pt x="73" y="138"/>
                  <a:pt x="73" y="139"/>
                </a:cubicBezTo>
                <a:cubicBezTo>
                  <a:pt x="73" y="139"/>
                  <a:pt x="73" y="139"/>
                  <a:pt x="73" y="140"/>
                </a:cubicBezTo>
                <a:cubicBezTo>
                  <a:pt x="70" y="140"/>
                  <a:pt x="70" y="140"/>
                  <a:pt x="70" y="140"/>
                </a:cubicBezTo>
                <a:cubicBezTo>
                  <a:pt x="70" y="140"/>
                  <a:pt x="70" y="140"/>
                  <a:pt x="70" y="140"/>
                </a:cubicBezTo>
                <a:cubicBezTo>
                  <a:pt x="70" y="141"/>
                  <a:pt x="69" y="141"/>
                  <a:pt x="69" y="141"/>
                </a:cubicBezTo>
                <a:cubicBezTo>
                  <a:pt x="69" y="141"/>
                  <a:pt x="69" y="141"/>
                  <a:pt x="69" y="141"/>
                </a:cubicBezTo>
                <a:cubicBezTo>
                  <a:pt x="68" y="142"/>
                  <a:pt x="68" y="143"/>
                  <a:pt x="68" y="143"/>
                </a:cubicBezTo>
                <a:cubicBezTo>
                  <a:pt x="67" y="143"/>
                  <a:pt x="67" y="143"/>
                  <a:pt x="67" y="143"/>
                </a:cubicBezTo>
                <a:cubicBezTo>
                  <a:pt x="67" y="143"/>
                  <a:pt x="66" y="142"/>
                  <a:pt x="66" y="141"/>
                </a:cubicBezTo>
                <a:cubicBezTo>
                  <a:pt x="64" y="141"/>
                  <a:pt x="64" y="141"/>
                  <a:pt x="64" y="141"/>
                </a:cubicBezTo>
                <a:cubicBezTo>
                  <a:pt x="64" y="142"/>
                  <a:pt x="64" y="142"/>
                  <a:pt x="64" y="142"/>
                </a:cubicBezTo>
                <a:cubicBezTo>
                  <a:pt x="63" y="142"/>
                  <a:pt x="63" y="142"/>
                  <a:pt x="62" y="142"/>
                </a:cubicBezTo>
                <a:cubicBezTo>
                  <a:pt x="62" y="142"/>
                  <a:pt x="61" y="141"/>
                  <a:pt x="60" y="141"/>
                </a:cubicBezTo>
                <a:cubicBezTo>
                  <a:pt x="59" y="141"/>
                  <a:pt x="59" y="141"/>
                  <a:pt x="59" y="141"/>
                </a:cubicBezTo>
                <a:cubicBezTo>
                  <a:pt x="59" y="142"/>
                  <a:pt x="58" y="143"/>
                  <a:pt x="58" y="143"/>
                </a:cubicBezTo>
                <a:cubicBezTo>
                  <a:pt x="58" y="143"/>
                  <a:pt x="58" y="143"/>
                  <a:pt x="58" y="143"/>
                </a:cubicBezTo>
                <a:cubicBezTo>
                  <a:pt x="58" y="143"/>
                  <a:pt x="58" y="143"/>
                  <a:pt x="58" y="143"/>
                </a:cubicBezTo>
                <a:cubicBezTo>
                  <a:pt x="58" y="143"/>
                  <a:pt x="58" y="143"/>
                  <a:pt x="58" y="143"/>
                </a:cubicBezTo>
                <a:cubicBezTo>
                  <a:pt x="57" y="141"/>
                  <a:pt x="57" y="141"/>
                  <a:pt x="57" y="141"/>
                </a:cubicBezTo>
                <a:cubicBezTo>
                  <a:pt x="57" y="141"/>
                  <a:pt x="58" y="141"/>
                  <a:pt x="58" y="140"/>
                </a:cubicBezTo>
                <a:cubicBezTo>
                  <a:pt x="57" y="140"/>
                  <a:pt x="56" y="139"/>
                  <a:pt x="56" y="139"/>
                </a:cubicBezTo>
                <a:cubicBezTo>
                  <a:pt x="55" y="138"/>
                  <a:pt x="55" y="138"/>
                  <a:pt x="53" y="138"/>
                </a:cubicBezTo>
                <a:cubicBezTo>
                  <a:pt x="53" y="138"/>
                  <a:pt x="52" y="138"/>
                  <a:pt x="52" y="139"/>
                </a:cubicBezTo>
                <a:cubicBezTo>
                  <a:pt x="52" y="137"/>
                  <a:pt x="52" y="137"/>
                  <a:pt x="52" y="137"/>
                </a:cubicBezTo>
                <a:cubicBezTo>
                  <a:pt x="52" y="137"/>
                  <a:pt x="53" y="136"/>
                  <a:pt x="53" y="135"/>
                </a:cubicBezTo>
                <a:cubicBezTo>
                  <a:pt x="51" y="134"/>
                  <a:pt x="51" y="133"/>
                  <a:pt x="51" y="132"/>
                </a:cubicBezTo>
                <a:cubicBezTo>
                  <a:pt x="50" y="131"/>
                  <a:pt x="50" y="131"/>
                  <a:pt x="50" y="131"/>
                </a:cubicBezTo>
                <a:cubicBezTo>
                  <a:pt x="49" y="131"/>
                  <a:pt x="49" y="131"/>
                  <a:pt x="49" y="131"/>
                </a:cubicBezTo>
                <a:cubicBezTo>
                  <a:pt x="49" y="133"/>
                  <a:pt x="49" y="133"/>
                  <a:pt x="49" y="133"/>
                </a:cubicBezTo>
                <a:cubicBezTo>
                  <a:pt x="48" y="133"/>
                  <a:pt x="48" y="133"/>
                  <a:pt x="48" y="133"/>
                </a:cubicBezTo>
                <a:cubicBezTo>
                  <a:pt x="48" y="131"/>
                  <a:pt x="48" y="129"/>
                  <a:pt x="48" y="128"/>
                </a:cubicBezTo>
                <a:cubicBezTo>
                  <a:pt x="45" y="128"/>
                  <a:pt x="45" y="128"/>
                  <a:pt x="45" y="128"/>
                </a:cubicBezTo>
                <a:cubicBezTo>
                  <a:pt x="46" y="128"/>
                  <a:pt x="46" y="128"/>
                  <a:pt x="46" y="128"/>
                </a:cubicBezTo>
                <a:cubicBezTo>
                  <a:pt x="45" y="127"/>
                  <a:pt x="45" y="127"/>
                  <a:pt x="44" y="127"/>
                </a:cubicBezTo>
                <a:cubicBezTo>
                  <a:pt x="44" y="128"/>
                  <a:pt x="44" y="128"/>
                  <a:pt x="44" y="128"/>
                </a:cubicBezTo>
                <a:cubicBezTo>
                  <a:pt x="44" y="128"/>
                  <a:pt x="44" y="128"/>
                  <a:pt x="44" y="129"/>
                </a:cubicBezTo>
                <a:cubicBezTo>
                  <a:pt x="43" y="129"/>
                  <a:pt x="43" y="129"/>
                  <a:pt x="43" y="129"/>
                </a:cubicBezTo>
                <a:cubicBezTo>
                  <a:pt x="43" y="133"/>
                  <a:pt x="43" y="133"/>
                  <a:pt x="43" y="133"/>
                </a:cubicBezTo>
                <a:cubicBezTo>
                  <a:pt x="43" y="133"/>
                  <a:pt x="42" y="134"/>
                  <a:pt x="42" y="134"/>
                </a:cubicBezTo>
                <a:cubicBezTo>
                  <a:pt x="42" y="135"/>
                  <a:pt x="42" y="136"/>
                  <a:pt x="42" y="136"/>
                </a:cubicBezTo>
                <a:cubicBezTo>
                  <a:pt x="41" y="135"/>
                  <a:pt x="41" y="135"/>
                  <a:pt x="41" y="135"/>
                </a:cubicBezTo>
                <a:cubicBezTo>
                  <a:pt x="42" y="135"/>
                  <a:pt x="42" y="134"/>
                  <a:pt x="42" y="132"/>
                </a:cubicBezTo>
                <a:cubicBezTo>
                  <a:pt x="42" y="129"/>
                  <a:pt x="42" y="129"/>
                  <a:pt x="42" y="129"/>
                </a:cubicBezTo>
                <a:cubicBezTo>
                  <a:pt x="42" y="128"/>
                  <a:pt x="42" y="128"/>
                  <a:pt x="41" y="128"/>
                </a:cubicBezTo>
                <a:cubicBezTo>
                  <a:pt x="41" y="128"/>
                  <a:pt x="40" y="128"/>
                  <a:pt x="40" y="128"/>
                </a:cubicBezTo>
                <a:cubicBezTo>
                  <a:pt x="40" y="125"/>
                  <a:pt x="40" y="125"/>
                  <a:pt x="40" y="125"/>
                </a:cubicBezTo>
                <a:cubicBezTo>
                  <a:pt x="39" y="124"/>
                  <a:pt x="39" y="124"/>
                  <a:pt x="39" y="124"/>
                </a:cubicBezTo>
                <a:cubicBezTo>
                  <a:pt x="38" y="123"/>
                  <a:pt x="38" y="123"/>
                  <a:pt x="38" y="123"/>
                </a:cubicBezTo>
                <a:cubicBezTo>
                  <a:pt x="37" y="123"/>
                  <a:pt x="37" y="123"/>
                  <a:pt x="37" y="123"/>
                </a:cubicBezTo>
                <a:cubicBezTo>
                  <a:pt x="37" y="122"/>
                  <a:pt x="37" y="122"/>
                  <a:pt x="37" y="122"/>
                </a:cubicBezTo>
                <a:cubicBezTo>
                  <a:pt x="35" y="121"/>
                  <a:pt x="35" y="121"/>
                  <a:pt x="35" y="121"/>
                </a:cubicBezTo>
                <a:cubicBezTo>
                  <a:pt x="34" y="122"/>
                  <a:pt x="34" y="122"/>
                  <a:pt x="34" y="123"/>
                </a:cubicBezTo>
                <a:cubicBezTo>
                  <a:pt x="33" y="124"/>
                  <a:pt x="33" y="124"/>
                  <a:pt x="33" y="124"/>
                </a:cubicBezTo>
                <a:cubicBezTo>
                  <a:pt x="33" y="125"/>
                  <a:pt x="32" y="125"/>
                  <a:pt x="32" y="126"/>
                </a:cubicBezTo>
                <a:cubicBezTo>
                  <a:pt x="31" y="126"/>
                  <a:pt x="31" y="126"/>
                  <a:pt x="31" y="126"/>
                </a:cubicBezTo>
                <a:cubicBezTo>
                  <a:pt x="31" y="126"/>
                  <a:pt x="31" y="127"/>
                  <a:pt x="31" y="127"/>
                </a:cubicBezTo>
                <a:cubicBezTo>
                  <a:pt x="31" y="127"/>
                  <a:pt x="30" y="128"/>
                  <a:pt x="30" y="128"/>
                </a:cubicBezTo>
                <a:cubicBezTo>
                  <a:pt x="30" y="127"/>
                  <a:pt x="30" y="127"/>
                  <a:pt x="30" y="127"/>
                </a:cubicBezTo>
                <a:cubicBezTo>
                  <a:pt x="30" y="127"/>
                  <a:pt x="31" y="126"/>
                  <a:pt x="31" y="126"/>
                </a:cubicBezTo>
                <a:cubicBezTo>
                  <a:pt x="30" y="126"/>
                  <a:pt x="30" y="126"/>
                  <a:pt x="31" y="126"/>
                </a:cubicBezTo>
                <a:cubicBezTo>
                  <a:pt x="31" y="126"/>
                  <a:pt x="31" y="126"/>
                  <a:pt x="31" y="126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31" y="124"/>
                  <a:pt x="32" y="123"/>
                  <a:pt x="32" y="122"/>
                </a:cubicBezTo>
                <a:cubicBezTo>
                  <a:pt x="32" y="121"/>
                  <a:pt x="32" y="120"/>
                  <a:pt x="32" y="120"/>
                </a:cubicBezTo>
                <a:cubicBezTo>
                  <a:pt x="32" y="120"/>
                  <a:pt x="32" y="120"/>
                  <a:pt x="32" y="120"/>
                </a:cubicBezTo>
                <a:cubicBezTo>
                  <a:pt x="31" y="118"/>
                  <a:pt x="31" y="117"/>
                  <a:pt x="29" y="117"/>
                </a:cubicBezTo>
                <a:cubicBezTo>
                  <a:pt x="28" y="116"/>
                  <a:pt x="27" y="116"/>
                  <a:pt x="27" y="115"/>
                </a:cubicBezTo>
                <a:cubicBezTo>
                  <a:pt x="23" y="115"/>
                  <a:pt x="23" y="115"/>
                  <a:pt x="23" y="115"/>
                </a:cubicBezTo>
                <a:cubicBezTo>
                  <a:pt x="23" y="115"/>
                  <a:pt x="22" y="115"/>
                  <a:pt x="21" y="115"/>
                </a:cubicBezTo>
                <a:cubicBezTo>
                  <a:pt x="19" y="114"/>
                  <a:pt x="18" y="114"/>
                  <a:pt x="18" y="114"/>
                </a:cubicBezTo>
                <a:cubicBezTo>
                  <a:pt x="18" y="112"/>
                  <a:pt x="19" y="112"/>
                  <a:pt x="19" y="111"/>
                </a:cubicBezTo>
                <a:cubicBezTo>
                  <a:pt x="20" y="110"/>
                  <a:pt x="20" y="109"/>
                  <a:pt x="21" y="108"/>
                </a:cubicBezTo>
                <a:cubicBezTo>
                  <a:pt x="20" y="108"/>
                  <a:pt x="19" y="107"/>
                  <a:pt x="19" y="107"/>
                </a:cubicBezTo>
                <a:cubicBezTo>
                  <a:pt x="18" y="107"/>
                  <a:pt x="18" y="106"/>
                  <a:pt x="18" y="105"/>
                </a:cubicBezTo>
                <a:cubicBezTo>
                  <a:pt x="18" y="104"/>
                  <a:pt x="18" y="104"/>
                  <a:pt x="18" y="104"/>
                </a:cubicBezTo>
                <a:cubicBezTo>
                  <a:pt x="19" y="103"/>
                  <a:pt x="19" y="103"/>
                  <a:pt x="19" y="103"/>
                </a:cubicBezTo>
                <a:cubicBezTo>
                  <a:pt x="18" y="101"/>
                  <a:pt x="18" y="100"/>
                  <a:pt x="17" y="100"/>
                </a:cubicBezTo>
                <a:cubicBezTo>
                  <a:pt x="17" y="100"/>
                  <a:pt x="16" y="100"/>
                  <a:pt x="15" y="99"/>
                </a:cubicBezTo>
                <a:cubicBezTo>
                  <a:pt x="15" y="98"/>
                  <a:pt x="15" y="98"/>
                  <a:pt x="15" y="98"/>
                </a:cubicBezTo>
                <a:cubicBezTo>
                  <a:pt x="15" y="97"/>
                  <a:pt x="16" y="97"/>
                  <a:pt x="16" y="96"/>
                </a:cubicBezTo>
                <a:cubicBezTo>
                  <a:pt x="16" y="95"/>
                  <a:pt x="15" y="94"/>
                  <a:pt x="15" y="93"/>
                </a:cubicBezTo>
                <a:cubicBezTo>
                  <a:pt x="14" y="92"/>
                  <a:pt x="14" y="91"/>
                  <a:pt x="14" y="91"/>
                </a:cubicBezTo>
                <a:cubicBezTo>
                  <a:pt x="14" y="89"/>
                  <a:pt x="13" y="88"/>
                  <a:pt x="13" y="88"/>
                </a:cubicBezTo>
                <a:cubicBezTo>
                  <a:pt x="12" y="88"/>
                  <a:pt x="12" y="88"/>
                  <a:pt x="12" y="88"/>
                </a:cubicBezTo>
                <a:cubicBezTo>
                  <a:pt x="12" y="88"/>
                  <a:pt x="11" y="88"/>
                  <a:pt x="11" y="88"/>
                </a:cubicBezTo>
                <a:cubicBezTo>
                  <a:pt x="11" y="88"/>
                  <a:pt x="11" y="88"/>
                  <a:pt x="11" y="88"/>
                </a:cubicBezTo>
                <a:cubicBezTo>
                  <a:pt x="9" y="88"/>
                  <a:pt x="9" y="87"/>
                  <a:pt x="9" y="86"/>
                </a:cubicBezTo>
                <a:cubicBezTo>
                  <a:pt x="11" y="85"/>
                  <a:pt x="12" y="85"/>
                  <a:pt x="13" y="85"/>
                </a:cubicBezTo>
                <a:cubicBezTo>
                  <a:pt x="14" y="86"/>
                  <a:pt x="14" y="85"/>
                  <a:pt x="14" y="82"/>
                </a:cubicBezTo>
                <a:cubicBezTo>
                  <a:pt x="15" y="81"/>
                  <a:pt x="15" y="81"/>
                  <a:pt x="15" y="81"/>
                </a:cubicBezTo>
                <a:cubicBezTo>
                  <a:pt x="15" y="80"/>
                  <a:pt x="15" y="79"/>
                  <a:pt x="15" y="78"/>
                </a:cubicBezTo>
                <a:cubicBezTo>
                  <a:pt x="15" y="74"/>
                  <a:pt x="15" y="74"/>
                  <a:pt x="15" y="74"/>
                </a:cubicBezTo>
                <a:cubicBezTo>
                  <a:pt x="14" y="73"/>
                  <a:pt x="14" y="73"/>
                  <a:pt x="14" y="73"/>
                </a:cubicBezTo>
                <a:cubicBezTo>
                  <a:pt x="14" y="72"/>
                  <a:pt x="13" y="72"/>
                  <a:pt x="13" y="71"/>
                </a:cubicBezTo>
                <a:cubicBezTo>
                  <a:pt x="14" y="71"/>
                  <a:pt x="14" y="71"/>
                  <a:pt x="14" y="70"/>
                </a:cubicBezTo>
                <a:cubicBezTo>
                  <a:pt x="16" y="70"/>
                  <a:pt x="16" y="70"/>
                  <a:pt x="16" y="70"/>
                </a:cubicBezTo>
                <a:cubicBezTo>
                  <a:pt x="17" y="70"/>
                  <a:pt x="17" y="69"/>
                  <a:pt x="18" y="68"/>
                </a:cubicBezTo>
                <a:cubicBezTo>
                  <a:pt x="19" y="67"/>
                  <a:pt x="20" y="66"/>
                  <a:pt x="20" y="65"/>
                </a:cubicBezTo>
                <a:cubicBezTo>
                  <a:pt x="19" y="64"/>
                  <a:pt x="18" y="63"/>
                  <a:pt x="18" y="62"/>
                </a:cubicBezTo>
                <a:cubicBezTo>
                  <a:pt x="18" y="61"/>
                  <a:pt x="19" y="61"/>
                  <a:pt x="21" y="61"/>
                </a:cubicBezTo>
                <a:cubicBezTo>
                  <a:pt x="21" y="60"/>
                  <a:pt x="21" y="60"/>
                  <a:pt x="21" y="60"/>
                </a:cubicBezTo>
                <a:cubicBezTo>
                  <a:pt x="22" y="60"/>
                  <a:pt x="22" y="60"/>
                  <a:pt x="22" y="60"/>
                </a:cubicBezTo>
                <a:cubicBezTo>
                  <a:pt x="23" y="60"/>
                  <a:pt x="23" y="60"/>
                  <a:pt x="23" y="60"/>
                </a:cubicBezTo>
                <a:cubicBezTo>
                  <a:pt x="22" y="58"/>
                  <a:pt x="22" y="58"/>
                  <a:pt x="22" y="58"/>
                </a:cubicBezTo>
                <a:cubicBezTo>
                  <a:pt x="22" y="57"/>
                  <a:pt x="23" y="56"/>
                  <a:pt x="23" y="56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6" y="57"/>
                  <a:pt x="26" y="57"/>
                </a:cubicBezTo>
                <a:cubicBezTo>
                  <a:pt x="26" y="57"/>
                  <a:pt x="26" y="57"/>
                  <a:pt x="26" y="57"/>
                </a:cubicBezTo>
                <a:cubicBezTo>
                  <a:pt x="27" y="57"/>
                  <a:pt x="27" y="56"/>
                  <a:pt x="28" y="55"/>
                </a:cubicBezTo>
                <a:cubicBezTo>
                  <a:pt x="27" y="55"/>
                  <a:pt x="27" y="54"/>
                  <a:pt x="27" y="52"/>
                </a:cubicBezTo>
                <a:cubicBezTo>
                  <a:pt x="27" y="52"/>
                  <a:pt x="28" y="52"/>
                  <a:pt x="28" y="52"/>
                </a:cubicBezTo>
                <a:cubicBezTo>
                  <a:pt x="28" y="52"/>
                  <a:pt x="28" y="52"/>
                  <a:pt x="29" y="52"/>
                </a:cubicBezTo>
                <a:cubicBezTo>
                  <a:pt x="29" y="52"/>
                  <a:pt x="29" y="52"/>
                  <a:pt x="30" y="52"/>
                </a:cubicBezTo>
                <a:cubicBezTo>
                  <a:pt x="30" y="53"/>
                  <a:pt x="30" y="53"/>
                  <a:pt x="30" y="53"/>
                </a:cubicBezTo>
                <a:cubicBezTo>
                  <a:pt x="30" y="53"/>
                  <a:pt x="30" y="53"/>
                  <a:pt x="31" y="53"/>
                </a:cubicBezTo>
                <a:cubicBezTo>
                  <a:pt x="31" y="53"/>
                  <a:pt x="31" y="53"/>
                  <a:pt x="31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2" y="53"/>
                  <a:pt x="33" y="52"/>
                </a:cubicBezTo>
                <a:cubicBezTo>
                  <a:pt x="33" y="52"/>
                  <a:pt x="33" y="52"/>
                  <a:pt x="33" y="52"/>
                </a:cubicBezTo>
                <a:cubicBezTo>
                  <a:pt x="33" y="52"/>
                  <a:pt x="34" y="51"/>
                  <a:pt x="34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5" y="49"/>
                  <a:pt x="35" y="48"/>
                  <a:pt x="36" y="48"/>
                </a:cubicBezTo>
                <a:cubicBezTo>
                  <a:pt x="36" y="48"/>
                  <a:pt x="36" y="48"/>
                  <a:pt x="36" y="48"/>
                </a:cubicBezTo>
                <a:cubicBezTo>
                  <a:pt x="36" y="45"/>
                  <a:pt x="36" y="45"/>
                  <a:pt x="36" y="45"/>
                </a:cubicBezTo>
                <a:cubicBezTo>
                  <a:pt x="36" y="44"/>
                  <a:pt x="35" y="44"/>
                  <a:pt x="35" y="43"/>
                </a:cubicBezTo>
                <a:cubicBezTo>
                  <a:pt x="35" y="43"/>
                  <a:pt x="35" y="42"/>
                  <a:pt x="36" y="42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41"/>
                  <a:pt x="36" y="41"/>
                  <a:pt x="36" y="41"/>
                </a:cubicBezTo>
                <a:cubicBezTo>
                  <a:pt x="36" y="41"/>
                  <a:pt x="36" y="41"/>
                  <a:pt x="36" y="41"/>
                </a:cubicBezTo>
                <a:cubicBezTo>
                  <a:pt x="35" y="41"/>
                  <a:pt x="35" y="41"/>
                  <a:pt x="35" y="40"/>
                </a:cubicBezTo>
                <a:cubicBezTo>
                  <a:pt x="36" y="40"/>
                  <a:pt x="36" y="40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7" y="42"/>
                  <a:pt x="38" y="43"/>
                  <a:pt x="38" y="44"/>
                </a:cubicBezTo>
                <a:cubicBezTo>
                  <a:pt x="40" y="44"/>
                  <a:pt x="40" y="44"/>
                  <a:pt x="40" y="44"/>
                </a:cubicBezTo>
                <a:cubicBezTo>
                  <a:pt x="41" y="46"/>
                  <a:pt x="41" y="46"/>
                  <a:pt x="41" y="46"/>
                </a:cubicBezTo>
                <a:cubicBezTo>
                  <a:pt x="41" y="46"/>
                  <a:pt x="42" y="47"/>
                  <a:pt x="43" y="47"/>
                </a:cubicBezTo>
                <a:cubicBezTo>
                  <a:pt x="44" y="45"/>
                  <a:pt x="44" y="45"/>
                  <a:pt x="44" y="45"/>
                </a:cubicBezTo>
                <a:cubicBezTo>
                  <a:pt x="46" y="44"/>
                  <a:pt x="46" y="44"/>
                  <a:pt x="46" y="44"/>
                </a:cubicBezTo>
                <a:cubicBezTo>
                  <a:pt x="46" y="44"/>
                  <a:pt x="47" y="44"/>
                  <a:pt x="48" y="44"/>
                </a:cubicBezTo>
                <a:cubicBezTo>
                  <a:pt x="48" y="44"/>
                  <a:pt x="49" y="44"/>
                  <a:pt x="50" y="44"/>
                </a:cubicBezTo>
                <a:cubicBezTo>
                  <a:pt x="50" y="43"/>
                  <a:pt x="50" y="43"/>
                  <a:pt x="50" y="43"/>
                </a:cubicBezTo>
                <a:cubicBezTo>
                  <a:pt x="51" y="43"/>
                  <a:pt x="52" y="43"/>
                  <a:pt x="52" y="43"/>
                </a:cubicBezTo>
                <a:cubicBezTo>
                  <a:pt x="53" y="43"/>
                  <a:pt x="53" y="43"/>
                  <a:pt x="55" y="42"/>
                </a:cubicBezTo>
                <a:cubicBezTo>
                  <a:pt x="55" y="42"/>
                  <a:pt x="55" y="42"/>
                  <a:pt x="55" y="42"/>
                </a:cubicBezTo>
                <a:cubicBezTo>
                  <a:pt x="55" y="41"/>
                  <a:pt x="55" y="41"/>
                  <a:pt x="55" y="41"/>
                </a:cubicBezTo>
                <a:cubicBezTo>
                  <a:pt x="55" y="41"/>
                  <a:pt x="55" y="41"/>
                  <a:pt x="55" y="40"/>
                </a:cubicBezTo>
                <a:cubicBezTo>
                  <a:pt x="56" y="37"/>
                  <a:pt x="56" y="37"/>
                  <a:pt x="56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7" y="37"/>
                  <a:pt x="57" y="37"/>
                  <a:pt x="57" y="37"/>
                </a:cubicBezTo>
                <a:cubicBezTo>
                  <a:pt x="57" y="37"/>
                  <a:pt x="57" y="37"/>
                  <a:pt x="57" y="37"/>
                </a:cubicBezTo>
                <a:cubicBezTo>
                  <a:pt x="57" y="37"/>
                  <a:pt x="57" y="37"/>
                  <a:pt x="57" y="38"/>
                </a:cubicBezTo>
                <a:cubicBezTo>
                  <a:pt x="58" y="38"/>
                  <a:pt x="58" y="38"/>
                  <a:pt x="58" y="38"/>
                </a:cubicBezTo>
                <a:cubicBezTo>
                  <a:pt x="58" y="41"/>
                  <a:pt x="58" y="43"/>
                  <a:pt x="58" y="43"/>
                </a:cubicBezTo>
                <a:cubicBezTo>
                  <a:pt x="59" y="44"/>
                  <a:pt x="59" y="44"/>
                  <a:pt x="60" y="44"/>
                </a:cubicBezTo>
                <a:cubicBezTo>
                  <a:pt x="62" y="45"/>
                  <a:pt x="62" y="45"/>
                  <a:pt x="62" y="45"/>
                </a:cubicBezTo>
                <a:cubicBezTo>
                  <a:pt x="63" y="45"/>
                  <a:pt x="63" y="44"/>
                  <a:pt x="64" y="43"/>
                </a:cubicBezTo>
                <a:cubicBezTo>
                  <a:pt x="65" y="43"/>
                  <a:pt x="66" y="42"/>
                  <a:pt x="67" y="42"/>
                </a:cubicBezTo>
                <a:cubicBezTo>
                  <a:pt x="67" y="43"/>
                  <a:pt x="67" y="44"/>
                  <a:pt x="67" y="45"/>
                </a:cubicBezTo>
                <a:cubicBezTo>
                  <a:pt x="67" y="46"/>
                  <a:pt x="68" y="47"/>
                  <a:pt x="69" y="47"/>
                </a:cubicBezTo>
                <a:cubicBezTo>
                  <a:pt x="69" y="46"/>
                  <a:pt x="70" y="46"/>
                  <a:pt x="70" y="46"/>
                </a:cubicBezTo>
                <a:cubicBezTo>
                  <a:pt x="71" y="46"/>
                  <a:pt x="71" y="46"/>
                  <a:pt x="72" y="47"/>
                </a:cubicBezTo>
                <a:cubicBezTo>
                  <a:pt x="72" y="47"/>
                  <a:pt x="73" y="47"/>
                  <a:pt x="73" y="48"/>
                </a:cubicBezTo>
                <a:cubicBezTo>
                  <a:pt x="73" y="47"/>
                  <a:pt x="74" y="47"/>
                  <a:pt x="74" y="47"/>
                </a:cubicBezTo>
                <a:cubicBezTo>
                  <a:pt x="75" y="47"/>
                  <a:pt x="75" y="47"/>
                  <a:pt x="75" y="47"/>
                </a:cubicBezTo>
                <a:cubicBezTo>
                  <a:pt x="77" y="46"/>
                  <a:pt x="77" y="46"/>
                  <a:pt x="77" y="46"/>
                </a:cubicBezTo>
                <a:cubicBezTo>
                  <a:pt x="78" y="45"/>
                  <a:pt x="78" y="45"/>
                  <a:pt x="79" y="45"/>
                </a:cubicBezTo>
                <a:cubicBezTo>
                  <a:pt x="79" y="46"/>
                  <a:pt x="79" y="46"/>
                  <a:pt x="79" y="46"/>
                </a:cubicBezTo>
                <a:cubicBezTo>
                  <a:pt x="78" y="47"/>
                  <a:pt x="78" y="48"/>
                  <a:pt x="78" y="48"/>
                </a:cubicBezTo>
                <a:cubicBezTo>
                  <a:pt x="78" y="49"/>
                  <a:pt x="78" y="49"/>
                  <a:pt x="78" y="49"/>
                </a:cubicBezTo>
                <a:cubicBezTo>
                  <a:pt x="78" y="49"/>
                  <a:pt x="78" y="49"/>
                  <a:pt x="79" y="49"/>
                </a:cubicBezTo>
                <a:cubicBezTo>
                  <a:pt x="79" y="49"/>
                  <a:pt x="80" y="49"/>
                  <a:pt x="80" y="49"/>
                </a:cubicBezTo>
                <a:cubicBezTo>
                  <a:pt x="81" y="49"/>
                  <a:pt x="81" y="49"/>
                  <a:pt x="82" y="49"/>
                </a:cubicBezTo>
                <a:cubicBezTo>
                  <a:pt x="82" y="49"/>
                  <a:pt x="82" y="50"/>
                  <a:pt x="82" y="51"/>
                </a:cubicBezTo>
                <a:cubicBezTo>
                  <a:pt x="82" y="52"/>
                  <a:pt x="81" y="53"/>
                  <a:pt x="81" y="54"/>
                </a:cubicBezTo>
                <a:cubicBezTo>
                  <a:pt x="82" y="54"/>
                  <a:pt x="82" y="54"/>
                  <a:pt x="82" y="54"/>
                </a:cubicBezTo>
                <a:cubicBezTo>
                  <a:pt x="82" y="55"/>
                  <a:pt x="82" y="55"/>
                  <a:pt x="82" y="55"/>
                </a:cubicBezTo>
                <a:cubicBezTo>
                  <a:pt x="83" y="55"/>
                  <a:pt x="83" y="55"/>
                  <a:pt x="83" y="55"/>
                </a:cubicBezTo>
                <a:cubicBezTo>
                  <a:pt x="83" y="55"/>
                  <a:pt x="83" y="55"/>
                  <a:pt x="83" y="55"/>
                </a:cubicBezTo>
                <a:cubicBezTo>
                  <a:pt x="84" y="55"/>
                  <a:pt x="84" y="55"/>
                  <a:pt x="84" y="55"/>
                </a:cubicBezTo>
                <a:cubicBezTo>
                  <a:pt x="84" y="56"/>
                  <a:pt x="84" y="56"/>
                  <a:pt x="84" y="56"/>
                </a:cubicBezTo>
                <a:cubicBezTo>
                  <a:pt x="84" y="57"/>
                  <a:pt x="85" y="57"/>
                  <a:pt x="85" y="57"/>
                </a:cubicBezTo>
                <a:cubicBezTo>
                  <a:pt x="85" y="57"/>
                  <a:pt x="86" y="57"/>
                  <a:pt x="87" y="58"/>
                </a:cubicBezTo>
                <a:cubicBezTo>
                  <a:pt x="88" y="55"/>
                  <a:pt x="89" y="54"/>
                  <a:pt x="91" y="54"/>
                </a:cubicBezTo>
                <a:cubicBezTo>
                  <a:pt x="91" y="55"/>
                  <a:pt x="91" y="56"/>
                  <a:pt x="91" y="57"/>
                </a:cubicBezTo>
                <a:cubicBezTo>
                  <a:pt x="91" y="57"/>
                  <a:pt x="91" y="57"/>
                  <a:pt x="91" y="57"/>
                </a:cubicBezTo>
                <a:cubicBezTo>
                  <a:pt x="90" y="58"/>
                  <a:pt x="90" y="58"/>
                  <a:pt x="90" y="58"/>
                </a:cubicBezTo>
                <a:cubicBezTo>
                  <a:pt x="89" y="58"/>
                  <a:pt x="89" y="58"/>
                  <a:pt x="89" y="58"/>
                </a:cubicBezTo>
                <a:cubicBezTo>
                  <a:pt x="89" y="58"/>
                  <a:pt x="89" y="58"/>
                  <a:pt x="89" y="58"/>
                </a:cubicBezTo>
                <a:cubicBezTo>
                  <a:pt x="88" y="58"/>
                  <a:pt x="88" y="58"/>
                  <a:pt x="88" y="58"/>
                </a:cubicBezTo>
                <a:cubicBezTo>
                  <a:pt x="88" y="60"/>
                  <a:pt x="88" y="61"/>
                  <a:pt x="88" y="62"/>
                </a:cubicBezTo>
                <a:cubicBezTo>
                  <a:pt x="89" y="63"/>
                  <a:pt x="90" y="63"/>
                  <a:pt x="91" y="63"/>
                </a:cubicBezTo>
                <a:cubicBezTo>
                  <a:pt x="91" y="63"/>
                  <a:pt x="91" y="63"/>
                  <a:pt x="91" y="63"/>
                </a:cubicBezTo>
                <a:cubicBezTo>
                  <a:pt x="92" y="63"/>
                  <a:pt x="92" y="63"/>
                  <a:pt x="93" y="63"/>
                </a:cubicBezTo>
                <a:cubicBezTo>
                  <a:pt x="93" y="63"/>
                  <a:pt x="94" y="63"/>
                  <a:pt x="94" y="63"/>
                </a:cubicBezTo>
                <a:cubicBezTo>
                  <a:pt x="94" y="63"/>
                  <a:pt x="94" y="63"/>
                  <a:pt x="94" y="63"/>
                </a:cubicBezTo>
                <a:cubicBezTo>
                  <a:pt x="95" y="63"/>
                  <a:pt x="96" y="63"/>
                  <a:pt x="96" y="62"/>
                </a:cubicBezTo>
                <a:cubicBezTo>
                  <a:pt x="97" y="62"/>
                  <a:pt x="98" y="62"/>
                  <a:pt x="100" y="62"/>
                </a:cubicBezTo>
                <a:cubicBezTo>
                  <a:pt x="100" y="62"/>
                  <a:pt x="100" y="62"/>
                  <a:pt x="100" y="62"/>
                </a:cubicBezTo>
                <a:cubicBezTo>
                  <a:pt x="100" y="62"/>
                  <a:pt x="99" y="62"/>
                  <a:pt x="99" y="62"/>
                </a:cubicBezTo>
                <a:cubicBezTo>
                  <a:pt x="99" y="63"/>
                  <a:pt x="99" y="63"/>
                  <a:pt x="99" y="63"/>
                </a:cubicBezTo>
                <a:cubicBezTo>
                  <a:pt x="98" y="63"/>
                  <a:pt x="98" y="63"/>
                  <a:pt x="98" y="63"/>
                </a:cubicBezTo>
                <a:cubicBezTo>
                  <a:pt x="97" y="63"/>
                  <a:pt x="95" y="64"/>
                  <a:pt x="94" y="65"/>
                </a:cubicBezTo>
                <a:cubicBezTo>
                  <a:pt x="93" y="66"/>
                  <a:pt x="93" y="66"/>
                  <a:pt x="93" y="66"/>
                </a:cubicBezTo>
                <a:lnTo>
                  <a:pt x="93" y="67"/>
                </a:lnTo>
                <a:close/>
                <a:moveTo>
                  <a:pt x="85" y="115"/>
                </a:moveTo>
                <a:cubicBezTo>
                  <a:pt x="85" y="114"/>
                  <a:pt x="86" y="113"/>
                  <a:pt x="88" y="113"/>
                </a:cubicBezTo>
                <a:cubicBezTo>
                  <a:pt x="87" y="114"/>
                  <a:pt x="87" y="115"/>
                  <a:pt x="85" y="115"/>
                </a:cubicBezTo>
                <a:close/>
                <a:moveTo>
                  <a:pt x="9" y="70"/>
                </a:moveTo>
                <a:cubicBezTo>
                  <a:pt x="8" y="69"/>
                  <a:pt x="8" y="69"/>
                  <a:pt x="7" y="69"/>
                </a:cubicBezTo>
                <a:cubicBezTo>
                  <a:pt x="2" y="68"/>
                  <a:pt x="2" y="68"/>
                  <a:pt x="2" y="68"/>
                </a:cubicBezTo>
                <a:cubicBezTo>
                  <a:pt x="2" y="67"/>
                  <a:pt x="2" y="67"/>
                  <a:pt x="1" y="67"/>
                </a:cubicBezTo>
                <a:cubicBezTo>
                  <a:pt x="1" y="67"/>
                  <a:pt x="1" y="67"/>
                  <a:pt x="0" y="67"/>
                </a:cubicBezTo>
                <a:cubicBezTo>
                  <a:pt x="1" y="67"/>
                  <a:pt x="1" y="66"/>
                  <a:pt x="1" y="66"/>
                </a:cubicBezTo>
                <a:cubicBezTo>
                  <a:pt x="2" y="66"/>
                  <a:pt x="4" y="67"/>
                  <a:pt x="6" y="67"/>
                </a:cubicBezTo>
                <a:cubicBezTo>
                  <a:pt x="8" y="67"/>
                  <a:pt x="10" y="68"/>
                  <a:pt x="10" y="69"/>
                </a:cubicBezTo>
                <a:cubicBezTo>
                  <a:pt x="10" y="69"/>
                  <a:pt x="10" y="69"/>
                  <a:pt x="10" y="69"/>
                </a:cubicBezTo>
                <a:cubicBezTo>
                  <a:pt x="10" y="70"/>
                  <a:pt x="10" y="70"/>
                  <a:pt x="10" y="70"/>
                </a:cubicBezTo>
                <a:lnTo>
                  <a:pt x="9" y="70"/>
                </a:lnTo>
                <a:close/>
                <a:moveTo>
                  <a:pt x="30" y="128"/>
                </a:moveTo>
                <a:cubicBezTo>
                  <a:pt x="30" y="129"/>
                  <a:pt x="30" y="129"/>
                  <a:pt x="30" y="129"/>
                </a:cubicBezTo>
                <a:cubicBezTo>
                  <a:pt x="30" y="129"/>
                  <a:pt x="30" y="129"/>
                  <a:pt x="30" y="129"/>
                </a:cubicBezTo>
                <a:cubicBezTo>
                  <a:pt x="30" y="129"/>
                  <a:pt x="30" y="129"/>
                  <a:pt x="30" y="128"/>
                </a:cubicBezTo>
                <a:close/>
                <a:moveTo>
                  <a:pt x="42" y="138"/>
                </a:moveTo>
                <a:cubicBezTo>
                  <a:pt x="42" y="138"/>
                  <a:pt x="41" y="139"/>
                  <a:pt x="41" y="139"/>
                </a:cubicBezTo>
                <a:cubicBezTo>
                  <a:pt x="41" y="139"/>
                  <a:pt x="40" y="139"/>
                  <a:pt x="40" y="138"/>
                </a:cubicBezTo>
                <a:cubicBezTo>
                  <a:pt x="41" y="138"/>
                  <a:pt x="41" y="138"/>
                  <a:pt x="41" y="138"/>
                </a:cubicBezTo>
                <a:cubicBezTo>
                  <a:pt x="41" y="138"/>
                  <a:pt x="41" y="137"/>
                  <a:pt x="41" y="137"/>
                </a:cubicBezTo>
                <a:lnTo>
                  <a:pt x="42" y="138"/>
                </a:lnTo>
                <a:close/>
                <a:moveTo>
                  <a:pt x="33" y="33"/>
                </a:moveTo>
                <a:cubicBezTo>
                  <a:pt x="32" y="32"/>
                  <a:pt x="32" y="31"/>
                  <a:pt x="31" y="29"/>
                </a:cubicBezTo>
                <a:cubicBezTo>
                  <a:pt x="30" y="28"/>
                  <a:pt x="30" y="27"/>
                  <a:pt x="30" y="25"/>
                </a:cubicBezTo>
                <a:cubicBezTo>
                  <a:pt x="31" y="26"/>
                  <a:pt x="31" y="26"/>
                  <a:pt x="31" y="26"/>
                </a:cubicBezTo>
                <a:cubicBezTo>
                  <a:pt x="31" y="27"/>
                  <a:pt x="31" y="27"/>
                  <a:pt x="31" y="28"/>
                </a:cubicBezTo>
                <a:cubicBezTo>
                  <a:pt x="32" y="31"/>
                  <a:pt x="32" y="31"/>
                  <a:pt x="32" y="31"/>
                </a:cubicBezTo>
                <a:cubicBezTo>
                  <a:pt x="33" y="31"/>
                  <a:pt x="33" y="32"/>
                  <a:pt x="33" y="33"/>
                </a:cubicBezTo>
                <a:close/>
                <a:moveTo>
                  <a:pt x="42" y="6"/>
                </a:moveTo>
                <a:cubicBezTo>
                  <a:pt x="41" y="6"/>
                  <a:pt x="40" y="4"/>
                  <a:pt x="40" y="2"/>
                </a:cubicBezTo>
                <a:cubicBezTo>
                  <a:pt x="40" y="1"/>
                  <a:pt x="40" y="0"/>
                  <a:pt x="41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42" y="0"/>
                  <a:pt x="43" y="1"/>
                  <a:pt x="43" y="1"/>
                </a:cubicBezTo>
                <a:cubicBezTo>
                  <a:pt x="43" y="1"/>
                  <a:pt x="43" y="2"/>
                  <a:pt x="43" y="4"/>
                </a:cubicBezTo>
                <a:cubicBezTo>
                  <a:pt x="42" y="4"/>
                  <a:pt x="42" y="5"/>
                  <a:pt x="42" y="6"/>
                </a:cubicBezTo>
                <a:close/>
                <a:moveTo>
                  <a:pt x="49" y="15"/>
                </a:moveTo>
                <a:cubicBezTo>
                  <a:pt x="47" y="15"/>
                  <a:pt x="47" y="15"/>
                  <a:pt x="47" y="15"/>
                </a:cubicBezTo>
                <a:cubicBezTo>
                  <a:pt x="49" y="14"/>
                  <a:pt x="49" y="14"/>
                  <a:pt x="49" y="14"/>
                </a:cubicBezTo>
                <a:lnTo>
                  <a:pt x="49" y="15"/>
                </a:lnTo>
                <a:close/>
                <a:moveTo>
                  <a:pt x="67" y="2"/>
                </a:moveTo>
                <a:cubicBezTo>
                  <a:pt x="66" y="2"/>
                  <a:pt x="66" y="2"/>
                  <a:pt x="66" y="2"/>
                </a:cubicBezTo>
                <a:cubicBezTo>
                  <a:pt x="65" y="2"/>
                  <a:pt x="65" y="1"/>
                  <a:pt x="64" y="1"/>
                </a:cubicBezTo>
                <a:cubicBezTo>
                  <a:pt x="64" y="1"/>
                  <a:pt x="65" y="0"/>
                  <a:pt x="65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6" y="0"/>
                  <a:pt x="68" y="0"/>
                  <a:pt x="69" y="0"/>
                </a:cubicBezTo>
                <a:cubicBezTo>
                  <a:pt x="71" y="1"/>
                  <a:pt x="72" y="2"/>
                  <a:pt x="72" y="2"/>
                </a:cubicBezTo>
                <a:cubicBezTo>
                  <a:pt x="73" y="2"/>
                  <a:pt x="73" y="2"/>
                  <a:pt x="73" y="2"/>
                </a:cubicBezTo>
                <a:cubicBezTo>
                  <a:pt x="73" y="3"/>
                  <a:pt x="73" y="3"/>
                  <a:pt x="73" y="3"/>
                </a:cubicBezTo>
                <a:cubicBezTo>
                  <a:pt x="73" y="4"/>
                  <a:pt x="73" y="4"/>
                  <a:pt x="73" y="4"/>
                </a:cubicBezTo>
                <a:cubicBezTo>
                  <a:pt x="73" y="4"/>
                  <a:pt x="72" y="4"/>
                  <a:pt x="71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0" y="4"/>
                  <a:pt x="70" y="4"/>
                  <a:pt x="69" y="4"/>
                </a:cubicBezTo>
                <a:cubicBezTo>
                  <a:pt x="67" y="3"/>
                  <a:pt x="67" y="3"/>
                  <a:pt x="67" y="3"/>
                </a:cubicBezTo>
                <a:cubicBezTo>
                  <a:pt x="67" y="3"/>
                  <a:pt x="67" y="3"/>
                  <a:pt x="67" y="2"/>
                </a:cubicBezTo>
                <a:close/>
                <a:moveTo>
                  <a:pt x="52" y="15"/>
                </a:moveTo>
                <a:cubicBezTo>
                  <a:pt x="52" y="15"/>
                  <a:pt x="51" y="15"/>
                  <a:pt x="51" y="15"/>
                </a:cubicBezTo>
                <a:cubicBezTo>
                  <a:pt x="50" y="15"/>
                  <a:pt x="50" y="15"/>
                  <a:pt x="49" y="15"/>
                </a:cubicBezTo>
                <a:cubicBezTo>
                  <a:pt x="50" y="15"/>
                  <a:pt x="51" y="15"/>
                  <a:pt x="52" y="15"/>
                </a:cubicBezTo>
                <a:cubicBezTo>
                  <a:pt x="53" y="15"/>
                  <a:pt x="53" y="15"/>
                  <a:pt x="55" y="15"/>
                </a:cubicBezTo>
                <a:cubicBezTo>
                  <a:pt x="55" y="16"/>
                  <a:pt x="55" y="16"/>
                  <a:pt x="55" y="16"/>
                </a:cubicBezTo>
                <a:cubicBezTo>
                  <a:pt x="53" y="16"/>
                  <a:pt x="53" y="16"/>
                  <a:pt x="53" y="16"/>
                </a:cubicBezTo>
                <a:cubicBezTo>
                  <a:pt x="53" y="16"/>
                  <a:pt x="52" y="16"/>
                  <a:pt x="52" y="15"/>
                </a:cubicBezTo>
                <a:close/>
                <a:moveTo>
                  <a:pt x="33" y="35"/>
                </a:moveTo>
                <a:cubicBezTo>
                  <a:pt x="34" y="35"/>
                  <a:pt x="34" y="35"/>
                  <a:pt x="34" y="35"/>
                </a:cubicBezTo>
                <a:cubicBezTo>
                  <a:pt x="34" y="35"/>
                  <a:pt x="34" y="35"/>
                  <a:pt x="34" y="35"/>
                </a:cubicBezTo>
                <a:cubicBezTo>
                  <a:pt x="34" y="35"/>
                  <a:pt x="34" y="36"/>
                  <a:pt x="35" y="36"/>
                </a:cubicBezTo>
                <a:cubicBezTo>
                  <a:pt x="33" y="35"/>
                  <a:pt x="33" y="35"/>
                  <a:pt x="33" y="35"/>
                </a:cubicBezTo>
                <a:cubicBezTo>
                  <a:pt x="33" y="35"/>
                  <a:pt x="33" y="35"/>
                  <a:pt x="33" y="35"/>
                </a:cubicBezTo>
                <a:close/>
                <a:moveTo>
                  <a:pt x="20" y="60"/>
                </a:moveTo>
                <a:cubicBezTo>
                  <a:pt x="20" y="60"/>
                  <a:pt x="20" y="60"/>
                  <a:pt x="20" y="60"/>
                </a:cubicBezTo>
                <a:cubicBezTo>
                  <a:pt x="20" y="60"/>
                  <a:pt x="19" y="60"/>
                  <a:pt x="19" y="60"/>
                </a:cubicBezTo>
                <a:cubicBezTo>
                  <a:pt x="19" y="59"/>
                  <a:pt x="19" y="59"/>
                  <a:pt x="19" y="59"/>
                </a:cubicBezTo>
                <a:cubicBezTo>
                  <a:pt x="20" y="59"/>
                  <a:pt x="20" y="59"/>
                  <a:pt x="20" y="59"/>
                </a:cubicBezTo>
                <a:cubicBezTo>
                  <a:pt x="20" y="59"/>
                  <a:pt x="20" y="60"/>
                  <a:pt x="21" y="60"/>
                </a:cubicBezTo>
                <a:lnTo>
                  <a:pt x="20" y="60"/>
                </a:lnTo>
                <a:close/>
                <a:moveTo>
                  <a:pt x="8" y="99"/>
                </a:moveTo>
                <a:cubicBezTo>
                  <a:pt x="8" y="99"/>
                  <a:pt x="8" y="100"/>
                  <a:pt x="8" y="100"/>
                </a:cubicBezTo>
                <a:cubicBezTo>
                  <a:pt x="8" y="100"/>
                  <a:pt x="8" y="100"/>
                  <a:pt x="8" y="100"/>
                </a:cubicBezTo>
                <a:cubicBezTo>
                  <a:pt x="8" y="100"/>
                  <a:pt x="7" y="100"/>
                  <a:pt x="7" y="100"/>
                </a:cubicBezTo>
                <a:cubicBezTo>
                  <a:pt x="7" y="100"/>
                  <a:pt x="7" y="100"/>
                  <a:pt x="7" y="100"/>
                </a:cubicBezTo>
                <a:lnTo>
                  <a:pt x="8" y="99"/>
                </a:lnTo>
                <a:close/>
                <a:moveTo>
                  <a:pt x="27" y="15"/>
                </a:moveTo>
                <a:cubicBezTo>
                  <a:pt x="26" y="15"/>
                  <a:pt x="25" y="15"/>
                  <a:pt x="25" y="14"/>
                </a:cubicBezTo>
                <a:cubicBezTo>
                  <a:pt x="24" y="14"/>
                  <a:pt x="24" y="13"/>
                  <a:pt x="24" y="12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12"/>
                  <a:pt x="26" y="13"/>
                  <a:pt x="26" y="13"/>
                </a:cubicBezTo>
                <a:cubicBezTo>
                  <a:pt x="27" y="13"/>
                  <a:pt x="27" y="14"/>
                  <a:pt x="27" y="15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43548" tIns="21773" rIns="43548" bIns="21773" anchor="t"/>
          <a:lstStyle/>
          <a:p>
            <a:endParaRPr sz="85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1124463" y="557294"/>
            <a:ext cx="2646878" cy="480060"/>
          </a:xfrm>
          <a:prstGeom prst="rect">
            <a:avLst/>
          </a:prstGeom>
        </p:spPr>
        <p:txBody>
          <a:bodyPr wrap="none"/>
          <a:lstStyle/>
          <a:p>
            <a:pPr>
              <a:defRPr sz="255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36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工作流</a:t>
            </a:r>
            <a:endParaRPr sz="3600" b="1">
              <a:solidFill>
                <a:srgbClr val="3E4A5A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8" name="箭头: V 形 4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060928" y="2216425"/>
            <a:ext cx="2245582" cy="57647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7" name="箭头: V 形 4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02230" y="2216425"/>
            <a:ext cx="2245582" cy="57647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6" name="箭头: V 形 4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44188" y="2216425"/>
            <a:ext cx="2245582" cy="57647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箭头: V 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885490" y="2216425"/>
            <a:ext cx="2245582" cy="57647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622302" y="2261152"/>
            <a:ext cx="487018" cy="487018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7" name="椭圆 36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775761" y="2261152"/>
            <a:ext cx="487018" cy="487018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1" name="椭圆 4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929220" y="2261152"/>
            <a:ext cx="487018" cy="487018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椭圆 4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082680" y="2261152"/>
            <a:ext cx="487018" cy="487018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直接连接符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865811" y="2748170"/>
            <a:ext cx="0" cy="1093305"/>
          </a:xfrm>
          <a:prstGeom prst="line">
            <a:avLst/>
          </a:prstGeom>
          <a:ln w="12700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019270" y="2748170"/>
            <a:ext cx="0" cy="1093305"/>
          </a:xfrm>
          <a:prstGeom prst="line">
            <a:avLst/>
          </a:prstGeom>
          <a:ln w="12700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172729" y="2748170"/>
            <a:ext cx="0" cy="1093305"/>
          </a:xfrm>
          <a:prstGeom prst="line">
            <a:avLst/>
          </a:prstGeom>
          <a:ln w="12700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326189" y="2748170"/>
            <a:ext cx="0" cy="1093305"/>
          </a:xfrm>
          <a:prstGeom prst="line">
            <a:avLst/>
          </a:prstGeom>
          <a:ln w="12700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矩形 51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2198063" y="4034540"/>
            <a:ext cx="1338828" cy="369332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>
              <a:defRPr sz="165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165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理解约束</a:t>
            </a:r>
            <a:endParaRPr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3" name="文本框 52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827182" y="4408005"/>
            <a:ext cx="2080590" cy="9155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30000"/>
              </a:lnSpc>
              <a:buNone/>
              <a:defRPr sz="120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rPr>
              <a:t>明确输入形状、可修改范围和误差阈值</a:t>
            </a:r>
            <a:endParaRPr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矩形 53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4356474" y="4034540"/>
            <a:ext cx="1338828" cy="369332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>
              <a:defRPr sz="165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165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建立基线</a:t>
            </a:r>
            <a:endParaRPr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5" name="文本框 54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3985593" y="4408005"/>
            <a:ext cx="2080590" cy="9155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30000"/>
              </a:lnSpc>
              <a:buNone/>
              <a:defRPr sz="120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rPr>
              <a:t>用官方 bench 找到算力、缓存或并行瓶颈</a:t>
            </a:r>
            <a:endParaRPr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矩形 55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508286" y="4034540"/>
            <a:ext cx="1338828" cy="369332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>
              <a:defRPr sz="165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165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定向优化</a:t>
            </a:r>
            <a:endParaRPr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7" name="文本框 56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6137405" y="4408005"/>
            <a:ext cx="2080590" cy="9155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30000"/>
              </a:lnSpc>
              <a:buNone/>
              <a:defRPr sz="120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rPr>
              <a:t>调整向量化、分块、调度与数据放置</a:t>
            </a:r>
            <a:endParaRPr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8" name="矩形 57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658405" y="4034540"/>
            <a:ext cx="1338828" cy="369332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>
              <a:defRPr sz="165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165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验证取舍</a:t>
            </a:r>
            <a:endParaRPr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9" name="文本框 58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8287524" y="4408005"/>
            <a:ext cx="2080590" cy="9155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30000"/>
              </a:lnSpc>
              <a:buNone/>
              <a:defRPr sz="120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rPr>
              <a:t>回归正确性，多次复测并保留失败路线</a:t>
            </a:r>
            <a:endParaRPr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0" name="文本框 59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2436459" y="2322239"/>
            <a:ext cx="8729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01</a:t>
            </a:r>
            <a:endParaRPr sz="2000"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61" name="文本框 60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4588473" y="2322239"/>
            <a:ext cx="8729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02</a:t>
            </a:r>
            <a:endParaRPr sz="2000"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62" name="文本框 61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6740487" y="2322239"/>
            <a:ext cx="8729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03</a:t>
            </a:r>
            <a:endParaRPr sz="2000"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63" name="文本框 62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8892502" y="2322239"/>
            <a:ext cx="8729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04</a:t>
            </a:r>
            <a:endParaRPr sz="2000"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1123950" y="514350"/>
            <a:ext cx="93345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36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CONV：把连续输出行变成向量化的规则计算</a:t>
            </a:r>
            <a:endParaRPr sz="3600" b="1">
              <a:solidFill>
                <a:srgbClr val="3E4A5A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graphicFrame>
        <p:nvGraphicFramePr>
          <p:cNvPr id="10" name="Chart"/>
          <p:cNvGraphicFramePr/>
          <p:nvPr/>
        </p:nvGraphicFramePr>
        <p:xfrm>
          <a:off x="1190625" y="1619250"/>
          <a:ext cx="5905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7762875" y="1762125"/>
            <a:ext cx="300037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778"/>
          </a:bodyPr>
          <a:lstStyle/>
          <a:p>
            <a:pPr>
              <a:defRPr sz="18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18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关键方法</a:t>
            </a:r>
            <a:endParaRPr sz="1800" b="1">
              <a:solidFill>
                <a:srgbClr val="3E4A5A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762875" y="2143125"/>
            <a:ext cx="3048000" cy="1676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rPr>
              <a:t>输出行静态并行</a:t>
            </a:r>
            <a:endParaRPr sz="1350">
              <a:solidFill>
                <a:srgbClr val="3E4A5A"/>
              </a:solidFill>
              <a:latin typeface="思源黑体 CN Light"/>
              <a:ea typeface="思源黑体 CN Light"/>
              <a:cs typeface="思源黑体 CN Light"/>
            </a:endParaRPr>
          </a:p>
          <a:p>
            <a:pPr>
              <a:def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rPr>
              <a:t>NEON 同时处理 4 个 float</a:t>
            </a:r>
            <a:endParaRPr sz="1350">
              <a:solidFill>
                <a:srgbClr val="3E4A5A"/>
              </a:solidFill>
              <a:latin typeface="思源黑体 CN Light"/>
              <a:ea typeface="思源黑体 CN Light"/>
              <a:cs typeface="思源黑体 CN Light"/>
            </a:endParaRPr>
          </a:p>
          <a:p>
            <a:pPr>
              <a:def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rPr>
              <a:t>相邻 4 行复用输入读取</a:t>
            </a:r>
            <a:endParaRPr sz="1350">
              <a:solidFill>
                <a:srgbClr val="3E4A5A"/>
              </a:solidFill>
              <a:latin typeface="思源黑体 CN Light"/>
              <a:ea typeface="思源黑体 CN Light"/>
              <a:cs typeface="思源黑体 CN Light"/>
            </a:endParaRPr>
          </a:p>
          <a:p>
            <a:pPr>
              <a:def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rPr>
              <a:t>宽度和高度尾块单独处理</a:t>
            </a:r>
            <a:endParaRPr sz="1350">
              <a:solidFill>
                <a:srgbClr val="3E4A5A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762875" y="4171950"/>
            <a:ext cx="3095625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4 / 4 PASS</a:t>
            </a:r>
            <a:endParaRPr sz="2100" b="1">
              <a:solidFill>
                <a:srgbClr val="3E4A5A"/>
              </a:solidFill>
              <a:latin typeface="思源黑体 CN Regular"/>
              <a:ea typeface="思源黑体 CN Regular"/>
              <a:cs typeface="思源黑体 CN Regular"/>
            </a:endParaRPr>
          </a:p>
          <a:p>
            <a:pPr>
              <a:def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13.4–14.0</a:t>
            </a:r>
            <a:r>
              <a:rPr lang="zh-CN"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倍</a:t>
            </a:r>
            <a:endParaRPr lang="zh-CN" sz="2100" b="1">
              <a:solidFill>
                <a:srgbClr val="3E4A5A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762875" y="514350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>
                <a:solidFill>
                  <a:srgbClr val="6F7782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>
                <a:solidFill>
                  <a:srgbClr val="6F7782"/>
                </a:solidFill>
                <a:latin typeface="思源黑体 CN Light"/>
                <a:ea typeface="思源黑体 CN Light"/>
                <a:cs typeface="思源黑体 CN Light"/>
              </a:rPr>
              <a:t>最大误差 0；性能取自同节点、38 线程和固定 NUMA 绑定条件</a:t>
            </a:r>
            <a:endParaRPr sz="1125">
              <a:solidFill>
                <a:srgbClr val="6F7782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1123950" y="514350"/>
            <a:ext cx="93345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36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ZGEMM：先固定数据位置，再提高微内核密度</a:t>
            </a:r>
            <a:endParaRPr sz="3600" b="1">
              <a:solidFill>
                <a:srgbClr val="3E4A5A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graphicFrame>
        <p:nvGraphicFramePr>
          <p:cNvPr id="10" name="Chart"/>
          <p:cNvGraphicFramePr/>
          <p:nvPr/>
        </p:nvGraphicFramePr>
        <p:xfrm>
          <a:off x="1190625" y="1619250"/>
          <a:ext cx="5905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7762875" y="1762125"/>
            <a:ext cx="300037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778"/>
          </a:bodyPr>
          <a:lstStyle/>
          <a:p>
            <a:pPr>
              <a:defRPr sz="18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18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关键方法</a:t>
            </a:r>
            <a:endParaRPr sz="1800" b="1">
              <a:solidFill>
                <a:srgbClr val="3E4A5A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762875" y="2143125"/>
            <a:ext cx="3048000" cy="1676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rPr>
              <a:t>线程与 first-touch 页面压到同一 NUMA 域</a:t>
            </a:r>
            <a:endParaRPr sz="1350">
              <a:solidFill>
                <a:srgbClr val="3E4A5A"/>
              </a:solidFill>
              <a:latin typeface="思源黑体 CN Light"/>
              <a:ea typeface="思源黑体 CN Light"/>
              <a:cs typeface="思源黑体 CN Light"/>
            </a:endParaRPr>
          </a:p>
          <a:p>
            <a:pPr>
              <a:def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rPr>
              <a:t>SVE MR12×NR8 微内核，LD1RO 紧凑广播</a:t>
            </a:r>
            <a:endParaRPr sz="1350">
              <a:solidFill>
                <a:srgbClr val="3E4A5A"/>
              </a:solidFill>
              <a:latin typeface="思源黑体 CN Light"/>
              <a:ea typeface="思源黑体 CN Light"/>
              <a:cs typeface="思源黑体 CN Light"/>
            </a:endParaRPr>
          </a:p>
          <a:p>
            <a:pPr>
              <a:def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rPr>
              <a:t>NC 从 512 收窄到 192，增加列块并改善 L2 复用</a:t>
            </a:r>
            <a:endParaRPr sz="1350">
              <a:solidFill>
                <a:srgbClr val="3E4A5A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762875" y="4171950"/>
            <a:ext cx="3095625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3 / 3 PASS</a:t>
            </a:r>
            <a:endParaRPr sz="2100" b="1">
              <a:solidFill>
                <a:srgbClr val="3E4A5A"/>
              </a:solidFill>
              <a:latin typeface="思源黑体 CN Regular"/>
              <a:ea typeface="思源黑体 CN Regular"/>
              <a:cs typeface="思源黑体 CN Regular"/>
            </a:endParaRPr>
          </a:p>
          <a:p>
            <a:pPr>
              <a:def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3125.28 GFLOPS</a:t>
            </a:r>
            <a:endParaRPr sz="2100" b="1">
              <a:solidFill>
                <a:srgbClr val="3E4A5A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762875" y="514350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7"/>
          </a:bodyPr>
          <a:lstStyle/>
          <a:p>
            <a:pPr>
              <a:defRPr sz="1125">
                <a:solidFill>
                  <a:srgbClr val="6F7782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>
                <a:solidFill>
                  <a:srgbClr val="6F7782"/>
                </a:solidFill>
                <a:latin typeface="思源黑体 CN Light"/>
                <a:ea typeface="思源黑体 CN Light"/>
                <a:cs typeface="思源黑体 CN Light"/>
              </a:rPr>
              <a:t>最大误差 4.27e-12；结果是三用例合计，不能与单用例直接比较</a:t>
            </a:r>
            <a:endParaRPr sz="1125">
              <a:solidFill>
                <a:srgbClr val="6F7782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1123950" y="514350"/>
            <a:ext cx="93345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32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TRSM：按矩阵形状选择求解路径，消除小块串行链</a:t>
            </a:r>
            <a:endParaRPr sz="3200" b="1">
              <a:solidFill>
                <a:srgbClr val="3E4A5A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graphicFrame>
        <p:nvGraphicFramePr>
          <p:cNvPr id="10" name="Chart"/>
          <p:cNvGraphicFramePr/>
          <p:nvPr/>
        </p:nvGraphicFramePr>
        <p:xfrm>
          <a:off x="1190625" y="1619250"/>
          <a:ext cx="5905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7762875" y="1762125"/>
            <a:ext cx="300037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778"/>
          </a:bodyPr>
          <a:lstStyle/>
          <a:p>
            <a:pPr>
              <a:defRPr sz="18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18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关键方法</a:t>
            </a:r>
            <a:endParaRPr sz="1800" b="1">
              <a:solidFill>
                <a:srgbClr val="3E4A5A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762875" y="2143125"/>
            <a:ext cx="3048000" cy="1676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rPr>
              <a:t>宽矩阵按 N 分片，窄矩阵按 M 分片</a:t>
            </a:r>
            <a:endParaRPr sz="1350">
              <a:solidFill>
                <a:srgbClr val="3E4A5A"/>
              </a:solidFill>
              <a:latin typeface="思源黑体 CN Light"/>
              <a:ea typeface="思源黑体 CN Light"/>
              <a:cs typeface="思源黑体 CN Light"/>
            </a:endParaRPr>
          </a:p>
          <a:p>
            <a:pPr>
              <a:def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rPr>
              <a:t>宽 N 更新采用 2×19 二维切分</a:t>
            </a:r>
            <a:endParaRPr sz="1350">
              <a:solidFill>
                <a:srgbClr val="3E4A5A"/>
              </a:solidFill>
              <a:latin typeface="思源黑体 CN Light"/>
              <a:ea typeface="思源黑体 CN Light"/>
              <a:cs typeface="思源黑体 CN Light"/>
            </a:endParaRPr>
          </a:p>
          <a:p>
            <a:pPr>
              <a:def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rPr>
              <a:t>小对角块用 W-technique 替代串行前代</a:t>
            </a:r>
            <a:endParaRPr sz="1350">
              <a:solidFill>
                <a:srgbClr val="3E4A5A"/>
              </a:solidFill>
              <a:latin typeface="思源黑体 CN Light"/>
              <a:ea typeface="思源黑体 CN Light"/>
              <a:cs typeface="思源黑体 CN Light"/>
            </a:endParaRPr>
          </a:p>
          <a:p>
            <a:pPr>
              <a:def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rPr>
              <a:t>KBLAS 固定单线程，外层 OpenMP 并行更新</a:t>
            </a:r>
            <a:endParaRPr sz="1350">
              <a:solidFill>
                <a:srgbClr val="3E4A5A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762875" y="4171950"/>
            <a:ext cx="3095625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3 / 3 PASS</a:t>
            </a:r>
            <a:endParaRPr sz="2100" b="1">
              <a:solidFill>
                <a:srgbClr val="3E4A5A"/>
              </a:solidFill>
              <a:latin typeface="思源黑体 CN Regular"/>
              <a:ea typeface="思源黑体 CN Regular"/>
              <a:cs typeface="思源黑体 CN Regular"/>
            </a:endParaRPr>
          </a:p>
          <a:p>
            <a:pPr>
              <a:def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21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1182.1 GFLOPS</a:t>
            </a:r>
            <a:endParaRPr sz="2100" b="1">
              <a:solidFill>
                <a:srgbClr val="3E4A5A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762875" y="514350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>
                <a:solidFill>
                  <a:srgbClr val="6F7782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>
                <a:solidFill>
                  <a:srgbClr val="6F7782"/>
                </a:solidFill>
                <a:latin typeface="思源黑体 CN Light"/>
                <a:ea typeface="思源黑体 CN Light"/>
                <a:cs typeface="思源黑体 CN Light"/>
              </a:rPr>
              <a:t>最大误差 1.83e-15；V16 相对同批 V14 提升 5.1%</a:t>
            </a:r>
            <a:endParaRPr sz="1125">
              <a:solidFill>
                <a:srgbClr val="6F7782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1123950" y="514350"/>
            <a:ext cx="93345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32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三题最终结果</a:t>
            </a:r>
            <a:endParaRPr sz="3200" b="1">
              <a:solidFill>
                <a:srgbClr val="3E4A5A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1066800" y="1695450"/>
          <a:ext cx="10058400" cy="2619376"/>
        </p:xfrm>
        <a:graphic>
          <a:graphicData uri="http://schemas.openxmlformats.org/drawingml/2006/table">
            <a:tbl>
              <a:tblPr firstRow="1" bandRow="1"/>
              <a:tblGrid>
                <a:gridCol w="1571625"/>
                <a:gridCol w="3143250"/>
                <a:gridCol w="3143250"/>
                <a:gridCol w="2200275"/>
              </a:tblGrid>
              <a:tr h="6548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思源黑体 CN Regular"/>
                          <a:ea typeface="思源黑体 CN Regular"/>
                          <a:cs typeface="思源黑体 CN Regular"/>
                        </a:rPr>
                        <a:t>题目</a:t>
                      </a:r>
                      <a:endParaRPr sz="1200" b="1">
                        <a:solidFill>
                          <a:srgbClr val="FFFFFF"/>
                        </a:solidFill>
                        <a:latin typeface="思源黑体 CN Regular"/>
                        <a:ea typeface="思源黑体 CN Regular"/>
                        <a:cs typeface="思源黑体 CN Regular"/>
                      </a:endParaRPr>
                    </a:p>
                  </a:txBody>
                  <a:tcPr marL="95250" marR="95250" marT="76200" marB="76200">
                    <a:solidFill>
                      <a:srgbClr val="3E4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思源黑体 CN Regular"/>
                          <a:ea typeface="思源黑体 CN Regular"/>
                          <a:cs typeface="思源黑体 CN Regular"/>
                        </a:rPr>
                        <a:t>最终性能</a:t>
                      </a:r>
                      <a:endParaRPr sz="1200" b="1">
                        <a:solidFill>
                          <a:srgbClr val="FFFFFF"/>
                        </a:solidFill>
                        <a:latin typeface="思源黑体 CN Regular"/>
                        <a:ea typeface="思源黑体 CN Regular"/>
                        <a:cs typeface="思源黑体 CN Regular"/>
                      </a:endParaRPr>
                    </a:p>
                  </a:txBody>
                  <a:tcPr marL="95250" marR="95250" marT="76200" marB="76200">
                    <a:solidFill>
                      <a:srgbClr val="3E4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思源黑体 CN Regular"/>
                          <a:ea typeface="思源黑体 CN Regular"/>
                          <a:cs typeface="思源黑体 CN Regular"/>
                        </a:rPr>
                        <a:t>正确性</a:t>
                      </a:r>
                      <a:endParaRPr sz="1200" b="1">
                        <a:solidFill>
                          <a:srgbClr val="FFFFFF"/>
                        </a:solidFill>
                        <a:latin typeface="思源黑体 CN Regular"/>
                        <a:ea typeface="思源黑体 CN Regular"/>
                        <a:cs typeface="思源黑体 CN Regular"/>
                      </a:endParaRPr>
                    </a:p>
                  </a:txBody>
                  <a:tcPr marL="95250" marR="95250" marT="76200" marB="76200">
                    <a:solidFill>
                      <a:srgbClr val="3E4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思源黑体 CN Regular"/>
                          <a:ea typeface="思源黑体 CN Regular"/>
                          <a:cs typeface="思源黑体 CN Regular"/>
                        </a:rPr>
                        <a:t>相对基线或前版</a:t>
                      </a:r>
                      <a:endParaRPr sz="1200" b="1">
                        <a:solidFill>
                          <a:srgbClr val="FFFFFF"/>
                        </a:solidFill>
                        <a:latin typeface="思源黑体 CN Regular"/>
                        <a:ea typeface="思源黑体 CN Regular"/>
                        <a:cs typeface="思源黑体 CN Regular"/>
                      </a:endParaRPr>
                    </a:p>
                  </a:txBody>
                  <a:tcPr marL="95250" marR="95250" marT="76200" marB="76200">
                    <a:solidFill>
                      <a:srgbClr val="3E4A5A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CONV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454.98–534.14 GFLOPS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单用例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4/4 PASS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最大误差 0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13.4–14.0×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</a:txBody>
                  <a:tcPr marL="95250" marR="95250" marT="76200" marB="76200"/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ZGEMM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3125.28 GFLOPS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三用例合计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3/3 PASS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最大误差 4.27e-12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约 2.8×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相对绑定后的 FCMLA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</a:txBody>
                  <a:tcPr marL="95250" marR="95250" marT="76200" marB="76200"/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TRSM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1182.1 GFLOPS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综合吞吐量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3/3 PASS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最大误差 1.83e-15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V16 相对 V14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  <a:p>
                      <a:r>
                        <a:rPr sz="1200">
                          <a:solidFill>
                            <a:srgbClr val="3E4A5A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+5.1%</a:t>
                      </a:r>
                      <a:endParaRPr sz="1200">
                        <a:solidFill>
                          <a:srgbClr val="3E4A5A"/>
                        </a:solidFill>
                        <a:latin typeface="思源黑体 CN Light"/>
                        <a:ea typeface="思源黑体 CN Light"/>
                        <a:cs typeface="思源黑体 CN Light"/>
                      </a:endParaRPr>
                    </a:p>
                  </a:txBody>
                  <a:tcPr marL="95250" marR="95250" marT="76200" marB="76200"/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1123950" y="4724400"/>
            <a:ext cx="9906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>
                <a:solidFill>
                  <a:srgbClr val="6F7782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6F7782"/>
                </a:solidFill>
                <a:latin typeface="思源黑体 CN Light"/>
                <a:ea typeface="思源黑体 CN Light"/>
                <a:cs typeface="思源黑体 CN Light"/>
              </a:rPr>
              <a:t>注：CONV 报告单用例范围；ZGEMM 为三用例 GFLOPS 相加；TRSM 为总 FLOPs 除总时间。</a:t>
            </a:r>
            <a:endParaRPr lang="zh-CN" sz="1200">
              <a:solidFill>
                <a:srgbClr val="6F7782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1124463" y="557294"/>
            <a:ext cx="2646878" cy="480060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>
              <a:defRPr sz="255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255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结论与答辩</a:t>
            </a:r>
            <a:endParaRPr sz="2400"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1114524" y="950639"/>
            <a:ext cx="2831311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buNone/>
              <a:defRPr sz="1200">
                <a:solidFill>
                  <a:srgbClr val="6F7782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6F7782"/>
                </a:solidFill>
                <a:latin typeface="思源黑体 CN Light"/>
                <a:ea typeface="思源黑体 CN Light"/>
                <a:cs typeface="思源黑体 CN Light"/>
              </a:rPr>
              <a:t>性能优化需要把计算、数据位置和验收证据放在同一个闭环里</a:t>
            </a:r>
            <a:endParaRPr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916646" y="1950720"/>
            <a:ext cx="3987530" cy="340360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7825" y="1950720"/>
            <a:ext cx="3987530" cy="340360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3490717" y="2219960"/>
            <a:ext cx="839389" cy="8393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7861896" y="2219960"/>
            <a:ext cx="839389" cy="8393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025268" y="3318429"/>
            <a:ext cx="1800493" cy="377190"/>
          </a:xfrm>
          <a:prstGeom prst="rect">
            <a:avLst/>
          </a:prstGeom>
        </p:spPr>
        <p:txBody>
          <a:bodyPr wrap="none">
            <a:normAutofit fontScale="96970"/>
          </a:bodyPr>
          <a:lstStyle/>
          <a:p>
            <a:pPr algn="ctr">
              <a:defRPr sz="1875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1875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本次工作的收获</a:t>
            </a:r>
            <a:endParaRPr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2179399" y="3660147"/>
            <a:ext cx="3492231" cy="133562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30000"/>
              </a:lnSpc>
              <a:buNone/>
              <a:def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rPr>
              <a:t>三题都用官方用例完成正确性闭环。我们把向量化、分块和调度建立在实际瓶颈上，并将正收益与负结果一起记录，保证最终方案可解释、可复测。</a:t>
            </a:r>
            <a:endParaRPr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383688" y="3318429"/>
            <a:ext cx="1800493" cy="377190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 algn="ctr">
              <a:defRPr sz="1875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sz="1875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rPr>
              <a:t>适用边界</a:t>
            </a:r>
            <a:endParaRPr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6537819" y="3660147"/>
            <a:ext cx="3492231" cy="133562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30000"/>
              </a:lnSpc>
              <a:buNone/>
              <a:def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>
                <a:solidFill>
                  <a:srgbClr val="3E4A5A"/>
                </a:solidFill>
                <a:latin typeface="思源黑体 CN Light"/>
                <a:ea typeface="思源黑体 CN Light"/>
                <a:cs typeface="思源黑体 CN Light"/>
              </a:rPr>
              <a:t>性能数字依赖具体硬件、38 线程和 NUMA 绑定条件。换平台前，应先重新确认 CPU 拓扑、内存位置和数学库，并重新调整分块参数</a:t>
            </a:r>
            <a:endParaRPr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8" name="图形 1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15557" y="2483528"/>
            <a:ext cx="332065" cy="332065"/>
          </a:xfrm>
          <a:prstGeom prst="rect">
            <a:avLst/>
          </a:prstGeom>
        </p:spPr>
      </p:pic>
      <p:pic>
        <p:nvPicPr>
          <p:cNvPr id="29" name="图形 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1324" y="2416131"/>
            <a:ext cx="468381" cy="4683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>
            <a:spLocks noGrp="1"/>
          </p:cNvSpPr>
          <p:nvPr/>
        </p:nvSpPr>
        <p:spPr>
          <a:xfrm>
            <a:off x="2137779" y="3457127"/>
            <a:ext cx="7916443" cy="5529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30000"/>
              </a:lnSpc>
              <a:buNone/>
              <a:defRPr sz="1650">
                <a:solidFill>
                  <a:srgbClr val="6F7782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650">
                <a:solidFill>
                  <a:srgbClr val="6F7782"/>
                </a:solidFill>
                <a:latin typeface="思源黑体 CN Light"/>
                <a:ea typeface="思源黑体 CN Light"/>
                <a:cs typeface="思源黑体 CN Light"/>
              </a:rPr>
              <a:t>CONV / ZGEMM / TRSM 性能优化</a:t>
            </a:r>
            <a:endParaRPr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4136390" y="4599940"/>
            <a:ext cx="20891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/>
              <a:t>小组</a:t>
            </a:r>
            <a:r>
              <a:t>：</a:t>
            </a:r>
            <a:r>
              <a:rPr lang="zh-CN"/>
              <a:t>水冷散热组</a:t>
            </a:r>
            <a:endParaRPr lang="zh-CN"/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6407099" y="4599637"/>
            <a:ext cx="1981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/>
              <a:t>答辩人</a:t>
            </a:r>
            <a:r>
              <a:t>：</a:t>
            </a:r>
            <a:r>
              <a:rPr lang="zh-CN"/>
              <a:t>曹绚</a:t>
            </a:r>
            <a:endParaRPr lang="zh-CN"/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907493" y="2101463"/>
            <a:ext cx="6377015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buNone/>
              <a:defRPr sz="5700" b="1">
                <a:solidFill>
                  <a:srgbClr val="3E4A5A"/>
                </a:solidFill>
                <a:latin typeface="思源黑体 CN Regular"/>
                <a:ea typeface="思源黑体 CN Regular"/>
                <a:cs typeface="思源黑体 CN Regular"/>
              </a:defRPr>
            </a:pPr>
            <a:r>
              <a:rPr lang="zh-CN" altLang="en-US" sz="7200" b="1">
                <a:solidFill>
                  <a:schemeClr val="tx2"/>
                </a:solidFill>
                <a:latin typeface="+mj-ea"/>
                <a:ea typeface="+mj-ea"/>
                <a:cs typeface="+mj-ea"/>
              </a:rPr>
              <a:t>恳请批评指正</a:t>
            </a:r>
            <a:endParaRPr lang="zh-CN" altLang="en-US" sz="7200" b="1"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3.0304724409449,&quot;left&quot;:471.0349606299213,&quot;top&quot;:98.72653543307086,&quot;width&quot;:390.1117322834645}"/>
</p:tagLst>
</file>

<file path=ppt/tags/tag2.xml><?xml version="1.0" encoding="utf-8"?>
<p:tagLst xmlns:p="http://schemas.openxmlformats.org/presentationml/2006/main">
  <p:tag name="KSO_WM_DIAGRAM_VIRTUALLY_FRAME" val="{&quot;height&quot;:283.0304724409449,&quot;left&quot;:230.11259842519684,&quot;top&quot;:98.72653543307086,&quot;width&quot;:631.0340944881889}"/>
</p:tagLst>
</file>

<file path=ppt/tags/tag3.xml><?xml version="1.0" encoding="utf-8"?>
<p:tagLst xmlns:p="http://schemas.openxmlformats.org/presentationml/2006/main">
  <p:tag name="KSO_WM_DIAGRAM_VIRTUALLY_FRAME" val="{&quot;height&quot;:283.0304724409449,&quot;left&quot;:230.11259842519684,&quot;top&quot;:98.72653543307086,&quot;width&quot;:631.0340944881889}"/>
</p:tagLst>
</file>

<file path=ppt/tags/tag4.xml><?xml version="1.0" encoding="utf-8"?>
<p:tagLst xmlns:p="http://schemas.openxmlformats.org/presentationml/2006/main">
  <p:tag name="KSO_WM_DIAGRAM_VIRTUALLY_FRAME" val="{&quot;height&quot;:283.0304724409449,&quot;left&quot;:230.11259842519684,&quot;top&quot;:98.72653543307086,&quot;width&quot;:631.0340944881889}"/>
</p:tagLst>
</file>

<file path=ppt/tags/tag5.xml><?xml version="1.0" encoding="utf-8"?>
<p:tagLst xmlns:p="http://schemas.openxmlformats.org/presentationml/2006/main">
  <p:tag name="KSO_WM_DIAGRAM_VIRTUALLY_FRAME" val="{&quot;height&quot;:283.0304724409449,&quot;left&quot;:230.11259842519684,&quot;top&quot;:98.72653543307086,&quot;width&quot;:631.0340944881889}"/>
</p:tagLst>
</file>

<file path=ppt/tags/tag6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7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8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9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10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11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12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13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14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15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16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17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18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19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20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21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22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23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24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25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26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27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28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ags/tag29.xml><?xml version="1.0" encoding="utf-8"?>
<p:tagLst xmlns:p="http://schemas.openxmlformats.org/presentationml/2006/main">
  <p:tag name="KSO_WM_DIAGRAM_VIRTUALLY_FRAME" val="{&quot;height&quot;:344.3207086614173,&quot;left&quot;:87.75779527559055,&quot;top&quot;:74.85346456692913,&quot;width&quot;:728.6291338582677}"/>
</p:tagLst>
</file>

<file path=ppt/theme/theme1.xml><?xml version="1.0" encoding="utf-8"?>
<a:theme xmlns:a="http://schemas.openxmlformats.org/drawingml/2006/main" name="Office 主题">
  <a:themeElements>
    <a:clrScheme name="自定义 7">
      <a:dk1>
        <a:srgbClr val="000000"/>
      </a:dk1>
      <a:lt1>
        <a:srgbClr val="FFFFFF"/>
      </a:lt1>
      <a:dk2>
        <a:srgbClr val="3E4A5A"/>
      </a:dk2>
      <a:lt2>
        <a:srgbClr val="D6D7DB"/>
      </a:lt2>
      <a:accent1>
        <a:srgbClr val="3E4A5A"/>
      </a:accent1>
      <a:accent2>
        <a:srgbClr val="FFFFFF"/>
      </a:accent2>
      <a:accent3>
        <a:srgbClr val="3E4A5A"/>
      </a:accent3>
      <a:accent4>
        <a:srgbClr val="000000"/>
      </a:accent4>
      <a:accent5>
        <a:srgbClr val="00B050"/>
      </a:accent5>
      <a:accent6>
        <a:srgbClr val="70AD47"/>
      </a:accent6>
      <a:hlink>
        <a:srgbClr val="0563C1"/>
      </a:hlink>
      <a:folHlink>
        <a:srgbClr val="954F72"/>
      </a:folHlink>
    </a:clrScheme>
    <a:fontScheme name="标题略粗">
      <a:majorFont>
        <a:latin typeface="思源黑体 CN Regular"/>
        <a:ea typeface="思源黑体 CN Regular"/>
        <a:cs typeface=""/>
      </a:majorFont>
      <a:minorFont>
        <a:latin typeface="思源黑体 CN Light"/>
        <a:ea typeface="思源黑体 CN Light"/>
        <a:cs typeface=""/>
      </a:minorFont>
    </a:fontScheme>
    <a:fmtScheme name="自定义 7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7">
      <a:dk1>
        <a:srgbClr val="000000"/>
      </a:dk1>
      <a:lt1>
        <a:srgbClr val="FFFFFF"/>
      </a:lt1>
      <a:dk2>
        <a:srgbClr val="3E4A5A"/>
      </a:dk2>
      <a:lt2>
        <a:srgbClr val="D6D7DB"/>
      </a:lt2>
      <a:accent1>
        <a:srgbClr val="3E4A5A"/>
      </a:accent1>
      <a:accent2>
        <a:srgbClr val="FFFFFF"/>
      </a:accent2>
      <a:accent3>
        <a:srgbClr val="3E4A5A"/>
      </a:accent3>
      <a:accent4>
        <a:srgbClr val="000000"/>
      </a:accent4>
      <a:accent5>
        <a:srgbClr val="00B050"/>
      </a:accent5>
      <a:accent6>
        <a:srgbClr val="70AD47"/>
      </a:accent6>
      <a:hlink>
        <a:srgbClr val="0563C1"/>
      </a:hlink>
      <a:folHlink>
        <a:srgbClr val="954F72"/>
      </a:folHlink>
    </a:clrScheme>
    <a:fontScheme name="标题略粗">
      <a:majorFont>
        <a:latin typeface="思源黑体 CN Regular"/>
        <a:ea typeface="思源黑体 CN Regular"/>
        <a:cs typeface=""/>
      </a:majorFont>
      <a:minorFont>
        <a:latin typeface="思源黑体 CN Light"/>
        <a:ea typeface="思源黑体 CN Light"/>
        <a:cs typeface=""/>
      </a:minorFont>
    </a:fontScheme>
    <a:fmtScheme name="自定义 7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1114</Words>
  <Application>WPS 演示</Application>
  <PresentationFormat>Converted Presentation</PresentationFormat>
  <Paragraphs>149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宋体</vt:lpstr>
      <vt:lpstr>Wingdings</vt:lpstr>
      <vt:lpstr>Arial</vt:lpstr>
      <vt:lpstr>思源黑体 CN Light</vt:lpstr>
      <vt:lpstr>黑体</vt:lpstr>
      <vt:lpstr>思源黑体 CN Regular</vt:lpstr>
      <vt:lpstr>微软雅黑</vt:lpstr>
      <vt:lpstr>Arial Unicode MS</vt:lpstr>
      <vt:lpstr>Calibri</vt:lpstr>
      <vt:lpstr>思源黑体 CN Light</vt:lpstr>
      <vt:lpstr>思源黑体 CN Regular</vt:lpstr>
      <vt:lpstr>方正宝黑体 简 Light</vt:lpstr>
      <vt:lpstr>清雅黑体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胡尊昊</cp:lastModifiedBy>
  <cp:revision>4</cp:revision>
  <dcterms:created xsi:type="dcterms:W3CDTF">2026-09-05T11:18:48Z</dcterms:created>
  <dcterms:modified xsi:type="dcterms:W3CDTF">2026-09-05T11:26:00Z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AA368FA9490A4B119B210B67DC80CF90_12</vt:lpwstr>
  </property>
</Properties>
</file>