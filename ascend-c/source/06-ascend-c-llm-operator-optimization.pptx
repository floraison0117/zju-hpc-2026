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tiff" ContentType="image/tif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theme/theme3.xml" ContentType="application/vnd.openxmlformats-officedocument.theme+xml"/>
  <Override PartName="/ppt/slideLayouts/slideLayout5.xml" ContentType="application/vnd.openxmlformats-officedocument.presentationml.slideLayout+xml"/>
  <Override PartName="/ppt/theme/theme4.xml" ContentType="application/vnd.openxmlformats-officedocument.theme+xml"/>
  <Override PartName="/ppt/slideLayouts/slideLayout6.xml" ContentType="application/vnd.openxmlformats-officedocument.presentationml.slideLayout+xml"/>
  <Override PartName="/ppt/theme/theme5.xml" ContentType="application/vnd.openxmlformats-officedocument.theme+xml"/>
  <Override PartName="/ppt/theme/theme6.xml" ContentType="application/vnd.openxmlformats-officedocument.theme+xml"/>
  <Override PartName="/ppt/theme/theme7.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818" r:id="rId1"/>
    <p:sldMasterId id="2147483797" r:id="rId2"/>
    <p:sldMasterId id="2147483816" r:id="rId3"/>
    <p:sldMasterId id="2147483897" r:id="rId4"/>
    <p:sldMasterId id="2147483683" r:id="rId5"/>
  </p:sldMasterIdLst>
  <p:notesMasterIdLst>
    <p:notesMasterId r:id="rId48"/>
  </p:notesMasterIdLst>
  <p:handoutMasterIdLst>
    <p:handoutMasterId r:id="rId49"/>
  </p:handoutMasterIdLst>
  <p:sldIdLst>
    <p:sldId id="307" r:id="rId6"/>
    <p:sldId id="306" r:id="rId7"/>
    <p:sldId id="308" r:id="rId8"/>
    <p:sldId id="320" r:id="rId9"/>
    <p:sldId id="324" r:id="rId10"/>
    <p:sldId id="325" r:id="rId11"/>
    <p:sldId id="327" r:id="rId12"/>
    <p:sldId id="328" r:id="rId13"/>
    <p:sldId id="330" r:id="rId14"/>
    <p:sldId id="331" r:id="rId15"/>
    <p:sldId id="332" r:id="rId16"/>
    <p:sldId id="333" r:id="rId17"/>
    <p:sldId id="334" r:id="rId18"/>
    <p:sldId id="321" r:id="rId19"/>
    <p:sldId id="335" r:id="rId20"/>
    <p:sldId id="336" r:id="rId21"/>
    <p:sldId id="337" r:id="rId22"/>
    <p:sldId id="338" r:id="rId23"/>
    <p:sldId id="339" r:id="rId24"/>
    <p:sldId id="340" r:id="rId25"/>
    <p:sldId id="341" r:id="rId26"/>
    <p:sldId id="342" r:id="rId27"/>
    <p:sldId id="343" r:id="rId28"/>
    <p:sldId id="344" r:id="rId29"/>
    <p:sldId id="322" r:id="rId30"/>
    <p:sldId id="345" r:id="rId31"/>
    <p:sldId id="346" r:id="rId32"/>
    <p:sldId id="347" r:id="rId33"/>
    <p:sldId id="355" r:id="rId34"/>
    <p:sldId id="356" r:id="rId35"/>
    <p:sldId id="357" r:id="rId36"/>
    <p:sldId id="348" r:id="rId37"/>
    <p:sldId id="323" r:id="rId38"/>
    <p:sldId id="349" r:id="rId39"/>
    <p:sldId id="350" r:id="rId40"/>
    <p:sldId id="351" r:id="rId41"/>
    <p:sldId id="352" r:id="rId42"/>
    <p:sldId id="353" r:id="rId43"/>
    <p:sldId id="354" r:id="rId44"/>
    <p:sldId id="329" r:id="rId45"/>
    <p:sldId id="326" r:id="rId46"/>
    <p:sldId id="280" r:id="rId47"/>
  </p:sldIdLst>
  <p:sldSz cx="12196763" cy="6858000"/>
  <p:notesSz cx="6858000" cy="9144000"/>
  <p:defaultTextStyle>
    <a:defPPr>
      <a:defRPr lang="en-US"/>
    </a:defPPr>
    <a:lvl1pPr marL="0" algn="l" defTabSz="914478" rtl="0" eaLnBrk="1" latinLnBrk="0" hangingPunct="1">
      <a:defRPr sz="1800" kern="1200">
        <a:solidFill>
          <a:schemeClr val="tx1"/>
        </a:solidFill>
        <a:latin typeface="+mn-lt"/>
        <a:ea typeface="+mn-ea"/>
        <a:cs typeface="+mn-cs"/>
      </a:defRPr>
    </a:lvl1pPr>
    <a:lvl2pPr marL="457240" algn="l" defTabSz="914478" rtl="0" eaLnBrk="1" latinLnBrk="0" hangingPunct="1">
      <a:defRPr sz="1800" kern="1200">
        <a:solidFill>
          <a:schemeClr val="tx1"/>
        </a:solidFill>
        <a:latin typeface="+mn-lt"/>
        <a:ea typeface="+mn-ea"/>
        <a:cs typeface="+mn-cs"/>
      </a:defRPr>
    </a:lvl2pPr>
    <a:lvl3pPr marL="914478" algn="l" defTabSz="914478" rtl="0" eaLnBrk="1" latinLnBrk="0" hangingPunct="1">
      <a:defRPr sz="1800" kern="1200">
        <a:solidFill>
          <a:schemeClr val="tx1"/>
        </a:solidFill>
        <a:latin typeface="+mn-lt"/>
        <a:ea typeface="+mn-ea"/>
        <a:cs typeface="+mn-cs"/>
      </a:defRPr>
    </a:lvl3pPr>
    <a:lvl4pPr marL="1371718" algn="l" defTabSz="914478" rtl="0" eaLnBrk="1" latinLnBrk="0" hangingPunct="1">
      <a:defRPr sz="1800" kern="1200">
        <a:solidFill>
          <a:schemeClr val="tx1"/>
        </a:solidFill>
        <a:latin typeface="+mn-lt"/>
        <a:ea typeface="+mn-ea"/>
        <a:cs typeface="+mn-cs"/>
      </a:defRPr>
    </a:lvl4pPr>
    <a:lvl5pPr marL="1828957" algn="l" defTabSz="914478" rtl="0" eaLnBrk="1" latinLnBrk="0" hangingPunct="1">
      <a:defRPr sz="1800" kern="1200">
        <a:solidFill>
          <a:schemeClr val="tx1"/>
        </a:solidFill>
        <a:latin typeface="+mn-lt"/>
        <a:ea typeface="+mn-ea"/>
        <a:cs typeface="+mn-cs"/>
      </a:defRPr>
    </a:lvl5pPr>
    <a:lvl6pPr marL="2286196" algn="l" defTabSz="914478" rtl="0" eaLnBrk="1" latinLnBrk="0" hangingPunct="1">
      <a:defRPr sz="1800" kern="1200">
        <a:solidFill>
          <a:schemeClr val="tx1"/>
        </a:solidFill>
        <a:latin typeface="+mn-lt"/>
        <a:ea typeface="+mn-ea"/>
        <a:cs typeface="+mn-cs"/>
      </a:defRPr>
    </a:lvl6pPr>
    <a:lvl7pPr marL="2743435" algn="l" defTabSz="914478" rtl="0" eaLnBrk="1" latinLnBrk="0" hangingPunct="1">
      <a:defRPr sz="1800" kern="1200">
        <a:solidFill>
          <a:schemeClr val="tx1"/>
        </a:solidFill>
        <a:latin typeface="+mn-lt"/>
        <a:ea typeface="+mn-ea"/>
        <a:cs typeface="+mn-cs"/>
      </a:defRPr>
    </a:lvl7pPr>
    <a:lvl8pPr marL="3200675" algn="l" defTabSz="914478" rtl="0" eaLnBrk="1" latinLnBrk="0" hangingPunct="1">
      <a:defRPr sz="1800" kern="1200">
        <a:solidFill>
          <a:schemeClr val="tx1"/>
        </a:solidFill>
        <a:latin typeface="+mn-lt"/>
        <a:ea typeface="+mn-ea"/>
        <a:cs typeface="+mn-cs"/>
      </a:defRPr>
    </a:lvl8pPr>
    <a:lvl9pPr marL="3657913" algn="l" defTabSz="914478"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572" userDrawn="1">
          <p15:clr>
            <a:srgbClr val="A4A3A4"/>
          </p15:clr>
        </p15:guide>
        <p15:guide id="2" pos="372" userDrawn="1">
          <p15:clr>
            <a:srgbClr val="A4A3A4"/>
          </p15:clr>
        </p15:guide>
        <p15:guide id="3" orient="horz" pos="709" userDrawn="1">
          <p15:clr>
            <a:srgbClr val="A4A3A4"/>
          </p15:clr>
        </p15:guide>
        <p15:guide id="4" orient="horz" pos="3974" userDrawn="1">
          <p15:clr>
            <a:srgbClr val="A4A3A4"/>
          </p15:clr>
        </p15:guide>
        <p15:guide id="5" pos="7311"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00"/>
    <a:srgbClr val="FFFFFF"/>
    <a:srgbClr val="E9002F"/>
    <a:srgbClr val="595757"/>
    <a:srgbClr val="221815"/>
    <a:srgbClr val="888888"/>
    <a:srgbClr val="898989"/>
    <a:srgbClr val="B5B5B5"/>
    <a:srgbClr val="DDDDDD"/>
    <a:srgbClr val="D0E8C4"/>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72833802-FEF1-4C79-8D5D-14CF1EAF98D9}">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E8034E78-7F5D-4C2E-B375-FC64B27BC917}" styleName="Dark Style 1">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left>
            <a:ln w="25400" cmpd="sng">
              <a:solidFill>
                <a:schemeClr val="lt1"/>
              </a:solidFill>
            </a:ln>
          </a:left>
        </a:tcBdr>
        <a:fill>
          <a:solidFill>
            <a:schemeClr val="dk1">
              <a:tint val="60000"/>
            </a:schemeClr>
          </a:solidFill>
        </a:fill>
      </a:tcStyle>
    </a:lastCol>
    <a:firstCol>
      <a:tcTxStyle b="on"/>
      <a:tcStyle>
        <a:tcBdr>
          <a:right>
            <a:ln w="25400" cmpd="sng">
              <a:solidFill>
                <a:schemeClr val="lt1"/>
              </a:solidFill>
            </a:ln>
          </a:right>
        </a:tcBdr>
        <a:fill>
          <a:solidFill>
            <a:schemeClr val="dk1">
              <a:tint val="60000"/>
            </a:schemeClr>
          </a:solidFill>
        </a:fill>
      </a:tcStyle>
    </a:firstCol>
    <a:lastRow>
      <a:tcTxStyle b="on"/>
      <a:tcStyle>
        <a:tcBdr>
          <a:top>
            <a:ln w="25400" cmpd="sng">
              <a:solidFill>
                <a:schemeClr val="lt1"/>
              </a:solidFill>
            </a:ln>
          </a:top>
        </a:tcBdr>
        <a:fill>
          <a:solidFill>
            <a:schemeClr val="dk1">
              <a:tint val="6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EB9631B5-78F2-41C9-869B-9F39066F8104}" styleName="Medium Style 3 - Accent 4">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4"/>
          </a:solidFill>
        </a:fill>
      </a:tcStyle>
    </a:lastCol>
    <a:firstCol>
      <a:tcTxStyle b="on">
        <a:fontRef idx="minor">
          <a:scrgbClr r="0" g="0" b="0"/>
        </a:fontRef>
        <a:schemeClr val="lt1"/>
      </a:tcTxStyle>
      <a:tcStyle>
        <a:tcBdr/>
        <a:fill>
          <a:solidFill>
            <a:schemeClr val="accent4"/>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4"/>
          </a:solidFill>
        </a:fill>
      </a:tcStyle>
    </a:firstRow>
  </a:tblStyle>
  <a:tblStyle styleId="{0E3FDE45-AF77-4B5C-9715-49D594BDF05E}" styleName="Light Style 1 - Accent 2">
    <a:wholeTbl>
      <a:tcTxStyle>
        <a:fontRef idx="minor">
          <a:scrgbClr r="0" g="0" b="0"/>
        </a:fontRef>
        <a:schemeClr val="tx1"/>
      </a:tcTxStyle>
      <a:tcStyle>
        <a:tcBdr>
          <a:left>
            <a:ln>
              <a:noFill/>
            </a:ln>
          </a:left>
          <a:right>
            <a:ln>
              <a:noFill/>
            </a:ln>
          </a:right>
          <a:top>
            <a:ln w="12700" cmpd="sng">
              <a:solidFill>
                <a:schemeClr val="accent2"/>
              </a:solidFill>
            </a:ln>
          </a:top>
          <a:bottom>
            <a:ln w="12700" cmpd="sng">
              <a:solidFill>
                <a:schemeClr val="accent2"/>
              </a:solidFill>
            </a:ln>
          </a:bottom>
          <a:insideH>
            <a:ln>
              <a:noFill/>
            </a:ln>
          </a:insideH>
          <a:insideV>
            <a:ln>
              <a:noFill/>
            </a:ln>
          </a:insideV>
        </a:tcBdr>
        <a:fill>
          <a:noFill/>
        </a:fill>
      </a:tcStyle>
    </a:wholeTbl>
    <a:band1H>
      <a:tcStyle>
        <a:tcBdr/>
        <a:fill>
          <a:solidFill>
            <a:schemeClr val="accent2">
              <a:alpha val="20000"/>
            </a:schemeClr>
          </a:solidFill>
        </a:fill>
      </a:tcStyle>
    </a:band1H>
    <a:band2H>
      <a:tcStyle>
        <a:tcBdr/>
      </a:tcStyle>
    </a:band2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12700" cmpd="sng">
              <a:solidFill>
                <a:schemeClr val="accent2"/>
              </a:solidFill>
            </a:ln>
          </a:top>
        </a:tcBdr>
        <a:fill>
          <a:noFill/>
        </a:fill>
      </a:tcStyle>
    </a:lastRow>
    <a:firstRow>
      <a:tcTxStyle b="on"/>
      <a:tcStyle>
        <a:tcBdr>
          <a:bottom>
            <a:ln w="12700" cmpd="sng">
              <a:solidFill>
                <a:schemeClr val="accent2"/>
              </a:solidFill>
            </a:ln>
          </a:bottom>
        </a:tcBdr>
        <a:fill>
          <a:noFill/>
        </a:fill>
      </a:tcStyle>
    </a:firstRow>
  </a:tblStyle>
  <a:tblStyle styleId="{68D230F3-CF80-4859-8CE7-A43EE81993B5}" styleName="Light Style 1 - Accent 6">
    <a:wholeTbl>
      <a:tcTxStyle>
        <a:fontRef idx="minor">
          <a:scrgbClr r="0" g="0" b="0"/>
        </a:fontRef>
        <a:schemeClr val="tx1"/>
      </a:tcTxStyle>
      <a:tcStyle>
        <a:tcBdr>
          <a:left>
            <a:ln>
              <a:noFill/>
            </a:ln>
          </a:left>
          <a:right>
            <a:ln>
              <a:noFill/>
            </a:ln>
          </a:right>
          <a:top>
            <a:ln w="12700" cmpd="sng">
              <a:solidFill>
                <a:schemeClr val="accent6"/>
              </a:solidFill>
            </a:ln>
          </a:top>
          <a:bottom>
            <a:ln w="12700" cmpd="sng">
              <a:solidFill>
                <a:schemeClr val="accent6"/>
              </a:solidFill>
            </a:ln>
          </a:bottom>
          <a:insideH>
            <a:ln>
              <a:noFill/>
            </a:ln>
          </a:insideH>
          <a:insideV>
            <a:ln>
              <a:noFill/>
            </a:ln>
          </a:insideV>
        </a:tcBdr>
        <a:fill>
          <a:noFill/>
        </a:fill>
      </a:tcStyle>
    </a:wholeTbl>
    <a:band1H>
      <a:tcStyle>
        <a:tcBdr/>
        <a:fill>
          <a:solidFill>
            <a:schemeClr val="accent6">
              <a:alpha val="20000"/>
            </a:schemeClr>
          </a:solidFill>
        </a:fill>
      </a:tcStyle>
    </a:band1H>
    <a:band2H>
      <a:tcStyle>
        <a:tcBdr/>
      </a:tcStyle>
    </a:band2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12700" cmpd="sng">
              <a:solidFill>
                <a:schemeClr val="accent6"/>
              </a:solidFill>
            </a:ln>
          </a:top>
        </a:tcBdr>
        <a:fill>
          <a:noFill/>
        </a:fill>
      </a:tcStyle>
    </a:lastRow>
    <a:firstRow>
      <a:tcTxStyle b="on"/>
      <a:tcStyle>
        <a:tcBdr>
          <a:bottom>
            <a:ln w="12700" cmpd="sng">
              <a:solidFill>
                <a:schemeClr val="accent6"/>
              </a:solidFill>
            </a:ln>
          </a:bottom>
        </a:tcBdr>
        <a:fill>
          <a:noFill/>
        </a:fill>
      </a:tcStyle>
    </a:firstRow>
  </a:tblStyle>
  <a:tblStyle styleId="{5FD0F851-EC5A-4D38-B0AD-8093EC10F338}" styleName="Light Style 1 - Accent 5">
    <a:wholeTbl>
      <a:tcTxStyle>
        <a:fontRef idx="minor">
          <a:scrgbClr r="0" g="0" b="0"/>
        </a:fontRef>
        <a:schemeClr val="tx1"/>
      </a:tcTxStyle>
      <a:tcStyle>
        <a:tcBdr>
          <a:left>
            <a:ln>
              <a:noFill/>
            </a:ln>
          </a:left>
          <a:right>
            <a:ln>
              <a:noFill/>
            </a:ln>
          </a:right>
          <a:top>
            <a:ln w="12700" cmpd="sng">
              <a:solidFill>
                <a:schemeClr val="accent5"/>
              </a:solidFill>
            </a:ln>
          </a:top>
          <a:bottom>
            <a:ln w="12700" cmpd="sng">
              <a:solidFill>
                <a:schemeClr val="accent5"/>
              </a:solidFill>
            </a:ln>
          </a:bottom>
          <a:insideH>
            <a:ln>
              <a:noFill/>
            </a:ln>
          </a:insideH>
          <a:insideV>
            <a:ln>
              <a:noFill/>
            </a:ln>
          </a:insideV>
        </a:tcBdr>
        <a:fill>
          <a:noFill/>
        </a:fill>
      </a:tcStyle>
    </a:wholeTbl>
    <a:band1H>
      <a:tcStyle>
        <a:tcBdr/>
        <a:fill>
          <a:solidFill>
            <a:schemeClr val="accent5">
              <a:alpha val="20000"/>
            </a:schemeClr>
          </a:solidFill>
        </a:fill>
      </a:tcStyle>
    </a:band1H>
    <a:band2H>
      <a:tcStyle>
        <a:tcBdr/>
      </a:tcStyle>
    </a:band2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12700" cmpd="sng">
              <a:solidFill>
                <a:schemeClr val="accent5"/>
              </a:solidFill>
            </a:ln>
          </a:top>
        </a:tcBdr>
        <a:fill>
          <a:noFill/>
        </a:fill>
      </a:tcStyle>
    </a:lastRow>
    <a:firstRow>
      <a:tcTxStyle b="on"/>
      <a:tcStyle>
        <a:tcBdr>
          <a:bottom>
            <a:ln w="12700" cmpd="sng">
              <a:solidFill>
                <a:schemeClr val="accent5"/>
              </a:solidFill>
            </a:ln>
          </a:bottom>
        </a:tcBdr>
        <a:fill>
          <a:noFill/>
        </a:fill>
      </a:tcStyle>
    </a:firstRow>
  </a:tblStyle>
  <a:tblStyle styleId="{D27102A9-8310-4765-A935-A1911B00CA55}" styleName="Light Style 1 - Accent 4">
    <a:wholeTbl>
      <a:tcTxStyle>
        <a:fontRef idx="minor">
          <a:scrgbClr r="0" g="0" b="0"/>
        </a:fontRef>
        <a:schemeClr val="tx1"/>
      </a:tcTxStyle>
      <a:tcStyle>
        <a:tcBdr>
          <a:left>
            <a:ln>
              <a:noFill/>
            </a:ln>
          </a:left>
          <a:right>
            <a:ln>
              <a:noFill/>
            </a:ln>
          </a:right>
          <a:top>
            <a:ln w="12700" cmpd="sng">
              <a:solidFill>
                <a:schemeClr val="accent4"/>
              </a:solidFill>
            </a:ln>
          </a:top>
          <a:bottom>
            <a:ln w="12700" cmpd="sng">
              <a:solidFill>
                <a:schemeClr val="accent4"/>
              </a:solidFill>
            </a:ln>
          </a:bottom>
          <a:insideH>
            <a:ln>
              <a:noFill/>
            </a:ln>
          </a:insideH>
          <a:insideV>
            <a:ln>
              <a:noFill/>
            </a:ln>
          </a:insideV>
        </a:tcBdr>
        <a:fill>
          <a:noFill/>
        </a:fill>
      </a:tcStyle>
    </a:wholeTbl>
    <a:band1H>
      <a:tcStyle>
        <a:tcBdr/>
        <a:fill>
          <a:solidFill>
            <a:schemeClr val="accent4">
              <a:alpha val="20000"/>
            </a:schemeClr>
          </a:solidFill>
        </a:fill>
      </a:tcStyle>
    </a:band1H>
    <a:band2H>
      <a:tcStyle>
        <a:tcBdr/>
      </a:tcStyle>
    </a:band2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12700" cmpd="sng">
              <a:solidFill>
                <a:schemeClr val="accent4"/>
              </a:solidFill>
            </a:ln>
          </a:top>
        </a:tcBdr>
        <a:fill>
          <a:noFill/>
        </a:fill>
      </a:tcStyle>
    </a:lastRow>
    <a:firstRow>
      <a:tcTxStyle b="on"/>
      <a:tcStyle>
        <a:tcBdr>
          <a:bottom>
            <a:ln w="12700" cmpd="sng">
              <a:solidFill>
                <a:schemeClr val="accent4"/>
              </a:solidFill>
            </a:ln>
          </a:bottom>
        </a:tcBdr>
        <a:fill>
          <a:noFill/>
        </a:fill>
      </a:tcStyle>
    </a:firstRow>
  </a:tblStyle>
  <a:tblStyle styleId="{C083E6E3-FA7D-4D7B-A595-EF9225AFEA82}" styleName="Light Style 1 - Accent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72833802-FEF1-4C79-8D5D-14CF1EAF98D9}" styleName="Light Style 2 - Accent 2">
    <a:wholeTbl>
      <a:tcTxStyle>
        <a:fontRef idx="minor">
          <a:scrgbClr r="0" g="0" b="0"/>
        </a:fontRef>
        <a:schemeClr val="tx1"/>
      </a:tcTxStyle>
      <a:tcStyle>
        <a:tcBdr>
          <a:left>
            <a:lnRef idx="1">
              <a:schemeClr val="accent2"/>
            </a:lnRef>
          </a:left>
          <a:right>
            <a:lnRef idx="1">
              <a:schemeClr val="accent2"/>
            </a:lnRef>
          </a:right>
          <a:top>
            <a:lnRef idx="1">
              <a:schemeClr val="accent2"/>
            </a:lnRef>
          </a:top>
          <a:bottom>
            <a:lnRef idx="1">
              <a:schemeClr val="accent2"/>
            </a:lnRef>
          </a:bottom>
          <a:insideH>
            <a:ln>
              <a:noFill/>
            </a:ln>
          </a:insideH>
          <a:insideV>
            <a:ln>
              <a:noFill/>
            </a:ln>
          </a:insideV>
        </a:tcBdr>
        <a:fill>
          <a:noFill/>
        </a:fill>
      </a:tcStyle>
    </a:wholeTbl>
    <a:band1H>
      <a:tcStyle>
        <a:tcBdr>
          <a:top>
            <a:lnRef idx="1">
              <a:schemeClr val="accent2"/>
            </a:lnRef>
          </a:top>
          <a:bottom>
            <a:lnRef idx="1">
              <a:schemeClr val="accent2"/>
            </a:lnRef>
          </a:bottom>
        </a:tcBdr>
      </a:tcStyle>
    </a:band1H>
    <a:band1V>
      <a:tcStyle>
        <a:tcBdr>
          <a:left>
            <a:lnRef idx="1">
              <a:schemeClr val="accent2"/>
            </a:lnRef>
          </a:left>
          <a:right>
            <a:lnRef idx="1">
              <a:schemeClr val="accent2"/>
            </a:lnRef>
          </a:right>
        </a:tcBdr>
      </a:tcStyle>
    </a:band1V>
    <a:band2V>
      <a:tcStyle>
        <a:tcBdr>
          <a:left>
            <a:lnRef idx="1">
              <a:schemeClr val="accent2"/>
            </a:lnRef>
          </a:left>
          <a:right>
            <a:lnRef idx="1">
              <a:schemeClr val="accent2"/>
            </a:lnRef>
          </a:right>
        </a:tcBdr>
      </a:tcStyle>
    </a:band2V>
    <a:lastCol>
      <a:tcTxStyle b="on"/>
      <a:tcStyle>
        <a:tcBdr/>
      </a:tcStyle>
    </a:lastCol>
    <a:firstCol>
      <a:tcTxStyle b="on"/>
      <a:tcStyle>
        <a:tcBdr/>
      </a:tcStyle>
    </a:firstCol>
    <a:lastRow>
      <a:tcTxStyle b="on"/>
      <a:tcStyle>
        <a:tcBdr>
          <a:top>
            <a:ln w="50800" cmpd="dbl">
              <a:solidFill>
                <a:schemeClr val="accent2"/>
              </a:solidFill>
            </a:ln>
          </a:top>
        </a:tcBdr>
      </a:tcStyle>
    </a:lastRow>
    <a:firstRow>
      <a:tcTxStyle b="on">
        <a:fontRef idx="minor">
          <a:scrgbClr r="0" g="0" b="0"/>
        </a:fontRef>
        <a:schemeClr val="bg1"/>
      </a:tcTxStyle>
      <a:tcStyle>
        <a:tcBdr/>
        <a:fillRef idx="1">
          <a:schemeClr val="accent2"/>
        </a:fillRef>
      </a:tcStyle>
    </a:firstRow>
  </a:tblStyle>
  <a:tblStyle styleId="{F2DE63D5-997A-4646-A377-4702673A728D}" styleName="Light Style 2 - Accent 3">
    <a:wholeTbl>
      <a:tcTxStyle>
        <a:fontRef idx="minor">
          <a:scrgbClr r="0" g="0" b="0"/>
        </a:fontRef>
        <a:schemeClr val="tx1"/>
      </a:tcTxStyle>
      <a:tcStyle>
        <a:tcBdr>
          <a:left>
            <a:lnRef idx="1">
              <a:schemeClr val="accent3"/>
            </a:lnRef>
          </a:left>
          <a:right>
            <a:lnRef idx="1">
              <a:schemeClr val="accent3"/>
            </a:lnRef>
          </a:right>
          <a:top>
            <a:lnRef idx="1">
              <a:schemeClr val="accent3"/>
            </a:lnRef>
          </a:top>
          <a:bottom>
            <a:lnRef idx="1">
              <a:schemeClr val="accent3"/>
            </a:lnRef>
          </a:bottom>
          <a:insideH>
            <a:ln>
              <a:noFill/>
            </a:ln>
          </a:insideH>
          <a:insideV>
            <a:ln>
              <a:noFill/>
            </a:ln>
          </a:insideV>
        </a:tcBdr>
        <a:fill>
          <a:noFill/>
        </a:fill>
      </a:tcStyle>
    </a:wholeTbl>
    <a:band1H>
      <a:tcStyle>
        <a:tcBdr>
          <a:top>
            <a:lnRef idx="1">
              <a:schemeClr val="accent3"/>
            </a:lnRef>
          </a:top>
          <a:bottom>
            <a:lnRef idx="1">
              <a:schemeClr val="accent3"/>
            </a:lnRef>
          </a:bottom>
        </a:tcBdr>
      </a:tcStyle>
    </a:band1H>
    <a:band1V>
      <a:tcStyle>
        <a:tcBdr>
          <a:left>
            <a:lnRef idx="1">
              <a:schemeClr val="accent3"/>
            </a:lnRef>
          </a:left>
          <a:right>
            <a:lnRef idx="1">
              <a:schemeClr val="accent3"/>
            </a:lnRef>
          </a:right>
        </a:tcBdr>
      </a:tcStyle>
    </a:band1V>
    <a:band2V>
      <a:tcStyle>
        <a:tcBdr>
          <a:left>
            <a:lnRef idx="1">
              <a:schemeClr val="accent3"/>
            </a:lnRef>
          </a:left>
          <a:right>
            <a:lnRef idx="1">
              <a:schemeClr val="accent3"/>
            </a:lnRef>
          </a:right>
        </a:tcBdr>
      </a:tcStyle>
    </a:band2V>
    <a:lastCol>
      <a:tcTxStyle b="on"/>
      <a:tcStyle>
        <a:tcBdr/>
      </a:tcStyle>
    </a:lastCol>
    <a:firstCol>
      <a:tcTxStyle b="on"/>
      <a:tcStyle>
        <a:tcBdr/>
      </a:tcStyle>
    </a:firstCol>
    <a:lastRow>
      <a:tcTxStyle b="on"/>
      <a:tcStyle>
        <a:tcBdr>
          <a:top>
            <a:ln w="50800" cmpd="dbl">
              <a:solidFill>
                <a:schemeClr val="accent3"/>
              </a:solidFill>
            </a:ln>
          </a:top>
        </a:tcBdr>
      </a:tcStyle>
    </a:lastRow>
    <a:firstRow>
      <a:tcTxStyle b="on">
        <a:fontRef idx="minor">
          <a:scrgbClr r="0" g="0" b="0"/>
        </a:fontRef>
        <a:schemeClr val="bg1"/>
      </a:tcTxStyle>
      <a:tcStyle>
        <a:tcBdr/>
        <a:fillRef idx="1">
          <a:schemeClr val="accent3"/>
        </a:fillRef>
      </a:tcStyle>
    </a:firstRow>
  </a:tblStyle>
  <a:tblStyle styleId="{17292A2E-F333-43FB-9621-5CBBE7FDCDCB}" styleName="Light Style 2 - Accent 4">
    <a:wholeTbl>
      <a:tcTxStyle>
        <a:fontRef idx="minor">
          <a:scrgbClr r="0" g="0" b="0"/>
        </a:fontRef>
        <a:schemeClr val="tx1"/>
      </a:tcTxStyle>
      <a:tcStyle>
        <a:tcBdr>
          <a:left>
            <a:lnRef idx="1">
              <a:schemeClr val="accent4"/>
            </a:lnRef>
          </a:left>
          <a:right>
            <a:lnRef idx="1">
              <a:schemeClr val="accent4"/>
            </a:lnRef>
          </a:right>
          <a:top>
            <a:lnRef idx="1">
              <a:schemeClr val="accent4"/>
            </a:lnRef>
          </a:top>
          <a:bottom>
            <a:lnRef idx="1">
              <a:schemeClr val="accent4"/>
            </a:lnRef>
          </a:bottom>
          <a:insideH>
            <a:ln>
              <a:noFill/>
            </a:ln>
          </a:insideH>
          <a:insideV>
            <a:ln>
              <a:noFill/>
            </a:ln>
          </a:insideV>
        </a:tcBdr>
        <a:fill>
          <a:noFill/>
        </a:fill>
      </a:tcStyle>
    </a:wholeTbl>
    <a:band1H>
      <a:tcStyle>
        <a:tcBdr>
          <a:top>
            <a:lnRef idx="1">
              <a:schemeClr val="accent4"/>
            </a:lnRef>
          </a:top>
          <a:bottom>
            <a:lnRef idx="1">
              <a:schemeClr val="accent4"/>
            </a:lnRef>
          </a:bottom>
        </a:tcBdr>
      </a:tcStyle>
    </a:band1H>
    <a:band1V>
      <a:tcStyle>
        <a:tcBdr>
          <a:left>
            <a:lnRef idx="1">
              <a:schemeClr val="accent4"/>
            </a:lnRef>
          </a:left>
          <a:right>
            <a:lnRef idx="1">
              <a:schemeClr val="accent4"/>
            </a:lnRef>
          </a:right>
        </a:tcBdr>
      </a:tcStyle>
    </a:band1V>
    <a:band2V>
      <a:tcStyle>
        <a:tcBdr>
          <a:left>
            <a:lnRef idx="1">
              <a:schemeClr val="accent4"/>
            </a:lnRef>
          </a:left>
          <a:right>
            <a:lnRef idx="1">
              <a:schemeClr val="accent4"/>
            </a:lnRef>
          </a:right>
        </a:tcBdr>
      </a:tcStyle>
    </a:band2V>
    <a:lastCol>
      <a:tcTxStyle b="on"/>
      <a:tcStyle>
        <a:tcBdr/>
      </a:tcStyle>
    </a:lastCol>
    <a:firstCol>
      <a:tcTxStyle b="on"/>
      <a:tcStyle>
        <a:tcBdr/>
      </a:tcStyle>
    </a:firstCol>
    <a:lastRow>
      <a:tcTxStyle b="on"/>
      <a:tcStyle>
        <a:tcBdr>
          <a:top>
            <a:ln w="50800" cmpd="dbl">
              <a:solidFill>
                <a:schemeClr val="accent4"/>
              </a:solidFill>
            </a:ln>
          </a:top>
        </a:tcBdr>
      </a:tcStyle>
    </a:lastRow>
    <a:firstRow>
      <a:tcTxStyle b="on">
        <a:fontRef idx="minor">
          <a:scrgbClr r="0" g="0" b="0"/>
        </a:fontRef>
        <a:schemeClr val="bg1"/>
      </a:tcTxStyle>
      <a:tcStyle>
        <a:tcBdr/>
        <a:fillRef idx="1">
          <a:schemeClr val="accent4"/>
        </a:fillRef>
      </a:tcStyle>
    </a:firstRow>
  </a:tblStyle>
  <a:tblStyle styleId="{5A111915-BE36-4E01-A7E5-04B1672EAD32}" styleName="Light Style 2 - Accent 5">
    <a:wholeTbl>
      <a:tcTxStyle>
        <a:fontRef idx="minor">
          <a:scrgbClr r="0" g="0" b="0"/>
        </a:fontRef>
        <a:schemeClr val="tx1"/>
      </a:tcTxStyle>
      <a:tcStyle>
        <a:tcBdr>
          <a:left>
            <a:lnRef idx="1">
              <a:schemeClr val="accent5"/>
            </a:lnRef>
          </a:left>
          <a:right>
            <a:lnRef idx="1">
              <a:schemeClr val="accent5"/>
            </a:lnRef>
          </a:right>
          <a:top>
            <a:lnRef idx="1">
              <a:schemeClr val="accent5"/>
            </a:lnRef>
          </a:top>
          <a:bottom>
            <a:lnRef idx="1">
              <a:schemeClr val="accent5"/>
            </a:lnRef>
          </a:bottom>
          <a:insideH>
            <a:ln>
              <a:noFill/>
            </a:ln>
          </a:insideH>
          <a:insideV>
            <a:ln>
              <a:noFill/>
            </a:ln>
          </a:insideV>
        </a:tcBdr>
        <a:fill>
          <a:noFill/>
        </a:fill>
      </a:tcStyle>
    </a:wholeTbl>
    <a:band1H>
      <a:tcStyle>
        <a:tcBdr>
          <a:top>
            <a:lnRef idx="1">
              <a:schemeClr val="accent5"/>
            </a:lnRef>
          </a:top>
          <a:bottom>
            <a:lnRef idx="1">
              <a:schemeClr val="accent5"/>
            </a:lnRef>
          </a:bottom>
        </a:tcBdr>
      </a:tcStyle>
    </a:band1H>
    <a:band1V>
      <a:tcStyle>
        <a:tcBdr>
          <a:left>
            <a:lnRef idx="1">
              <a:schemeClr val="accent5"/>
            </a:lnRef>
          </a:left>
          <a:right>
            <a:lnRef idx="1">
              <a:schemeClr val="accent5"/>
            </a:lnRef>
          </a:right>
        </a:tcBdr>
      </a:tcStyle>
    </a:band1V>
    <a:band2V>
      <a:tcStyle>
        <a:tcBdr>
          <a:left>
            <a:lnRef idx="1">
              <a:schemeClr val="accent5"/>
            </a:lnRef>
          </a:left>
          <a:right>
            <a:lnRef idx="1">
              <a:schemeClr val="accent5"/>
            </a:lnRef>
          </a:right>
        </a:tcBdr>
      </a:tcStyle>
    </a:band2V>
    <a:lastCol>
      <a:tcTxStyle b="on"/>
      <a:tcStyle>
        <a:tcBdr/>
      </a:tcStyle>
    </a:lastCol>
    <a:firstCol>
      <a:tcTxStyle b="on"/>
      <a:tcStyle>
        <a:tcBdr/>
      </a:tcStyle>
    </a:firstCol>
    <a:lastRow>
      <a:tcTxStyle b="on"/>
      <a:tcStyle>
        <a:tcBdr>
          <a:top>
            <a:ln w="50800" cmpd="dbl">
              <a:solidFill>
                <a:schemeClr val="accent5"/>
              </a:solidFill>
            </a:ln>
          </a:top>
        </a:tcBdr>
      </a:tcStyle>
    </a:lastRow>
    <a:firstRow>
      <a:tcTxStyle b="on">
        <a:fontRef idx="minor">
          <a:scrgbClr r="0" g="0" b="0"/>
        </a:fontRef>
        <a:schemeClr val="bg1"/>
      </a:tcTxStyle>
      <a:tcStyle>
        <a:tcBdr/>
        <a:fillRef idx="1">
          <a:schemeClr val="accent5"/>
        </a:fillRef>
      </a:tcStyle>
    </a:firstRow>
  </a:tblStyle>
  <a:tblStyle styleId="{912C8C85-51F0-491E-9774-3900AFEF0FD7}" styleName="Light Style 2 - Accent 6">
    <a:wholeTbl>
      <a:tcTxStyle>
        <a:fontRef idx="minor">
          <a:scrgbClr r="0" g="0" b="0"/>
        </a:fontRef>
        <a:schemeClr val="tx1"/>
      </a:tcTxStyle>
      <a:tcStyle>
        <a:tcBdr>
          <a:left>
            <a:lnRef idx="1">
              <a:schemeClr val="accent6"/>
            </a:lnRef>
          </a:left>
          <a:right>
            <a:lnRef idx="1">
              <a:schemeClr val="accent6"/>
            </a:lnRef>
          </a:right>
          <a:top>
            <a:lnRef idx="1">
              <a:schemeClr val="accent6"/>
            </a:lnRef>
          </a:top>
          <a:bottom>
            <a:lnRef idx="1">
              <a:schemeClr val="accent6"/>
            </a:lnRef>
          </a:bottom>
          <a:insideH>
            <a:ln>
              <a:noFill/>
            </a:ln>
          </a:insideH>
          <a:insideV>
            <a:ln>
              <a:noFill/>
            </a:ln>
          </a:insideV>
        </a:tcBdr>
        <a:fill>
          <a:noFill/>
        </a:fill>
      </a:tcStyle>
    </a:wholeTbl>
    <a:band1H>
      <a:tcStyle>
        <a:tcBdr>
          <a:top>
            <a:lnRef idx="1">
              <a:schemeClr val="accent6"/>
            </a:lnRef>
          </a:top>
          <a:bottom>
            <a:lnRef idx="1">
              <a:schemeClr val="accent6"/>
            </a:lnRef>
          </a:bottom>
        </a:tcBdr>
      </a:tcStyle>
    </a:band1H>
    <a:band1V>
      <a:tcStyle>
        <a:tcBdr>
          <a:left>
            <a:lnRef idx="1">
              <a:schemeClr val="accent6"/>
            </a:lnRef>
          </a:left>
          <a:right>
            <a:lnRef idx="1">
              <a:schemeClr val="accent6"/>
            </a:lnRef>
          </a:right>
        </a:tcBdr>
      </a:tcStyle>
    </a:band1V>
    <a:band2V>
      <a:tcStyle>
        <a:tcBdr>
          <a:left>
            <a:lnRef idx="1">
              <a:schemeClr val="accent6"/>
            </a:lnRef>
          </a:left>
          <a:right>
            <a:lnRef idx="1">
              <a:schemeClr val="accent6"/>
            </a:lnRef>
          </a:right>
        </a:tcBdr>
      </a:tcStyle>
    </a:band2V>
    <a:lastCol>
      <a:tcTxStyle b="on"/>
      <a:tcStyle>
        <a:tcBdr/>
      </a:tcStyle>
    </a:lastCol>
    <a:firstCol>
      <a:tcTxStyle b="on"/>
      <a:tcStyle>
        <a:tcBdr/>
      </a:tcStyle>
    </a:firstCol>
    <a:lastRow>
      <a:tcTxStyle b="on"/>
      <a:tcStyle>
        <a:tcBdr>
          <a:top>
            <a:ln w="50800" cmpd="dbl">
              <a:solidFill>
                <a:schemeClr val="accent6"/>
              </a:solidFill>
            </a:ln>
          </a:top>
        </a:tcBdr>
      </a:tcStyle>
    </a:lastRow>
    <a:firstRow>
      <a:tcTxStyle b="on">
        <a:fontRef idx="minor">
          <a:scrgbClr r="0" g="0" b="0"/>
        </a:fontRef>
        <a:schemeClr val="bg1"/>
      </a:tcTxStyle>
      <a:tcStyle>
        <a:tcBdr/>
        <a:fillRef idx="1">
          <a:schemeClr val="accent6"/>
        </a:fillRef>
      </a:tcStyle>
    </a:firstRow>
  </a:tblStyle>
  <a:tblStyle styleId="{616DA210-FB5B-4158-B5E0-FEB733F419BA}" styleName="Light Style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 styleId="{5202B0CA-FC54-4496-8BCA-5EF66A818D29}" styleName="Dark Style 2">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dk1">
              <a:tint val="20000"/>
            </a:schemeClr>
          </a:solidFill>
        </a:fill>
      </a:tcStyle>
    </a:lastRow>
    <a:firstRow>
      <a:tcTxStyle b="on">
        <a:fontRef idx="minor">
          <a:scrgbClr r="0" g="0" b="0"/>
        </a:fontRef>
        <a:schemeClr val="lt1"/>
      </a:tcTxStyle>
      <a:tcStyle>
        <a:tcBdr/>
        <a:fill>
          <a:solidFill>
            <a:schemeClr val="dk1"/>
          </a:solidFill>
        </a:fill>
      </a:tcStyle>
    </a:firstRow>
  </a:tblStyle>
  <a:tblStyle styleId="{E8B1032C-EA38-4F05-BA0D-38AFFFC7BED3}" styleName="Light Style 3 - Accent 6">
    <a:wholeTbl>
      <a:tcTxStyle>
        <a:fontRef idx="minor">
          <a:scrgbClr r="0" g="0" b="0"/>
        </a:fontRef>
        <a:schemeClr val="tx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noFill/>
        </a:fill>
      </a:tcStyle>
    </a:wholeTbl>
    <a:band1H>
      <a:tcStyle>
        <a:tcBdr/>
        <a:fill>
          <a:solidFill>
            <a:schemeClr val="accent6">
              <a:alpha val="20000"/>
            </a:schemeClr>
          </a:solidFill>
        </a:fill>
      </a:tcStyle>
    </a:band1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noFill/>
        </a:fill>
      </a:tcStyle>
    </a:lastRow>
    <a:firstRow>
      <a:tcTxStyle b="on"/>
      <a:tcStyle>
        <a:tcBdr>
          <a:bottom>
            <a:ln w="25400" cmpd="sng">
              <a:solidFill>
                <a:schemeClr val="accent6"/>
              </a:solidFill>
            </a:ln>
          </a:bottom>
        </a:tcBdr>
        <a:fill>
          <a:noFill/>
        </a:fill>
      </a:tcStyle>
    </a:firstRow>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5423" autoAdjust="0"/>
    <p:restoredTop sz="96291"/>
  </p:normalViewPr>
  <p:slideViewPr>
    <p:cSldViewPr snapToGrid="0" snapToObjects="1">
      <p:cViewPr varScale="1">
        <p:scale>
          <a:sx n="111" d="100"/>
          <a:sy n="111" d="100"/>
        </p:scale>
        <p:origin x="1140" y="114"/>
      </p:cViewPr>
      <p:guideLst>
        <p:guide orient="horz" pos="572"/>
        <p:guide pos="372"/>
        <p:guide orient="horz" pos="709"/>
        <p:guide orient="horz" pos="3974"/>
        <p:guide pos="7311"/>
      </p:guideLst>
    </p:cSldViewPr>
  </p:slideViewPr>
  <p:outlineViewPr>
    <p:cViewPr>
      <p:scale>
        <a:sx n="33" d="100"/>
        <a:sy n="33" d="100"/>
      </p:scale>
      <p:origin x="0" y="0"/>
    </p:cViewPr>
  </p:outlineViewPr>
  <p:notesTextViewPr>
    <p:cViewPr>
      <p:scale>
        <a:sx n="3" d="2"/>
        <a:sy n="3" d="2"/>
      </p:scale>
      <p:origin x="0" y="0"/>
    </p:cViewPr>
  </p:notesTextViewPr>
  <p:sorterViewPr>
    <p:cViewPr>
      <p:scale>
        <a:sx n="66" d="100"/>
        <a:sy n="66" d="100"/>
      </p:scale>
      <p:origin x="0" y="0"/>
    </p:cViewPr>
  </p:sorterViewPr>
  <p:notesViewPr>
    <p:cSldViewPr snapToGrid="0" snapToObjects="1">
      <p:cViewPr varScale="1">
        <p:scale>
          <a:sx n="89" d="100"/>
          <a:sy n="89" d="100"/>
        </p:scale>
        <p:origin x="3124" y="76"/>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8.xml"/><Relationship Id="rId18" Type="http://schemas.openxmlformats.org/officeDocument/2006/relationships/slide" Target="slides/slide13.xml"/><Relationship Id="rId26" Type="http://schemas.openxmlformats.org/officeDocument/2006/relationships/slide" Target="slides/slide21.xml"/><Relationship Id="rId39" Type="http://schemas.openxmlformats.org/officeDocument/2006/relationships/slide" Target="slides/slide34.xml"/><Relationship Id="rId3" Type="http://schemas.openxmlformats.org/officeDocument/2006/relationships/slideMaster" Target="slideMasters/slideMaster3.xml"/><Relationship Id="rId21" Type="http://schemas.openxmlformats.org/officeDocument/2006/relationships/slide" Target="slides/slide16.xml"/><Relationship Id="rId34" Type="http://schemas.openxmlformats.org/officeDocument/2006/relationships/slide" Target="slides/slide29.xml"/><Relationship Id="rId42" Type="http://schemas.openxmlformats.org/officeDocument/2006/relationships/slide" Target="slides/slide37.xml"/><Relationship Id="rId47" Type="http://schemas.openxmlformats.org/officeDocument/2006/relationships/slide" Target="slides/slide42.xml"/><Relationship Id="rId50" Type="http://schemas.openxmlformats.org/officeDocument/2006/relationships/presProps" Target="presProps.xml"/><Relationship Id="rId7" Type="http://schemas.openxmlformats.org/officeDocument/2006/relationships/slide" Target="slides/slide2.xml"/><Relationship Id="rId12" Type="http://schemas.openxmlformats.org/officeDocument/2006/relationships/slide" Target="slides/slide7.xml"/><Relationship Id="rId17" Type="http://schemas.openxmlformats.org/officeDocument/2006/relationships/slide" Target="slides/slide12.xml"/><Relationship Id="rId25" Type="http://schemas.openxmlformats.org/officeDocument/2006/relationships/slide" Target="slides/slide20.xml"/><Relationship Id="rId33" Type="http://schemas.openxmlformats.org/officeDocument/2006/relationships/slide" Target="slides/slide28.xml"/><Relationship Id="rId38" Type="http://schemas.openxmlformats.org/officeDocument/2006/relationships/slide" Target="slides/slide33.xml"/><Relationship Id="rId46" Type="http://schemas.openxmlformats.org/officeDocument/2006/relationships/slide" Target="slides/slide41.xml"/><Relationship Id="rId2" Type="http://schemas.openxmlformats.org/officeDocument/2006/relationships/slideMaster" Target="slideMasters/slideMaster2.xml"/><Relationship Id="rId16" Type="http://schemas.openxmlformats.org/officeDocument/2006/relationships/slide" Target="slides/slide11.xml"/><Relationship Id="rId20" Type="http://schemas.openxmlformats.org/officeDocument/2006/relationships/slide" Target="slides/slide15.xml"/><Relationship Id="rId29" Type="http://schemas.openxmlformats.org/officeDocument/2006/relationships/slide" Target="slides/slide24.xml"/><Relationship Id="rId41" Type="http://schemas.openxmlformats.org/officeDocument/2006/relationships/slide" Target="slides/slide36.xml"/><Relationship Id="rId1" Type="http://schemas.openxmlformats.org/officeDocument/2006/relationships/slideMaster" Target="slideMasters/slideMaster1.xml"/><Relationship Id="rId6" Type="http://schemas.openxmlformats.org/officeDocument/2006/relationships/slide" Target="slides/slide1.xml"/><Relationship Id="rId11" Type="http://schemas.openxmlformats.org/officeDocument/2006/relationships/slide" Target="slides/slide6.xml"/><Relationship Id="rId24" Type="http://schemas.openxmlformats.org/officeDocument/2006/relationships/slide" Target="slides/slide19.xml"/><Relationship Id="rId32" Type="http://schemas.openxmlformats.org/officeDocument/2006/relationships/slide" Target="slides/slide27.xml"/><Relationship Id="rId37" Type="http://schemas.openxmlformats.org/officeDocument/2006/relationships/slide" Target="slides/slide32.xml"/><Relationship Id="rId40" Type="http://schemas.openxmlformats.org/officeDocument/2006/relationships/slide" Target="slides/slide35.xml"/><Relationship Id="rId45" Type="http://schemas.openxmlformats.org/officeDocument/2006/relationships/slide" Target="slides/slide40.xml"/><Relationship Id="rId53" Type="http://schemas.openxmlformats.org/officeDocument/2006/relationships/tableStyles" Target="tableStyles.xml"/><Relationship Id="rId5" Type="http://schemas.openxmlformats.org/officeDocument/2006/relationships/slideMaster" Target="slideMasters/slideMaster5.xml"/><Relationship Id="rId15" Type="http://schemas.openxmlformats.org/officeDocument/2006/relationships/slide" Target="slides/slide10.xml"/><Relationship Id="rId23" Type="http://schemas.openxmlformats.org/officeDocument/2006/relationships/slide" Target="slides/slide18.xml"/><Relationship Id="rId28" Type="http://schemas.openxmlformats.org/officeDocument/2006/relationships/slide" Target="slides/slide23.xml"/><Relationship Id="rId36" Type="http://schemas.openxmlformats.org/officeDocument/2006/relationships/slide" Target="slides/slide31.xml"/><Relationship Id="rId49" Type="http://schemas.openxmlformats.org/officeDocument/2006/relationships/handoutMaster" Target="handoutMasters/handoutMaster1.xml"/><Relationship Id="rId10" Type="http://schemas.openxmlformats.org/officeDocument/2006/relationships/slide" Target="slides/slide5.xml"/><Relationship Id="rId19" Type="http://schemas.openxmlformats.org/officeDocument/2006/relationships/slide" Target="slides/slide14.xml"/><Relationship Id="rId31" Type="http://schemas.openxmlformats.org/officeDocument/2006/relationships/slide" Target="slides/slide26.xml"/><Relationship Id="rId44" Type="http://schemas.openxmlformats.org/officeDocument/2006/relationships/slide" Target="slides/slide39.xml"/><Relationship Id="rId52" Type="http://schemas.openxmlformats.org/officeDocument/2006/relationships/theme" Target="theme/theme1.xml"/><Relationship Id="rId4" Type="http://schemas.openxmlformats.org/officeDocument/2006/relationships/slideMaster" Target="slideMasters/slideMaster4.xml"/><Relationship Id="rId9" Type="http://schemas.openxmlformats.org/officeDocument/2006/relationships/slide" Target="slides/slide4.xml"/><Relationship Id="rId14" Type="http://schemas.openxmlformats.org/officeDocument/2006/relationships/slide" Target="slides/slide9.xml"/><Relationship Id="rId22" Type="http://schemas.openxmlformats.org/officeDocument/2006/relationships/slide" Target="slides/slide17.xml"/><Relationship Id="rId27" Type="http://schemas.openxmlformats.org/officeDocument/2006/relationships/slide" Target="slides/slide22.xml"/><Relationship Id="rId30" Type="http://schemas.openxmlformats.org/officeDocument/2006/relationships/slide" Target="slides/slide25.xml"/><Relationship Id="rId35" Type="http://schemas.openxmlformats.org/officeDocument/2006/relationships/slide" Target="slides/slide30.xml"/><Relationship Id="rId43" Type="http://schemas.openxmlformats.org/officeDocument/2006/relationships/slide" Target="slides/slide38.xml"/><Relationship Id="rId48" Type="http://schemas.openxmlformats.org/officeDocument/2006/relationships/notesMaster" Target="notesMasters/notesMaster1.xml"/><Relationship Id="rId8" Type="http://schemas.openxmlformats.org/officeDocument/2006/relationships/slide" Target="slides/slide3.xml"/><Relationship Id="rId51" Type="http://schemas.openxmlformats.org/officeDocument/2006/relationships/viewProps" Target="view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7.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8CC198DB-AFBD-584A-8986-364FF2B03F46}"/>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AD01315C-523F-A043-8029-B9921497126E}"/>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E8CF71B8-DF2A-2E41-BE66-2E18A767DA8A}" type="datetimeFigureOut">
              <a:rPr lang="en-US" smtClean="0"/>
              <a:t>12/3/2024</a:t>
            </a:fld>
            <a:endParaRPr lang="en-US"/>
          </a:p>
        </p:txBody>
      </p:sp>
      <p:sp>
        <p:nvSpPr>
          <p:cNvPr id="4" name="Footer Placeholder 3">
            <a:extLst>
              <a:ext uri="{FF2B5EF4-FFF2-40B4-BE49-F238E27FC236}">
                <a16:creationId xmlns:a16="http://schemas.microsoft.com/office/drawing/2014/main" id="{B9601424-70F4-1643-8E3A-557A0258D6B6}"/>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E85BF48A-FF5C-8145-95A7-EE66A87C73DF}"/>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A35F0CC5-85BE-A64A-BD47-54C66F7E93E3}" type="slidenum">
              <a:rPr lang="en-US" smtClean="0"/>
              <a:t>‹#›</a:t>
            </a:fld>
            <a:endParaRPr lang="en-US"/>
          </a:p>
        </p:txBody>
      </p:sp>
    </p:spTree>
    <p:extLst>
      <p:ext uri="{BB962C8B-B14F-4D97-AF65-F5344CB8AC3E}">
        <p14:creationId xmlns:p14="http://schemas.microsoft.com/office/powerpoint/2010/main" val="4019095299"/>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6.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DD60A27-BF12-6744-9E93-932A0E34D8BB}" type="datetimeFigureOut">
              <a:rPr lang="en-US" smtClean="0"/>
              <a:t>12/3/2024</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07326F3-4732-B74B-9C70-D0992466E499}" type="slidenum">
              <a:rPr lang="en-US" smtClean="0"/>
              <a:t>‹#›</a:t>
            </a:fld>
            <a:endParaRPr lang="en-US"/>
          </a:p>
        </p:txBody>
      </p:sp>
    </p:spTree>
    <p:extLst>
      <p:ext uri="{BB962C8B-B14F-4D97-AF65-F5344CB8AC3E}">
        <p14:creationId xmlns:p14="http://schemas.microsoft.com/office/powerpoint/2010/main" val="744632111"/>
      </p:ext>
    </p:extLst>
  </p:cSld>
  <p:clrMap bg1="lt1" tx1="dk1" bg2="lt2" tx2="dk2" accent1="accent1" accent2="accent2" accent3="accent3" accent4="accent4" accent5="accent5" accent6="accent6" hlink="hlink" folHlink="folHlink"/>
  <p:notesStyle>
    <a:lvl1pPr marL="0" algn="l" defTabSz="1219304" rtl="0" eaLnBrk="1" latinLnBrk="0" hangingPunct="1">
      <a:defRPr sz="1600" kern="1200">
        <a:solidFill>
          <a:schemeClr val="tx1"/>
        </a:solidFill>
        <a:latin typeface="+mn-lt"/>
        <a:ea typeface="+mn-ea"/>
        <a:cs typeface="+mn-cs"/>
      </a:defRPr>
    </a:lvl1pPr>
    <a:lvl2pPr marL="609651" algn="l" defTabSz="1219304" rtl="0" eaLnBrk="1" latinLnBrk="0" hangingPunct="1">
      <a:defRPr sz="1600" kern="1200">
        <a:solidFill>
          <a:schemeClr val="tx1"/>
        </a:solidFill>
        <a:latin typeface="+mn-lt"/>
        <a:ea typeface="+mn-ea"/>
        <a:cs typeface="+mn-cs"/>
      </a:defRPr>
    </a:lvl2pPr>
    <a:lvl3pPr marL="1219304" algn="l" defTabSz="1219304" rtl="0" eaLnBrk="1" latinLnBrk="0" hangingPunct="1">
      <a:defRPr sz="1600" kern="1200">
        <a:solidFill>
          <a:schemeClr val="tx1"/>
        </a:solidFill>
        <a:latin typeface="+mn-lt"/>
        <a:ea typeface="+mn-ea"/>
        <a:cs typeface="+mn-cs"/>
      </a:defRPr>
    </a:lvl3pPr>
    <a:lvl4pPr marL="1828957" algn="l" defTabSz="1219304" rtl="0" eaLnBrk="1" latinLnBrk="0" hangingPunct="1">
      <a:defRPr sz="1600" kern="1200">
        <a:solidFill>
          <a:schemeClr val="tx1"/>
        </a:solidFill>
        <a:latin typeface="+mn-lt"/>
        <a:ea typeface="+mn-ea"/>
        <a:cs typeface="+mn-cs"/>
      </a:defRPr>
    </a:lvl4pPr>
    <a:lvl5pPr marL="2438609" algn="l" defTabSz="1219304" rtl="0" eaLnBrk="1" latinLnBrk="0" hangingPunct="1">
      <a:defRPr sz="1600" kern="1200">
        <a:solidFill>
          <a:schemeClr val="tx1"/>
        </a:solidFill>
        <a:latin typeface="+mn-lt"/>
        <a:ea typeface="+mn-ea"/>
        <a:cs typeface="+mn-cs"/>
      </a:defRPr>
    </a:lvl5pPr>
    <a:lvl6pPr marL="3048261" algn="l" defTabSz="1219304" rtl="0" eaLnBrk="1" latinLnBrk="0" hangingPunct="1">
      <a:defRPr sz="1600" kern="1200">
        <a:solidFill>
          <a:schemeClr val="tx1"/>
        </a:solidFill>
        <a:latin typeface="+mn-lt"/>
        <a:ea typeface="+mn-ea"/>
        <a:cs typeface="+mn-cs"/>
      </a:defRPr>
    </a:lvl6pPr>
    <a:lvl7pPr marL="3657913" algn="l" defTabSz="1219304" rtl="0" eaLnBrk="1" latinLnBrk="0" hangingPunct="1">
      <a:defRPr sz="1600" kern="1200">
        <a:solidFill>
          <a:schemeClr val="tx1"/>
        </a:solidFill>
        <a:latin typeface="+mn-lt"/>
        <a:ea typeface="+mn-ea"/>
        <a:cs typeface="+mn-cs"/>
      </a:defRPr>
    </a:lvl7pPr>
    <a:lvl8pPr marL="4267566" algn="l" defTabSz="1219304" rtl="0" eaLnBrk="1" latinLnBrk="0" hangingPunct="1">
      <a:defRPr sz="1600" kern="1200">
        <a:solidFill>
          <a:schemeClr val="tx1"/>
        </a:solidFill>
        <a:latin typeface="+mn-lt"/>
        <a:ea typeface="+mn-ea"/>
        <a:cs typeface="+mn-cs"/>
      </a:defRPr>
    </a:lvl8pPr>
    <a:lvl9pPr marL="4877219" algn="l" defTabSz="1219304" rtl="0" eaLnBrk="1" latinLnBrk="0" hangingPunct="1">
      <a:defRPr sz="16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07326F3-4732-B74B-9C70-D0992466E499}" type="slidenum">
              <a:rPr lang="en-US" smtClean="0"/>
              <a:t>1</a:t>
            </a:fld>
            <a:endParaRPr lang="en-US"/>
          </a:p>
        </p:txBody>
      </p:sp>
    </p:spTree>
    <p:extLst>
      <p:ext uri="{BB962C8B-B14F-4D97-AF65-F5344CB8AC3E}">
        <p14:creationId xmlns:p14="http://schemas.microsoft.com/office/powerpoint/2010/main" val="395410637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07326F3-4732-B74B-9C70-D0992466E499}" type="slidenum">
              <a:rPr lang="en-US" smtClean="0"/>
              <a:t>42</a:t>
            </a:fld>
            <a:endParaRPr lang="en-US"/>
          </a:p>
        </p:txBody>
      </p:sp>
    </p:spTree>
    <p:extLst>
      <p:ext uri="{BB962C8B-B14F-4D97-AF65-F5344CB8AC3E}">
        <p14:creationId xmlns:p14="http://schemas.microsoft.com/office/powerpoint/2010/main" val="1311845622"/>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4.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1_攀登">
    <p:bg>
      <p:bgPr>
        <a:solidFill>
          <a:srgbClr val="FFFFFF"/>
        </a:solidFill>
        <a:effectLst/>
      </p:bgPr>
    </p:bg>
    <p:spTree>
      <p:nvGrpSpPr>
        <p:cNvPr id="1" name=""/>
        <p:cNvGrpSpPr/>
        <p:nvPr/>
      </p:nvGrpSpPr>
      <p:grpSpPr>
        <a:xfrm>
          <a:off x="0" y="0"/>
          <a:ext cx="0" cy="0"/>
          <a:chOff x="0" y="0"/>
          <a:chExt cx="0" cy="0"/>
        </a:xfrm>
      </p:grpSpPr>
      <p:pic>
        <p:nvPicPr>
          <p:cNvPr id="3" name="图片 2">
            <a:extLst>
              <a:ext uri="{FF2B5EF4-FFF2-40B4-BE49-F238E27FC236}">
                <a16:creationId xmlns:a16="http://schemas.microsoft.com/office/drawing/2014/main" id="{6BB5F381-98AB-4934-A504-21ACFACA4F19}"/>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2381" y="0"/>
            <a:ext cx="12192000" cy="6858000"/>
          </a:xfrm>
          <a:prstGeom prst="rect">
            <a:avLst/>
          </a:prstGeom>
        </p:spPr>
      </p:pic>
      <p:pic>
        <p:nvPicPr>
          <p:cNvPr id="7" name="图片 6"/>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666077" y="562718"/>
            <a:ext cx="1069222" cy="1025944"/>
          </a:xfrm>
          <a:prstGeom prst="rect">
            <a:avLst/>
          </a:prstGeom>
        </p:spPr>
      </p:pic>
      <p:pic>
        <p:nvPicPr>
          <p:cNvPr id="10" name="图片 9"/>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666077" y="562718"/>
            <a:ext cx="1067473" cy="1026710"/>
          </a:xfrm>
          <a:prstGeom prst="rect">
            <a:avLst/>
          </a:prstGeom>
          <a:noFill/>
          <a:ln>
            <a:noFill/>
          </a:ln>
        </p:spPr>
      </p:pic>
      <p:sp>
        <p:nvSpPr>
          <p:cNvPr id="5" name="Title 1">
            <a:extLst>
              <a:ext uri="{FF2B5EF4-FFF2-40B4-BE49-F238E27FC236}">
                <a16:creationId xmlns:a16="http://schemas.microsoft.com/office/drawing/2014/main" id="{8227DEE9-8BE9-0D49-BF96-9E83C5312E00}"/>
              </a:ext>
            </a:extLst>
          </p:cNvPr>
          <p:cNvSpPr>
            <a:spLocks noGrp="1"/>
          </p:cNvSpPr>
          <p:nvPr>
            <p:ph type="ctrTitle" hasCustomPrompt="1"/>
          </p:nvPr>
        </p:nvSpPr>
        <p:spPr>
          <a:xfrm>
            <a:off x="666077" y="2738745"/>
            <a:ext cx="6559809" cy="690255"/>
          </a:xfrm>
          <a:prstGeom prst="rect">
            <a:avLst/>
          </a:prstGeom>
          <a:ln>
            <a:noFill/>
            <a:prstDash val="dash"/>
          </a:ln>
        </p:spPr>
        <p:txBody>
          <a:bodyPr lIns="0" tIns="0" rIns="0" bIns="0" anchor="t">
            <a:normAutofit/>
          </a:bodyPr>
          <a:lstStyle>
            <a:lvl1pPr algn="l">
              <a:lnSpc>
                <a:spcPct val="100000"/>
              </a:lnSpc>
              <a:defRPr sz="4800" b="0" i="0">
                <a:solidFill>
                  <a:schemeClr val="tx1"/>
                </a:solidFill>
                <a:latin typeface="Microsoft YaHei" panose="020B0503020204020204" pitchFamily="34" charset="-122"/>
                <a:ea typeface="Microsoft YaHei" panose="020B0503020204020204" pitchFamily="34" charset="-122"/>
              </a:defRPr>
            </a:lvl1pPr>
          </a:lstStyle>
          <a:p>
            <a:r>
              <a:rPr lang="zh-CN" altLang="en-US" dirty="0"/>
              <a:t>单击此处添加标题</a:t>
            </a:r>
            <a:endParaRPr lang="en-US" dirty="0"/>
          </a:p>
        </p:txBody>
      </p:sp>
    </p:spTree>
    <p:extLst>
      <p:ext uri="{BB962C8B-B14F-4D97-AF65-F5344CB8AC3E}">
        <p14:creationId xmlns:p14="http://schemas.microsoft.com/office/powerpoint/2010/main" val="1757562615"/>
      </p:ext>
    </p:extLst>
  </p:cSld>
  <p:clrMapOvr>
    <a:masterClrMapping/>
  </p:clrMapOvr>
  <p:extLst>
    <p:ext uri="{DCECCB84-F9BA-43D5-87BE-67443E8EF086}">
      <p15:sldGuideLst xmlns:p15="http://schemas.microsoft.com/office/powerpoint/2012/main">
        <p15:guide id="1" orient="horz" pos="3414">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userDrawn="1">
  <p:cSld name="目录页">
    <p:bg>
      <p:bgPr>
        <a:solidFill>
          <a:srgbClr val="EBEBEB"/>
        </a:solidFill>
        <a:effectLst/>
      </p:bgPr>
    </p:bg>
    <p:spTree>
      <p:nvGrpSpPr>
        <p:cNvPr id="1" name=""/>
        <p:cNvGrpSpPr/>
        <p:nvPr/>
      </p:nvGrpSpPr>
      <p:grpSpPr>
        <a:xfrm>
          <a:off x="0" y="0"/>
          <a:ext cx="0" cy="0"/>
          <a:chOff x="0" y="0"/>
          <a:chExt cx="0" cy="0"/>
        </a:xfrm>
      </p:grpSpPr>
      <p:sp>
        <p:nvSpPr>
          <p:cNvPr id="3" name="矩形 2">
            <a:extLst>
              <a:ext uri="{FF2B5EF4-FFF2-40B4-BE49-F238E27FC236}">
                <a16:creationId xmlns:a16="http://schemas.microsoft.com/office/drawing/2014/main" id="{F8F253EC-E992-90CA-66A0-0C07F09DFCCE}"/>
              </a:ext>
            </a:extLst>
          </p:cNvPr>
          <p:cNvSpPr/>
          <p:nvPr userDrawn="1"/>
        </p:nvSpPr>
        <p:spPr>
          <a:xfrm>
            <a:off x="0" y="0"/>
            <a:ext cx="12196763"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CN" altLang="en-US">
              <a:latin typeface="Arial" panose="020B0604020202020204" pitchFamily="34" charset="0"/>
              <a:cs typeface="Arial" panose="020B0604020202020204" pitchFamily="34" charset="0"/>
            </a:endParaRPr>
          </a:p>
        </p:txBody>
      </p:sp>
      <p:sp>
        <p:nvSpPr>
          <p:cNvPr id="4" name="文本框 3">
            <a:extLst>
              <a:ext uri="{FF2B5EF4-FFF2-40B4-BE49-F238E27FC236}">
                <a16:creationId xmlns:a16="http://schemas.microsoft.com/office/drawing/2014/main" id="{C8514F1A-C559-F4B2-5B39-6C21732C8287}"/>
              </a:ext>
            </a:extLst>
          </p:cNvPr>
          <p:cNvSpPr txBox="1"/>
          <p:nvPr userDrawn="1"/>
        </p:nvSpPr>
        <p:spPr>
          <a:xfrm>
            <a:off x="3048000" y="6407378"/>
            <a:ext cx="6100762" cy="230832"/>
          </a:xfrm>
          <a:prstGeom prst="rect">
            <a:avLst/>
          </a:prstGeom>
          <a:noFill/>
        </p:spPr>
        <p:txBody>
          <a:bodyPr wrap="square">
            <a:spAutoFit/>
          </a:bodyPr>
          <a:lstStyle/>
          <a:p>
            <a:pPr algn="ctr" defTabSz="822960">
              <a:defRPr sz="800">
                <a:latin typeface="Verdana"/>
                <a:ea typeface="Verdana"/>
                <a:cs typeface="Verdana"/>
                <a:sym typeface="Verdana"/>
              </a:defRPr>
            </a:pPr>
            <a:r>
              <a:rPr lang="zh-CN" altLang="en-US" sz="900" dirty="0">
                <a:latin typeface="Arial" panose="020B0604020202020204" pitchFamily="34" charset="0"/>
                <a:ea typeface="微软雅黑" panose="020B0503020204020204" pitchFamily="34" charset="-122"/>
                <a:cs typeface="Arial" panose="020B0604020202020204" pitchFamily="34" charset="0"/>
              </a:rPr>
              <a:t>哈尔滨工业大学软件学院 </a:t>
            </a:r>
            <a:r>
              <a:rPr lang="en-US" altLang="zh-CN" sz="900" dirty="0">
                <a:latin typeface="Arial" panose="020B0604020202020204" pitchFamily="34" charset="0"/>
                <a:ea typeface="微软雅黑" panose="020B0503020204020204" pitchFamily="34" charset="-122"/>
                <a:cs typeface="Arial" panose="020B0604020202020204" pitchFamily="34" charset="0"/>
              </a:rPr>
              <a:t>®</a:t>
            </a:r>
          </a:p>
        </p:txBody>
      </p:sp>
      <p:sp>
        <p:nvSpPr>
          <p:cNvPr id="2" name="矩形 1">
            <a:extLst>
              <a:ext uri="{FF2B5EF4-FFF2-40B4-BE49-F238E27FC236}">
                <a16:creationId xmlns:a16="http://schemas.microsoft.com/office/drawing/2014/main" id="{43F3CBD6-EDB9-1B8D-A051-A76DB7C6A6B7}"/>
              </a:ext>
            </a:extLst>
          </p:cNvPr>
          <p:cNvSpPr/>
          <p:nvPr userDrawn="1"/>
        </p:nvSpPr>
        <p:spPr>
          <a:xfrm>
            <a:off x="0" y="0"/>
            <a:ext cx="2590800" cy="453957"/>
          </a:xfrm>
          <a:prstGeom prst="rect">
            <a:avLst/>
          </a:prstGeom>
          <a:gradFill>
            <a:gsLst>
              <a:gs pos="0">
                <a:schemeClr val="bg1">
                  <a:lumMod val="20000"/>
                  <a:lumOff val="80000"/>
                </a:schemeClr>
              </a:gs>
              <a:gs pos="100000">
                <a:schemeClr val="bg1">
                  <a:lumMod val="20000"/>
                  <a:lumOff val="80000"/>
                  <a:alpha val="0"/>
                </a:schemeClr>
              </a:gs>
            </a:gsLst>
            <a:lin ang="0" scaled="0"/>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latin typeface="Arial" panose="020B0604020202020204" pitchFamily="34" charset="0"/>
              <a:ea typeface="微软雅黑" panose="020B0503020204020204" pitchFamily="34" charset="-122"/>
              <a:cs typeface="Arial" panose="020B0604020202020204" pitchFamily="34" charset="0"/>
            </a:endParaRPr>
          </a:p>
        </p:txBody>
      </p:sp>
      <p:sp>
        <p:nvSpPr>
          <p:cNvPr id="5" name="矩形 4">
            <a:extLst>
              <a:ext uri="{FF2B5EF4-FFF2-40B4-BE49-F238E27FC236}">
                <a16:creationId xmlns:a16="http://schemas.microsoft.com/office/drawing/2014/main" id="{F4D89F75-E7E2-0ECC-B8CB-3A67226DBA6C}"/>
              </a:ext>
            </a:extLst>
          </p:cNvPr>
          <p:cNvSpPr/>
          <p:nvPr userDrawn="1"/>
        </p:nvSpPr>
        <p:spPr>
          <a:xfrm flipH="1">
            <a:off x="9605963" y="0"/>
            <a:ext cx="2590800" cy="453957"/>
          </a:xfrm>
          <a:prstGeom prst="rect">
            <a:avLst/>
          </a:prstGeom>
          <a:gradFill>
            <a:gsLst>
              <a:gs pos="0">
                <a:schemeClr val="bg1">
                  <a:lumMod val="20000"/>
                  <a:lumOff val="80000"/>
                </a:schemeClr>
              </a:gs>
              <a:gs pos="100000">
                <a:schemeClr val="bg1">
                  <a:lumMod val="20000"/>
                  <a:lumOff val="80000"/>
                  <a:alpha val="0"/>
                </a:schemeClr>
              </a:gs>
            </a:gsLst>
            <a:lin ang="0" scaled="0"/>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latin typeface="Arial" panose="020B0604020202020204" pitchFamily="34" charset="0"/>
              <a:ea typeface="微软雅黑" panose="020B0503020204020204" pitchFamily="34" charset="-122"/>
              <a:cs typeface="Arial" panose="020B0604020202020204" pitchFamily="34" charset="0"/>
            </a:endParaRPr>
          </a:p>
        </p:txBody>
      </p:sp>
      <p:sp>
        <p:nvSpPr>
          <p:cNvPr id="6" name="TextBox 1">
            <a:extLst>
              <a:ext uri="{FF2B5EF4-FFF2-40B4-BE49-F238E27FC236}">
                <a16:creationId xmlns:a16="http://schemas.microsoft.com/office/drawing/2014/main" id="{DC9185F3-5FA6-8561-8A1F-EBA859609B6C}"/>
              </a:ext>
            </a:extLst>
          </p:cNvPr>
          <p:cNvSpPr txBox="1"/>
          <p:nvPr userDrawn="1"/>
        </p:nvSpPr>
        <p:spPr>
          <a:xfrm>
            <a:off x="150514" y="61942"/>
            <a:ext cx="2040156" cy="330072"/>
          </a:xfrm>
          <a:prstGeom prst="rect">
            <a:avLst/>
          </a:prstGeom>
          <a:noFill/>
        </p:spPr>
        <p:txBody>
          <a:bodyPr wrap="none" lIns="72000" tIns="72000" rIns="72000" bIns="72000" rtlCol="0">
            <a:spAutoFit/>
          </a:bodyPr>
          <a:lstStyle/>
          <a:p>
            <a:pPr defTabSz="914400"/>
            <a:r>
              <a:rPr lang="en-US" altLang="zh-CN" sz="1200" dirty="0">
                <a:solidFill>
                  <a:prstClr val="black"/>
                </a:solidFill>
                <a:latin typeface="Arial" panose="020B0604020202020204" pitchFamily="34" charset="0"/>
                <a:ea typeface="微软雅黑" panose="020B0503020204020204" pitchFamily="34" charset="-122"/>
                <a:cs typeface="Arial" panose="020B0604020202020204" pitchFamily="34" charset="0"/>
              </a:rPr>
              <a:t>6 Ascend C</a:t>
            </a:r>
            <a:r>
              <a:rPr lang="zh-CN" altLang="en-US" sz="1200" dirty="0">
                <a:solidFill>
                  <a:prstClr val="black"/>
                </a:solidFill>
                <a:latin typeface="Arial" panose="020B0604020202020204" pitchFamily="34" charset="0"/>
                <a:ea typeface="微软雅黑" panose="020B0503020204020204" pitchFamily="34" charset="-122"/>
                <a:cs typeface="Arial" panose="020B0604020202020204" pitchFamily="34" charset="0"/>
              </a:rPr>
              <a:t>大模型算子优化</a:t>
            </a:r>
          </a:p>
        </p:txBody>
      </p:sp>
      <p:sp>
        <p:nvSpPr>
          <p:cNvPr id="7" name="TextBox 1">
            <a:extLst>
              <a:ext uri="{FF2B5EF4-FFF2-40B4-BE49-F238E27FC236}">
                <a16:creationId xmlns:a16="http://schemas.microsoft.com/office/drawing/2014/main" id="{120A125F-1FB9-6068-F37E-25A0FB03953F}"/>
              </a:ext>
            </a:extLst>
          </p:cNvPr>
          <p:cNvSpPr txBox="1"/>
          <p:nvPr userDrawn="1"/>
        </p:nvSpPr>
        <p:spPr>
          <a:xfrm>
            <a:off x="9982094" y="61942"/>
            <a:ext cx="2059392" cy="330072"/>
          </a:xfrm>
          <a:prstGeom prst="rect">
            <a:avLst/>
          </a:prstGeom>
          <a:noFill/>
        </p:spPr>
        <p:txBody>
          <a:bodyPr wrap="none" lIns="72000" tIns="72000" rIns="72000" bIns="72000" rtlCol="0">
            <a:spAutoFit/>
          </a:bodyPr>
          <a:lstStyle/>
          <a:p>
            <a:pPr defTabSz="914400"/>
            <a:r>
              <a:rPr lang="en-US" altLang="zh-CN" sz="1200" dirty="0">
                <a:solidFill>
                  <a:prstClr val="black"/>
                </a:solidFill>
                <a:latin typeface="Arial" panose="020B0604020202020204" pitchFamily="34" charset="0"/>
                <a:ea typeface="微软雅黑" panose="020B0503020204020204" pitchFamily="34" charset="-122"/>
                <a:cs typeface="Arial" panose="020B0604020202020204" pitchFamily="34" charset="0"/>
              </a:rPr>
              <a:t>Ascend C</a:t>
            </a:r>
            <a:r>
              <a:rPr lang="zh-CN" altLang="en-US" sz="1200" dirty="0">
                <a:solidFill>
                  <a:prstClr val="black"/>
                </a:solidFill>
                <a:latin typeface="Arial" panose="020B0604020202020204" pitchFamily="34" charset="0"/>
                <a:ea typeface="微软雅黑" panose="020B0503020204020204" pitchFamily="34" charset="-122"/>
                <a:cs typeface="Arial" panose="020B0604020202020204" pitchFamily="34" charset="0"/>
              </a:rPr>
              <a:t>异构并行程序设计</a:t>
            </a:r>
          </a:p>
        </p:txBody>
      </p:sp>
    </p:spTree>
    <p:extLst>
      <p:ext uri="{BB962C8B-B14F-4D97-AF65-F5344CB8AC3E}">
        <p14:creationId xmlns:p14="http://schemas.microsoft.com/office/powerpoint/2010/main" val="1684229804"/>
      </p:ext>
    </p:extLst>
  </p:cSld>
  <p:clrMapOvr>
    <a:masterClrMapping/>
  </p:clrMapOvr>
  <p:extLst>
    <p:ext uri="{DCECCB84-F9BA-43D5-87BE-67443E8EF086}">
      <p15:sldGuideLst xmlns:p15="http://schemas.microsoft.com/office/powerpoint/2012/main"/>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userDrawn="1">
  <p:cSld name="章节页">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D2A38214-5857-FC4E-B923-056100E16BCA}"/>
              </a:ext>
            </a:extLst>
          </p:cNvPr>
          <p:cNvSpPr>
            <a:spLocks noGrp="1"/>
          </p:cNvSpPr>
          <p:nvPr>
            <p:ph type="subTitle" idx="1" hasCustomPrompt="1"/>
          </p:nvPr>
        </p:nvSpPr>
        <p:spPr>
          <a:xfrm>
            <a:off x="729175" y="456134"/>
            <a:ext cx="10740640" cy="993400"/>
          </a:xfrm>
          <a:prstGeom prst="rect">
            <a:avLst/>
          </a:prstGeom>
        </p:spPr>
        <p:txBody>
          <a:bodyPr lIns="0" tIns="0" rIns="0" bIns="0" anchor="t">
            <a:normAutofit/>
          </a:bodyPr>
          <a:lstStyle>
            <a:lvl1pPr marL="0" indent="0" algn="l">
              <a:lnSpc>
                <a:spcPts val="3430"/>
              </a:lnSpc>
              <a:spcBef>
                <a:spcPts val="0"/>
              </a:spcBef>
              <a:buNone/>
              <a:defRPr sz="3200" baseline="0">
                <a:solidFill>
                  <a:schemeClr val="tx1"/>
                </a:solidFill>
                <a:latin typeface="Microsoft YaHei" panose="020B0503020204020204" pitchFamily="34" charset="-122"/>
                <a:ea typeface="Microsoft YaHei" panose="020B0503020204020204" pitchFamily="34" charset="-122"/>
              </a:defRPr>
            </a:lvl1pPr>
            <a:lvl2pPr marL="593900" indent="0" algn="ctr">
              <a:buNone/>
              <a:defRPr sz="2598"/>
            </a:lvl2pPr>
            <a:lvl3pPr marL="1187798" indent="0" algn="ctr">
              <a:buNone/>
              <a:defRPr sz="2338"/>
            </a:lvl3pPr>
            <a:lvl4pPr marL="1781699" indent="0" algn="ctr">
              <a:buNone/>
              <a:defRPr sz="2079"/>
            </a:lvl4pPr>
            <a:lvl5pPr marL="2375598" indent="0" algn="ctr">
              <a:buNone/>
              <a:defRPr sz="2079"/>
            </a:lvl5pPr>
            <a:lvl6pPr marL="2969497" indent="0" algn="ctr">
              <a:buNone/>
              <a:defRPr sz="2079"/>
            </a:lvl6pPr>
            <a:lvl7pPr marL="3563396" indent="0" algn="ctr">
              <a:buNone/>
              <a:defRPr sz="2079"/>
            </a:lvl7pPr>
            <a:lvl8pPr marL="4157297" indent="0" algn="ctr">
              <a:buNone/>
              <a:defRPr sz="2079"/>
            </a:lvl8pPr>
            <a:lvl9pPr marL="4751195" indent="0" algn="ctr">
              <a:buNone/>
              <a:defRPr sz="2079"/>
            </a:lvl9pPr>
          </a:lstStyle>
          <a:p>
            <a:r>
              <a:rPr lang="zh-CN" altLang="en-US" dirty="0"/>
              <a:t>单击此处添加标题</a:t>
            </a:r>
            <a:endParaRPr lang="en-US" dirty="0"/>
          </a:p>
        </p:txBody>
      </p:sp>
      <p:sp>
        <p:nvSpPr>
          <p:cNvPr id="5" name="Content Placeholder 2">
            <a:extLst>
              <a:ext uri="{FF2B5EF4-FFF2-40B4-BE49-F238E27FC236}">
                <a16:creationId xmlns:a16="http://schemas.microsoft.com/office/drawing/2014/main" id="{CA8B3F0C-616F-224A-B32F-9F9BF5EEE1BC}"/>
              </a:ext>
            </a:extLst>
          </p:cNvPr>
          <p:cNvSpPr>
            <a:spLocks noGrp="1"/>
          </p:cNvSpPr>
          <p:nvPr>
            <p:ph idx="12" hasCustomPrompt="1"/>
          </p:nvPr>
        </p:nvSpPr>
        <p:spPr>
          <a:xfrm>
            <a:off x="726021" y="1512875"/>
            <a:ext cx="10733557" cy="4690459"/>
          </a:xfrm>
          <a:prstGeom prst="rect">
            <a:avLst/>
          </a:prstGeom>
        </p:spPr>
        <p:txBody>
          <a:bodyPr lIns="0" tIns="0" rIns="0" bIns="0"/>
          <a:lstStyle>
            <a:lvl1pPr marL="179388" marR="0" indent="-168275" algn="l" defTabSz="1187798" rtl="0" eaLnBrk="1" fontAlgn="auto" latinLnBrk="0" hangingPunct="1">
              <a:lnSpc>
                <a:spcPct val="100000"/>
              </a:lnSpc>
              <a:spcBef>
                <a:spcPts val="0"/>
              </a:spcBef>
              <a:spcAft>
                <a:spcPts val="600"/>
              </a:spcAft>
              <a:buClr>
                <a:srgbClr val="000000"/>
              </a:buClr>
              <a:buSzTx/>
              <a:buFont typeface="Arial" panose="020B0604020202020204" pitchFamily="34" charset="0"/>
              <a:buChar char="•"/>
              <a:tabLst>
                <a:tab pos="1208088" algn="ctr"/>
              </a:tabLst>
              <a:defRPr sz="1800" baseline="0">
                <a:solidFill>
                  <a:schemeClr val="tx1"/>
                </a:solidFill>
                <a:latin typeface="Microsoft YaHei" panose="020B0503020204020204" pitchFamily="34" charset="-122"/>
                <a:ea typeface="Microsoft YaHei" panose="020B0503020204020204" pitchFamily="34" charset="-122"/>
                <a:cs typeface="Arial" panose="020B0604020202020204" pitchFamily="34" charset="0"/>
              </a:defRPr>
            </a:lvl1pPr>
            <a:lvl2pPr marL="329026" marR="0" indent="-168275" algn="l" defTabSz="1187798" rtl="0" eaLnBrk="1" fontAlgn="auto" latinLnBrk="0" hangingPunct="1">
              <a:lnSpc>
                <a:spcPct val="100000"/>
              </a:lnSpc>
              <a:spcBef>
                <a:spcPts val="0"/>
              </a:spcBef>
              <a:spcAft>
                <a:spcPts val="600"/>
              </a:spcAft>
              <a:buClr>
                <a:schemeClr val="tx1"/>
              </a:buClr>
              <a:buSzTx/>
              <a:buFont typeface=".AppleSystemUIFont"/>
              <a:buChar char="&gt;"/>
              <a:tabLst>
                <a:tab pos="1208088" algn="ctr"/>
              </a:tabLst>
              <a:defRPr sz="1600" baseline="0">
                <a:latin typeface="Microsoft YaHei" panose="020B0503020204020204" pitchFamily="34" charset="-122"/>
                <a:ea typeface="Microsoft YaHei" panose="020B0503020204020204" pitchFamily="34" charset="-122"/>
              </a:defRPr>
            </a:lvl2pPr>
            <a:lvl3pPr marL="1098575" marR="0" indent="-168275" algn="l" defTabSz="1187798" rtl="0" eaLnBrk="1" fontAlgn="auto" latinLnBrk="0" hangingPunct="1">
              <a:lnSpc>
                <a:spcPct val="100000"/>
              </a:lnSpc>
              <a:spcBef>
                <a:spcPts val="0"/>
              </a:spcBef>
              <a:spcAft>
                <a:spcPts val="600"/>
              </a:spcAft>
              <a:buClr>
                <a:schemeClr val="tx1"/>
              </a:buClr>
              <a:buSzTx/>
              <a:buFont typeface=".AppleSystemUIFont"/>
              <a:buChar char="-"/>
              <a:tabLst>
                <a:tab pos="1208088" algn="ctr"/>
              </a:tabLst>
              <a:defRPr sz="1299" baseline="0">
                <a:latin typeface="Microsoft YaHei" panose="020B0503020204020204" pitchFamily="34" charset="-122"/>
                <a:ea typeface="Microsoft YaHei" panose="020B0503020204020204" pitchFamily="34" charset="-122"/>
              </a:defRPr>
            </a:lvl3pPr>
            <a:lvl4pPr marL="525850" indent="-171159">
              <a:buFont typeface="Arial" panose="020B0604020202020204" pitchFamily="34" charset="0"/>
              <a:buChar char="•"/>
              <a:tabLst>
                <a:tab pos="1208420" algn="ctr"/>
              </a:tabLst>
              <a:defRPr sz="1299" baseline="0"/>
            </a:lvl4pPr>
            <a:lvl5pPr marL="525850" indent="-171159">
              <a:buFont typeface="Arial" panose="020B0604020202020204" pitchFamily="34" charset="0"/>
              <a:buChar char="•"/>
              <a:tabLst>
                <a:tab pos="1208420" algn="ctr"/>
              </a:tabLst>
              <a:defRPr sz="1299" baseline="0"/>
            </a:lvl5pPr>
          </a:lstStyle>
          <a:p>
            <a:pPr lvl="0"/>
            <a:r>
              <a:rPr lang="zh-CN" altLang="en-US" dirty="0"/>
              <a:t>单击此处添加文本</a:t>
            </a:r>
            <a:endParaRPr lang="en-US" dirty="0"/>
          </a:p>
          <a:p>
            <a:pPr marL="329026" marR="0" lvl="1" indent="-168275" algn="l" defTabSz="1187798" rtl="0" eaLnBrk="1" fontAlgn="auto" latinLnBrk="0" hangingPunct="1">
              <a:lnSpc>
                <a:spcPct val="100000"/>
              </a:lnSpc>
              <a:spcBef>
                <a:spcPts val="0"/>
              </a:spcBef>
              <a:spcAft>
                <a:spcPts val="600"/>
              </a:spcAft>
              <a:buClr>
                <a:schemeClr val="tx1"/>
              </a:buClr>
              <a:buSzTx/>
              <a:buFont typeface="Arial" panose="020B0604020202020204" pitchFamily="34" charset="0"/>
              <a:buChar char="•"/>
              <a:tabLst>
                <a:tab pos="1208088" algn="ctr"/>
              </a:tabLst>
              <a:defRPr/>
            </a:pPr>
            <a:r>
              <a:rPr lang="zh-CN" altLang="en-US" dirty="0"/>
              <a:t>单击此处添加文本</a:t>
            </a:r>
            <a:endParaRPr lang="en-US" dirty="0"/>
          </a:p>
          <a:p>
            <a:pPr marL="1098575" marR="0" lvl="2" indent="-168275" algn="l" defTabSz="1187798" rtl="0" eaLnBrk="1" fontAlgn="auto" latinLnBrk="0" hangingPunct="1">
              <a:lnSpc>
                <a:spcPct val="100000"/>
              </a:lnSpc>
              <a:spcBef>
                <a:spcPts val="0"/>
              </a:spcBef>
              <a:spcAft>
                <a:spcPts val="600"/>
              </a:spcAft>
              <a:buClr>
                <a:schemeClr val="tx1"/>
              </a:buClr>
              <a:buSzTx/>
              <a:buFont typeface="Arial" panose="020B0604020202020204" pitchFamily="34" charset="0"/>
              <a:buChar char="•"/>
              <a:tabLst>
                <a:tab pos="1208088" algn="ctr"/>
              </a:tabLst>
              <a:defRPr/>
            </a:pPr>
            <a:r>
              <a:rPr lang="zh-CN" altLang="en-US" dirty="0"/>
              <a:t>单击此处添加文本</a:t>
            </a:r>
            <a:endParaRPr lang="en-US" dirty="0"/>
          </a:p>
          <a:p>
            <a:pPr marL="1098575" marR="0" lvl="2" indent="-168275" algn="l" defTabSz="1187798" rtl="0" eaLnBrk="1" fontAlgn="auto" latinLnBrk="0" hangingPunct="1">
              <a:lnSpc>
                <a:spcPct val="100000"/>
              </a:lnSpc>
              <a:spcBef>
                <a:spcPts val="0"/>
              </a:spcBef>
              <a:spcAft>
                <a:spcPts val="600"/>
              </a:spcAft>
              <a:buClr>
                <a:schemeClr val="tx1"/>
              </a:buClr>
              <a:buSzTx/>
              <a:buFont typeface="Arial" panose="020B0604020202020204" pitchFamily="34" charset="0"/>
              <a:buChar char="•"/>
              <a:tabLst>
                <a:tab pos="1208088" algn="ctr"/>
              </a:tabLst>
              <a:defRPr/>
            </a:pPr>
            <a:endParaRPr lang="en-US" altLang="zh-CN" dirty="0"/>
          </a:p>
        </p:txBody>
      </p:sp>
    </p:spTree>
    <p:extLst>
      <p:ext uri="{BB962C8B-B14F-4D97-AF65-F5344CB8AC3E}">
        <p14:creationId xmlns:p14="http://schemas.microsoft.com/office/powerpoint/2010/main" val="2185791374"/>
      </p:ext>
    </p:extLst>
  </p:cSld>
  <p:clrMapOvr>
    <a:masterClrMapping/>
  </p:clrMapOvr>
  <p:extLst>
    <p:ext uri="{DCECCB84-F9BA-43D5-87BE-67443E8EF086}">
      <p15:sldGuideLst xmlns:p15="http://schemas.microsoft.com/office/powerpoint/2012/main">
        <p15:guide id="2" pos="3842" userDrawn="1">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userDrawn="1">
  <p:cSld name="仅标题">
    <p:spTree>
      <p:nvGrpSpPr>
        <p:cNvPr id="1" name=""/>
        <p:cNvGrpSpPr/>
        <p:nvPr/>
      </p:nvGrpSpPr>
      <p:grpSpPr>
        <a:xfrm>
          <a:off x="0" y="0"/>
          <a:ext cx="0" cy="0"/>
          <a:chOff x="0" y="0"/>
          <a:chExt cx="0" cy="0"/>
        </a:xfrm>
      </p:grpSpPr>
    </p:spTree>
    <p:extLst>
      <p:ext uri="{BB962C8B-B14F-4D97-AF65-F5344CB8AC3E}">
        <p14:creationId xmlns:p14="http://schemas.microsoft.com/office/powerpoint/2010/main" val="318697030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标题幻灯片">
    <p:spTree>
      <p:nvGrpSpPr>
        <p:cNvPr id="1" name=""/>
        <p:cNvGrpSpPr/>
        <p:nvPr/>
      </p:nvGrpSpPr>
      <p:grpSpPr>
        <a:xfrm>
          <a:off x="0" y="0"/>
          <a:ext cx="0" cy="0"/>
          <a:chOff x="0" y="0"/>
          <a:chExt cx="0" cy="0"/>
        </a:xfrm>
      </p:grpSpPr>
      <p:sp>
        <p:nvSpPr>
          <p:cNvPr id="7" name="矩形 6">
            <a:extLst>
              <a:ext uri="{FF2B5EF4-FFF2-40B4-BE49-F238E27FC236}">
                <a16:creationId xmlns:a16="http://schemas.microsoft.com/office/drawing/2014/main" id="{AA04B147-2E7E-4917-8235-4561D75BDAB2}"/>
              </a:ext>
            </a:extLst>
          </p:cNvPr>
          <p:cNvSpPr/>
          <p:nvPr userDrawn="1"/>
        </p:nvSpPr>
        <p:spPr>
          <a:xfrm>
            <a:off x="0" y="1415045"/>
            <a:ext cx="12196763" cy="5442956"/>
          </a:xfrm>
          <a:prstGeom prst="rect">
            <a:avLst/>
          </a:prstGeom>
          <a:blipFill dpi="0" rotWithShape="1">
            <a:blip r:embed="rId2">
              <a:alphaModFix amt="10000"/>
            </a:blip>
            <a:srcRect/>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n>
                <a:noFill/>
              </a:ln>
            </a:endParaRPr>
          </a:p>
        </p:txBody>
      </p:sp>
    </p:spTree>
    <p:extLst>
      <p:ext uri="{BB962C8B-B14F-4D97-AF65-F5344CB8AC3E}">
        <p14:creationId xmlns:p14="http://schemas.microsoft.com/office/powerpoint/2010/main" val="139646958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结束页">
    <p:bg>
      <p:bgPr>
        <a:solidFill>
          <a:srgbClr val="FFFFFF"/>
        </a:solidFill>
        <a:effectLst/>
      </p:bgPr>
    </p:bg>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C1960DD1-8AC3-8F46-9D2D-BF81187F43FC}"/>
              </a:ext>
            </a:extLst>
          </p:cNvPr>
          <p:cNvSpPr txBox="1"/>
          <p:nvPr userDrawn="1"/>
        </p:nvSpPr>
        <p:spPr>
          <a:xfrm>
            <a:off x="607486" y="1402064"/>
            <a:ext cx="3921034" cy="854717"/>
          </a:xfrm>
          <a:prstGeom prst="rect">
            <a:avLst/>
          </a:prstGeom>
          <a:noFill/>
        </p:spPr>
        <p:txBody>
          <a:bodyPr wrap="square" rtlCol="0">
            <a:spAutoFit/>
          </a:bodyPr>
          <a:lstStyle/>
          <a:p>
            <a:pPr algn="l"/>
            <a:r>
              <a:rPr lang="en-US" sz="4800" dirty="0">
                <a:solidFill>
                  <a:schemeClr val="tx1"/>
                </a:solidFill>
              </a:rPr>
              <a:t>Thank you.</a:t>
            </a:r>
          </a:p>
        </p:txBody>
      </p:sp>
    </p:spTree>
    <p:extLst>
      <p:ext uri="{BB962C8B-B14F-4D97-AF65-F5344CB8AC3E}">
        <p14:creationId xmlns:p14="http://schemas.microsoft.com/office/powerpoint/2010/main" val="3664786014"/>
      </p:ext>
    </p:extLst>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2" Type="http://schemas.openxmlformats.org/officeDocument/2006/relationships/theme" Target="../theme/theme2.xml"/><Relationship Id="rId1" Type="http://schemas.openxmlformats.org/officeDocument/2006/relationships/slideLayout" Target="../slideLayouts/slideLayout2.xml"/></Relationships>
</file>

<file path=ppt/slideMasters/_rels/slideMaster3.xml.rels><?xml version="1.0" encoding="UTF-8" standalone="yes"?>
<Relationships xmlns="http://schemas.openxmlformats.org/package/2006/relationships"><Relationship Id="rId3" Type="http://schemas.openxmlformats.org/officeDocument/2006/relationships/theme" Target="../theme/theme3.xml"/><Relationship Id="rId2" Type="http://schemas.openxmlformats.org/officeDocument/2006/relationships/slideLayout" Target="../slideLayouts/slideLayout4.xml"/><Relationship Id="rId1" Type="http://schemas.openxmlformats.org/officeDocument/2006/relationships/slideLayout" Target="../slideLayouts/slideLayout3.xml"/><Relationship Id="rId4" Type="http://schemas.openxmlformats.org/officeDocument/2006/relationships/image" Target="../media/image4.tiff"/></Relationships>
</file>

<file path=ppt/slideMasters/_rels/slideMaster4.xml.rels><?xml version="1.0" encoding="UTF-8" standalone="yes"?>
<Relationships xmlns="http://schemas.openxmlformats.org/package/2006/relationships"><Relationship Id="rId2" Type="http://schemas.openxmlformats.org/officeDocument/2006/relationships/theme" Target="../theme/theme4.xml"/><Relationship Id="rId1" Type="http://schemas.openxmlformats.org/officeDocument/2006/relationships/slideLayout" Target="../slideLayouts/slideLayout5.xml"/></Relationships>
</file>

<file path=ppt/slideMasters/_rels/slideMaster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theme" Target="../theme/theme5.xml"/><Relationship Id="rId1" Type="http://schemas.openxmlformats.org/officeDocument/2006/relationships/slideLayout" Target="../slideLayouts/slideLayout6.xml"/><Relationship Id="rId4" Type="http://schemas.openxmlformats.org/officeDocument/2006/relationships/image" Target="../media/image7.tiff"/></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rgbClr val="FFFFFF"/>
        </a:solidFill>
        <a:effectLst/>
      </p:bgPr>
    </p:bg>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619181AA-8E93-7743-ADEB-8A06A0DFC13A}"/>
              </a:ext>
            </a:extLst>
          </p:cNvPr>
          <p:cNvSpPr/>
          <p:nvPr userDrawn="1"/>
        </p:nvSpPr>
        <p:spPr>
          <a:xfrm>
            <a:off x="0" y="5590903"/>
            <a:ext cx="12196763" cy="1267097"/>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p>
        </p:txBody>
      </p:sp>
    </p:spTree>
    <p:extLst>
      <p:ext uri="{BB962C8B-B14F-4D97-AF65-F5344CB8AC3E}">
        <p14:creationId xmlns:p14="http://schemas.microsoft.com/office/powerpoint/2010/main" val="4087104836"/>
      </p:ext>
    </p:extLst>
  </p:cSld>
  <p:clrMap bg1="lt1" tx1="dk1" bg2="lt2" tx2="dk2" accent1="accent1" accent2="accent2" accent3="accent3" accent4="accent4" accent5="accent5" accent6="accent6" hlink="hlink" folHlink="folHlink"/>
  <p:sldLayoutIdLst>
    <p:sldLayoutId id="2147483893" r:id="rId1"/>
  </p:sldLayoutIdLst>
  <p:hf hdr="0" ftr="0" dt="0"/>
  <p:txStyles>
    <p:titleStyle>
      <a:lvl1pPr algn="l" defTabSz="914400" rtl="0" eaLnBrk="1" latinLnBrk="0" hangingPunct="1">
        <a:lnSpc>
          <a:spcPts val="3440"/>
        </a:lnSpc>
        <a:spcBef>
          <a:spcPct val="0"/>
        </a:spcBef>
        <a:buNone/>
        <a:defRPr sz="3200" kern="1200">
          <a:solidFill>
            <a:schemeClr val="tx1"/>
          </a:solidFill>
          <a:latin typeface="Microsoft YaHei" panose="020B0503020204020204" pitchFamily="34" charset="-122"/>
          <a:ea typeface="Microsoft YaHei" panose="020B0503020204020204" pitchFamily="34" charset="-122"/>
          <a:cs typeface="+mj-cs"/>
        </a:defRPr>
      </a:lvl1pPr>
    </p:titleStyle>
    <p:bodyStyle>
      <a:lvl1pPr marL="0" indent="0" algn="l" defTabSz="914400" rtl="0" eaLnBrk="1" latinLnBrk="0" hangingPunct="1">
        <a:lnSpc>
          <a:spcPct val="100000"/>
        </a:lnSpc>
        <a:spcBef>
          <a:spcPts val="0"/>
        </a:spcBef>
        <a:buFontTx/>
        <a:buNone/>
        <a:defRPr sz="1000" kern="1200">
          <a:solidFill>
            <a:srgbClr val="1D1D1B"/>
          </a:solidFill>
          <a:latin typeface="Arial" panose="020B0604020202020204" pitchFamily="34" charset="0"/>
          <a:ea typeface="Microsoft YaHei" panose="020B0503020204020204" pitchFamily="34" charset="-122"/>
          <a:cs typeface="Arial" panose="020B0604020202020204" pitchFamily="34" charset="0"/>
        </a:defRPr>
      </a:lvl1pPr>
      <a:lvl2pPr marL="457200" indent="0" algn="l" defTabSz="914400" rtl="0" eaLnBrk="1" latinLnBrk="0" hangingPunct="1">
        <a:lnSpc>
          <a:spcPct val="90000"/>
        </a:lnSpc>
        <a:spcBef>
          <a:spcPts val="500"/>
        </a:spcBef>
        <a:buFontTx/>
        <a:buNone/>
        <a:defRPr sz="750" kern="1200">
          <a:solidFill>
            <a:schemeClr val="tx1"/>
          </a:solidFill>
          <a:latin typeface="Arial" panose="020B0604020202020204" pitchFamily="34" charset="0"/>
          <a:ea typeface="+mn-ea"/>
          <a:cs typeface="Arial" panose="020B0604020202020204" pitchFamily="34" charset="0"/>
        </a:defRPr>
      </a:lvl2pPr>
      <a:lvl3pPr marL="914400" indent="0" algn="l" defTabSz="914400" rtl="0" eaLnBrk="1" latinLnBrk="0" hangingPunct="1">
        <a:lnSpc>
          <a:spcPct val="90000"/>
        </a:lnSpc>
        <a:spcBef>
          <a:spcPts val="500"/>
        </a:spcBef>
        <a:buFontTx/>
        <a:buNone/>
        <a:defRPr sz="750" kern="1200">
          <a:solidFill>
            <a:schemeClr val="tx1"/>
          </a:solidFill>
          <a:latin typeface="Arial" panose="020B0604020202020204" pitchFamily="34" charset="0"/>
          <a:ea typeface="+mn-ea"/>
          <a:cs typeface="Arial" panose="020B0604020202020204" pitchFamily="34" charset="0"/>
        </a:defRPr>
      </a:lvl3pPr>
      <a:lvl4pPr marL="1371600" indent="0" algn="l" defTabSz="914400" rtl="0" eaLnBrk="1" latinLnBrk="0" hangingPunct="1">
        <a:lnSpc>
          <a:spcPct val="90000"/>
        </a:lnSpc>
        <a:spcBef>
          <a:spcPts val="500"/>
        </a:spcBef>
        <a:buFontTx/>
        <a:buNone/>
        <a:defRPr sz="750" kern="1200">
          <a:solidFill>
            <a:schemeClr val="tx1"/>
          </a:solidFill>
          <a:latin typeface="Arial" panose="020B0604020202020204" pitchFamily="34" charset="0"/>
          <a:ea typeface="+mn-ea"/>
          <a:cs typeface="Arial" panose="020B0604020202020204" pitchFamily="34" charset="0"/>
        </a:defRPr>
      </a:lvl4pPr>
      <a:lvl5pPr marL="1828800" indent="0" algn="l" defTabSz="914400" rtl="0" eaLnBrk="1" latinLnBrk="0" hangingPunct="1">
        <a:lnSpc>
          <a:spcPct val="90000"/>
        </a:lnSpc>
        <a:spcBef>
          <a:spcPts val="500"/>
        </a:spcBef>
        <a:buFontTx/>
        <a:buNone/>
        <a:defRPr sz="750" kern="120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rgbClr val="FFFFFF"/>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861239436"/>
      </p:ext>
    </p:extLst>
  </p:cSld>
  <p:clrMap bg1="lt1" tx1="dk1" bg2="lt2" tx2="dk2" accent1="accent1" accent2="accent2" accent3="accent3" accent4="accent4" accent5="accent5" accent6="accent6" hlink="hlink" folHlink="folHlink"/>
  <p:sldLayoutIdLst>
    <p:sldLayoutId id="2147483887" r:id="rId1"/>
  </p:sldLayoutIdLst>
  <p:hf hdr="0" ftr="0" dt="0"/>
  <p:txStyles>
    <p:titleStyle>
      <a:lvl1pPr algn="l" defTabSz="1187798" rtl="0" eaLnBrk="1" latinLnBrk="0" hangingPunct="1">
        <a:lnSpc>
          <a:spcPct val="90000"/>
        </a:lnSpc>
        <a:spcBef>
          <a:spcPct val="0"/>
        </a:spcBef>
        <a:buNone/>
        <a:defRPr sz="5716" kern="1200">
          <a:solidFill>
            <a:schemeClr val="tx1"/>
          </a:solidFill>
          <a:latin typeface="+mj-lt"/>
          <a:ea typeface="+mj-ea"/>
          <a:cs typeface="+mj-cs"/>
        </a:defRPr>
      </a:lvl1pPr>
    </p:titleStyle>
    <p:bodyStyle>
      <a:lvl1pPr marL="296950" indent="-296950" algn="l" defTabSz="1187798" rtl="0" eaLnBrk="1" latinLnBrk="0" hangingPunct="1">
        <a:lnSpc>
          <a:spcPct val="90000"/>
        </a:lnSpc>
        <a:spcBef>
          <a:spcPts val="1299"/>
        </a:spcBef>
        <a:buFont typeface="Arial" panose="020B0604020202020204" pitchFamily="34" charset="0"/>
        <a:buChar char="•"/>
        <a:defRPr sz="3636" kern="1200">
          <a:solidFill>
            <a:schemeClr val="tx1"/>
          </a:solidFill>
          <a:latin typeface="+mn-lt"/>
          <a:ea typeface="+mn-ea"/>
          <a:cs typeface="+mn-cs"/>
        </a:defRPr>
      </a:lvl1pPr>
      <a:lvl2pPr marL="890849" indent="-296950" algn="l" defTabSz="1187798" rtl="0" eaLnBrk="1" latinLnBrk="0" hangingPunct="1">
        <a:lnSpc>
          <a:spcPct val="90000"/>
        </a:lnSpc>
        <a:spcBef>
          <a:spcPts val="650"/>
        </a:spcBef>
        <a:buFont typeface="Arial" panose="020B0604020202020204" pitchFamily="34" charset="0"/>
        <a:buChar char="•"/>
        <a:defRPr sz="3118" kern="1200">
          <a:solidFill>
            <a:schemeClr val="tx1"/>
          </a:solidFill>
          <a:latin typeface="+mn-lt"/>
          <a:ea typeface="+mn-ea"/>
          <a:cs typeface="+mn-cs"/>
        </a:defRPr>
      </a:lvl2pPr>
      <a:lvl3pPr marL="1484748" indent="-296950" algn="l" defTabSz="1187798" rtl="0" eaLnBrk="1" latinLnBrk="0" hangingPunct="1">
        <a:lnSpc>
          <a:spcPct val="90000"/>
        </a:lnSpc>
        <a:spcBef>
          <a:spcPts val="650"/>
        </a:spcBef>
        <a:buFont typeface="Arial" panose="020B0604020202020204" pitchFamily="34" charset="0"/>
        <a:buChar char="•"/>
        <a:defRPr sz="2598" kern="1200">
          <a:solidFill>
            <a:schemeClr val="tx1"/>
          </a:solidFill>
          <a:latin typeface="+mn-lt"/>
          <a:ea typeface="+mn-ea"/>
          <a:cs typeface="+mn-cs"/>
        </a:defRPr>
      </a:lvl3pPr>
      <a:lvl4pPr marL="2078648" indent="-296950" algn="l" defTabSz="1187798" rtl="0" eaLnBrk="1" latinLnBrk="0" hangingPunct="1">
        <a:lnSpc>
          <a:spcPct val="90000"/>
        </a:lnSpc>
        <a:spcBef>
          <a:spcPts val="650"/>
        </a:spcBef>
        <a:buFont typeface="Arial" panose="020B0604020202020204" pitchFamily="34" charset="0"/>
        <a:buChar char="•"/>
        <a:defRPr sz="2338" kern="1200">
          <a:solidFill>
            <a:schemeClr val="tx1"/>
          </a:solidFill>
          <a:latin typeface="+mn-lt"/>
          <a:ea typeface="+mn-ea"/>
          <a:cs typeface="+mn-cs"/>
        </a:defRPr>
      </a:lvl4pPr>
      <a:lvl5pPr marL="2672547" indent="-296950" algn="l" defTabSz="1187798" rtl="0" eaLnBrk="1" latinLnBrk="0" hangingPunct="1">
        <a:lnSpc>
          <a:spcPct val="90000"/>
        </a:lnSpc>
        <a:spcBef>
          <a:spcPts val="650"/>
        </a:spcBef>
        <a:buFont typeface="Arial" panose="020B0604020202020204" pitchFamily="34" charset="0"/>
        <a:buChar char="•"/>
        <a:defRPr sz="2338" kern="1200">
          <a:solidFill>
            <a:schemeClr val="tx1"/>
          </a:solidFill>
          <a:latin typeface="+mn-lt"/>
          <a:ea typeface="+mn-ea"/>
          <a:cs typeface="+mn-cs"/>
        </a:defRPr>
      </a:lvl5pPr>
      <a:lvl6pPr marL="3266447" indent="-296950" algn="l" defTabSz="1187798" rtl="0" eaLnBrk="1" latinLnBrk="0" hangingPunct="1">
        <a:lnSpc>
          <a:spcPct val="90000"/>
        </a:lnSpc>
        <a:spcBef>
          <a:spcPts val="650"/>
        </a:spcBef>
        <a:buFont typeface="Arial" panose="020B0604020202020204" pitchFamily="34" charset="0"/>
        <a:buChar char="•"/>
        <a:defRPr sz="2338" kern="1200">
          <a:solidFill>
            <a:schemeClr val="tx1"/>
          </a:solidFill>
          <a:latin typeface="+mn-lt"/>
          <a:ea typeface="+mn-ea"/>
          <a:cs typeface="+mn-cs"/>
        </a:defRPr>
      </a:lvl6pPr>
      <a:lvl7pPr marL="3860346" indent="-296950" algn="l" defTabSz="1187798" rtl="0" eaLnBrk="1" latinLnBrk="0" hangingPunct="1">
        <a:lnSpc>
          <a:spcPct val="90000"/>
        </a:lnSpc>
        <a:spcBef>
          <a:spcPts val="650"/>
        </a:spcBef>
        <a:buFont typeface="Arial" panose="020B0604020202020204" pitchFamily="34" charset="0"/>
        <a:buChar char="•"/>
        <a:defRPr sz="2338" kern="1200">
          <a:solidFill>
            <a:schemeClr val="tx1"/>
          </a:solidFill>
          <a:latin typeface="+mn-lt"/>
          <a:ea typeface="+mn-ea"/>
          <a:cs typeface="+mn-cs"/>
        </a:defRPr>
      </a:lvl7pPr>
      <a:lvl8pPr marL="4454245" indent="-296950" algn="l" defTabSz="1187798" rtl="0" eaLnBrk="1" latinLnBrk="0" hangingPunct="1">
        <a:lnSpc>
          <a:spcPct val="90000"/>
        </a:lnSpc>
        <a:spcBef>
          <a:spcPts val="650"/>
        </a:spcBef>
        <a:buFont typeface="Arial" panose="020B0604020202020204" pitchFamily="34" charset="0"/>
        <a:buChar char="•"/>
        <a:defRPr sz="2338" kern="1200">
          <a:solidFill>
            <a:schemeClr val="tx1"/>
          </a:solidFill>
          <a:latin typeface="+mn-lt"/>
          <a:ea typeface="+mn-ea"/>
          <a:cs typeface="+mn-cs"/>
        </a:defRPr>
      </a:lvl8pPr>
      <a:lvl9pPr marL="5048144" indent="-296950" algn="l" defTabSz="1187798" rtl="0" eaLnBrk="1" latinLnBrk="0" hangingPunct="1">
        <a:lnSpc>
          <a:spcPct val="90000"/>
        </a:lnSpc>
        <a:spcBef>
          <a:spcPts val="650"/>
        </a:spcBef>
        <a:buFont typeface="Arial" panose="020B0604020202020204" pitchFamily="34" charset="0"/>
        <a:buChar char="•"/>
        <a:defRPr sz="2338" kern="1200">
          <a:solidFill>
            <a:schemeClr val="tx1"/>
          </a:solidFill>
          <a:latin typeface="+mn-lt"/>
          <a:ea typeface="+mn-ea"/>
          <a:cs typeface="+mn-cs"/>
        </a:defRPr>
      </a:lvl9pPr>
    </p:bodyStyle>
    <p:otherStyle>
      <a:defPPr>
        <a:defRPr lang="en-US"/>
      </a:defPPr>
      <a:lvl1pPr marL="0" algn="l" defTabSz="1187798" rtl="0" eaLnBrk="1" latinLnBrk="0" hangingPunct="1">
        <a:defRPr sz="2338" kern="1200">
          <a:solidFill>
            <a:schemeClr val="tx1"/>
          </a:solidFill>
          <a:latin typeface="+mn-lt"/>
          <a:ea typeface="+mn-ea"/>
          <a:cs typeface="+mn-cs"/>
        </a:defRPr>
      </a:lvl1pPr>
      <a:lvl2pPr marL="593900" algn="l" defTabSz="1187798" rtl="0" eaLnBrk="1" latinLnBrk="0" hangingPunct="1">
        <a:defRPr sz="2338" kern="1200">
          <a:solidFill>
            <a:schemeClr val="tx1"/>
          </a:solidFill>
          <a:latin typeface="+mn-lt"/>
          <a:ea typeface="+mn-ea"/>
          <a:cs typeface="+mn-cs"/>
        </a:defRPr>
      </a:lvl2pPr>
      <a:lvl3pPr marL="1187798" algn="l" defTabSz="1187798" rtl="0" eaLnBrk="1" latinLnBrk="0" hangingPunct="1">
        <a:defRPr sz="2338" kern="1200">
          <a:solidFill>
            <a:schemeClr val="tx1"/>
          </a:solidFill>
          <a:latin typeface="+mn-lt"/>
          <a:ea typeface="+mn-ea"/>
          <a:cs typeface="+mn-cs"/>
        </a:defRPr>
      </a:lvl3pPr>
      <a:lvl4pPr marL="1781699" algn="l" defTabSz="1187798" rtl="0" eaLnBrk="1" latinLnBrk="0" hangingPunct="1">
        <a:defRPr sz="2338" kern="1200">
          <a:solidFill>
            <a:schemeClr val="tx1"/>
          </a:solidFill>
          <a:latin typeface="+mn-lt"/>
          <a:ea typeface="+mn-ea"/>
          <a:cs typeface="+mn-cs"/>
        </a:defRPr>
      </a:lvl4pPr>
      <a:lvl5pPr marL="2375598" algn="l" defTabSz="1187798" rtl="0" eaLnBrk="1" latinLnBrk="0" hangingPunct="1">
        <a:defRPr sz="2338" kern="1200">
          <a:solidFill>
            <a:schemeClr val="tx1"/>
          </a:solidFill>
          <a:latin typeface="+mn-lt"/>
          <a:ea typeface="+mn-ea"/>
          <a:cs typeface="+mn-cs"/>
        </a:defRPr>
      </a:lvl5pPr>
      <a:lvl6pPr marL="2969497" algn="l" defTabSz="1187798" rtl="0" eaLnBrk="1" latinLnBrk="0" hangingPunct="1">
        <a:defRPr sz="2338" kern="1200">
          <a:solidFill>
            <a:schemeClr val="tx1"/>
          </a:solidFill>
          <a:latin typeface="+mn-lt"/>
          <a:ea typeface="+mn-ea"/>
          <a:cs typeface="+mn-cs"/>
        </a:defRPr>
      </a:lvl6pPr>
      <a:lvl7pPr marL="3563396" algn="l" defTabSz="1187798" rtl="0" eaLnBrk="1" latinLnBrk="0" hangingPunct="1">
        <a:defRPr sz="2338" kern="1200">
          <a:solidFill>
            <a:schemeClr val="tx1"/>
          </a:solidFill>
          <a:latin typeface="+mn-lt"/>
          <a:ea typeface="+mn-ea"/>
          <a:cs typeface="+mn-cs"/>
        </a:defRPr>
      </a:lvl7pPr>
      <a:lvl8pPr marL="4157297" algn="l" defTabSz="1187798" rtl="0" eaLnBrk="1" latinLnBrk="0" hangingPunct="1">
        <a:defRPr sz="2338" kern="1200">
          <a:solidFill>
            <a:schemeClr val="tx1"/>
          </a:solidFill>
          <a:latin typeface="+mn-lt"/>
          <a:ea typeface="+mn-ea"/>
          <a:cs typeface="+mn-cs"/>
        </a:defRPr>
      </a:lvl8pPr>
      <a:lvl9pPr marL="4751195" algn="l" defTabSz="1187798" rtl="0" eaLnBrk="1" latinLnBrk="0" hangingPunct="1">
        <a:defRPr sz="2338"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solidFill>
          <a:srgbClr val="FFFFFF"/>
        </a:solidFill>
        <a:effectLst/>
      </p:bgPr>
    </p:bg>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6785A3D6-1271-D247-9E96-1B376F4BE7BE}"/>
              </a:ext>
            </a:extLst>
          </p:cNvPr>
          <p:cNvSpPr txBox="1"/>
          <p:nvPr userDrawn="1"/>
        </p:nvSpPr>
        <p:spPr>
          <a:xfrm>
            <a:off x="1095467" y="6356939"/>
            <a:ext cx="1463467" cy="230832"/>
          </a:xfrm>
          <a:prstGeom prst="rect">
            <a:avLst/>
          </a:prstGeom>
          <a:noFill/>
        </p:spPr>
        <p:txBody>
          <a:bodyPr wrap="square" rtlCol="0">
            <a:spAutoFit/>
          </a:bodyPr>
          <a:lstStyle/>
          <a:p>
            <a:r>
              <a:rPr lang="en-US" sz="900" b="0" baseline="0" dirty="0">
                <a:solidFill>
                  <a:srgbClr val="1D1D1B"/>
                </a:solidFill>
                <a:latin typeface="Arial" panose="020B0604020202020204" pitchFamily="34" charset="0"/>
                <a:cs typeface="Arial" panose="020B0604020202020204" pitchFamily="34" charset="0"/>
              </a:rPr>
              <a:t>Huawei Confidential</a:t>
            </a:r>
          </a:p>
        </p:txBody>
      </p:sp>
      <p:sp>
        <p:nvSpPr>
          <p:cNvPr id="4" name="TextBox 3">
            <a:extLst>
              <a:ext uri="{FF2B5EF4-FFF2-40B4-BE49-F238E27FC236}">
                <a16:creationId xmlns:a16="http://schemas.microsoft.com/office/drawing/2014/main" id="{EABEE2EE-BF4D-7A4A-B3C6-9E47668CCD98}"/>
              </a:ext>
            </a:extLst>
          </p:cNvPr>
          <p:cNvSpPr txBox="1"/>
          <p:nvPr userDrawn="1"/>
        </p:nvSpPr>
        <p:spPr>
          <a:xfrm>
            <a:off x="734131" y="6402806"/>
            <a:ext cx="499729" cy="138499"/>
          </a:xfrm>
          <a:prstGeom prst="rect">
            <a:avLst/>
          </a:prstGeom>
          <a:noFill/>
        </p:spPr>
        <p:txBody>
          <a:bodyPr wrap="square" lIns="0" tIns="0" rIns="0" bIns="0" rtlCol="0">
            <a:spAutoFit/>
          </a:bodyPr>
          <a:lstStyle/>
          <a:p>
            <a:pPr marL="0" marR="0" lvl="0" indent="0" algn="l" defTabSz="890849" rtl="0" eaLnBrk="1" fontAlgn="auto" latinLnBrk="0" hangingPunct="1">
              <a:lnSpc>
                <a:spcPct val="100000"/>
              </a:lnSpc>
              <a:spcBef>
                <a:spcPts val="0"/>
              </a:spcBef>
              <a:spcAft>
                <a:spcPts val="0"/>
              </a:spcAft>
              <a:buClrTx/>
              <a:buSzTx/>
              <a:buFontTx/>
              <a:buNone/>
              <a:tabLst/>
              <a:defRPr/>
            </a:pPr>
            <a:fld id="{C3837181-38C6-AD4F-B8BA-B444770388BB}" type="slidenum">
              <a:rPr lang="en-US" sz="900" smtClean="0">
                <a:solidFill>
                  <a:srgbClr val="1D1D1B"/>
                </a:solidFill>
                <a:latin typeface="Arial" panose="020B0604020202020204" pitchFamily="34" charset="0"/>
                <a:cs typeface="Arial" panose="020B0604020202020204" pitchFamily="34" charset="0"/>
              </a:rPr>
              <a:pPr marL="0" marR="0" lvl="0" indent="0" algn="l" defTabSz="890849" rtl="0" eaLnBrk="1" fontAlgn="auto" latinLnBrk="0" hangingPunct="1">
                <a:lnSpc>
                  <a:spcPct val="100000"/>
                </a:lnSpc>
                <a:spcBef>
                  <a:spcPts val="0"/>
                </a:spcBef>
                <a:spcAft>
                  <a:spcPts val="0"/>
                </a:spcAft>
                <a:buClrTx/>
                <a:buSzTx/>
                <a:buFontTx/>
                <a:buNone/>
                <a:tabLst/>
                <a:defRPr/>
              </a:pPr>
              <a:t>‹#›</a:t>
            </a:fld>
            <a:endParaRPr lang="en-US" sz="900" dirty="0">
              <a:solidFill>
                <a:srgbClr val="1D1D1B"/>
              </a:solidFill>
              <a:latin typeface="Arial" panose="020B0604020202020204" pitchFamily="34" charset="0"/>
              <a:cs typeface="Arial" panose="020B0604020202020204" pitchFamily="34" charset="0"/>
            </a:endParaRPr>
          </a:p>
        </p:txBody>
      </p:sp>
      <p:grpSp>
        <p:nvGrpSpPr>
          <p:cNvPr id="88" name="Group 87">
            <a:extLst>
              <a:ext uri="{FF2B5EF4-FFF2-40B4-BE49-F238E27FC236}">
                <a16:creationId xmlns:a16="http://schemas.microsoft.com/office/drawing/2014/main" id="{37333705-F8D6-2847-B3CB-F2FAB51E2A3B}"/>
              </a:ext>
            </a:extLst>
          </p:cNvPr>
          <p:cNvGrpSpPr>
            <a:grpSpLocks noChangeAspect="1"/>
          </p:cNvGrpSpPr>
          <p:nvPr userDrawn="1"/>
        </p:nvGrpSpPr>
        <p:grpSpPr>
          <a:xfrm>
            <a:off x="12290471" y="2625389"/>
            <a:ext cx="1963323" cy="4233515"/>
            <a:chOff x="5343885" y="-48857"/>
            <a:chExt cx="3263586" cy="7037279"/>
          </a:xfrm>
        </p:grpSpPr>
        <p:sp>
          <p:nvSpPr>
            <p:cNvPr id="89" name="矩形 13">
              <a:extLst>
                <a:ext uri="{FF2B5EF4-FFF2-40B4-BE49-F238E27FC236}">
                  <a16:creationId xmlns:a16="http://schemas.microsoft.com/office/drawing/2014/main" id="{B14DFA89-D483-CF47-82CC-DD86D7CAB09E}"/>
                </a:ext>
              </a:extLst>
            </p:cNvPr>
            <p:cNvSpPr/>
            <p:nvPr userDrawn="1"/>
          </p:nvSpPr>
          <p:spPr>
            <a:xfrm>
              <a:off x="5356401" y="1934171"/>
              <a:ext cx="791510" cy="664397"/>
            </a:xfrm>
            <a:prstGeom prst="rect">
              <a:avLst/>
            </a:prstGeom>
            <a:solidFill>
              <a:srgbClr val="C40054"/>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chemeClr val="tx2"/>
                  </a:solidFill>
                  <a:latin typeface="Arial" charset="0"/>
                  <a:ea typeface="Arial" charset="0"/>
                  <a:cs typeface="Arial" charset="0"/>
                </a:rPr>
                <a:t>RGB</a:t>
              </a:r>
              <a:br>
                <a:rPr kumimoji="1" lang="en-US" altLang="zh-CN" sz="500" b="1" dirty="0">
                  <a:solidFill>
                    <a:schemeClr val="tx2"/>
                  </a:solidFill>
                  <a:latin typeface="Arial" charset="0"/>
                  <a:ea typeface="Arial" charset="0"/>
                  <a:cs typeface="Arial" charset="0"/>
                </a:rPr>
              </a:br>
              <a:r>
                <a:rPr kumimoji="1" lang="en-US" altLang="zh-CN" sz="500" b="1" dirty="0">
                  <a:solidFill>
                    <a:schemeClr val="tx2"/>
                  </a:solidFill>
                  <a:latin typeface="Arial" charset="0"/>
                  <a:ea typeface="Arial" charset="0"/>
                  <a:cs typeface="Arial" charset="0"/>
                </a:rPr>
                <a:t>196/0/84</a:t>
              </a:r>
            </a:p>
          </p:txBody>
        </p:sp>
        <p:sp>
          <p:nvSpPr>
            <p:cNvPr id="90" name="文本框 15">
              <a:extLst>
                <a:ext uri="{FF2B5EF4-FFF2-40B4-BE49-F238E27FC236}">
                  <a16:creationId xmlns:a16="http://schemas.microsoft.com/office/drawing/2014/main" id="{8223ADA0-340A-794B-93B7-24AFF612A719}"/>
                </a:ext>
              </a:extLst>
            </p:cNvPr>
            <p:cNvSpPr txBox="1"/>
            <p:nvPr userDrawn="1"/>
          </p:nvSpPr>
          <p:spPr>
            <a:xfrm>
              <a:off x="5352723" y="1694497"/>
              <a:ext cx="1052647" cy="204645"/>
            </a:xfrm>
            <a:prstGeom prst="rect">
              <a:avLst/>
            </a:prstGeom>
            <a:noFill/>
          </p:spPr>
          <p:txBody>
            <a:bodyPr wrap="square" lIns="0" tIns="0" rIns="0" bIns="0" rtlCol="0" anchor="b" anchorCtr="0">
              <a:spAutoFit/>
            </a:bodyPr>
            <a:lstStyle/>
            <a:p>
              <a:pPr algn="l">
                <a:lnSpc>
                  <a:spcPct val="100000"/>
                </a:lnSpc>
              </a:pPr>
              <a:r>
                <a:rPr kumimoji="1" lang="zh-CN" altLang="en-US" sz="800" b="0" i="0" dirty="0">
                  <a:solidFill>
                    <a:schemeClr val="tx1"/>
                  </a:solidFill>
                  <a:latin typeface="Microsoft YaHei" panose="020B0503020204020204" pitchFamily="34" charset="-122"/>
                  <a:ea typeface="Microsoft YaHei" panose="020B0503020204020204" pitchFamily="34" charset="-122"/>
                </a:rPr>
                <a:t>公司辅助色</a:t>
              </a:r>
            </a:p>
          </p:txBody>
        </p:sp>
        <p:sp>
          <p:nvSpPr>
            <p:cNvPr id="91" name="矩形 13">
              <a:extLst>
                <a:ext uri="{FF2B5EF4-FFF2-40B4-BE49-F238E27FC236}">
                  <a16:creationId xmlns:a16="http://schemas.microsoft.com/office/drawing/2014/main" id="{5F63E0E3-4F22-7948-AB1A-40A84ECA92EC}"/>
                </a:ext>
              </a:extLst>
            </p:cNvPr>
            <p:cNvSpPr/>
            <p:nvPr userDrawn="1"/>
          </p:nvSpPr>
          <p:spPr>
            <a:xfrm>
              <a:off x="6184680" y="1934171"/>
              <a:ext cx="791510" cy="664397"/>
            </a:xfrm>
            <a:prstGeom prst="rect">
              <a:avLst/>
            </a:prstGeom>
            <a:solidFill>
              <a:srgbClr val="CB3778"/>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charset="0"/>
                  <a:ea typeface="Arial" charset="0"/>
                  <a:cs typeface="Arial" charset="0"/>
                </a:rPr>
                <a:t>RGB</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203/55/120</a:t>
              </a:r>
            </a:p>
          </p:txBody>
        </p:sp>
        <p:sp>
          <p:nvSpPr>
            <p:cNvPr id="92" name="矩形 13">
              <a:extLst>
                <a:ext uri="{FF2B5EF4-FFF2-40B4-BE49-F238E27FC236}">
                  <a16:creationId xmlns:a16="http://schemas.microsoft.com/office/drawing/2014/main" id="{29C4A3C6-7C7B-7140-8F73-591E9F49143F}"/>
                </a:ext>
              </a:extLst>
            </p:cNvPr>
            <p:cNvSpPr/>
            <p:nvPr userDrawn="1"/>
          </p:nvSpPr>
          <p:spPr>
            <a:xfrm>
              <a:off x="5356401" y="3403061"/>
              <a:ext cx="791510" cy="664397"/>
            </a:xfrm>
            <a:prstGeom prst="rect">
              <a:avLst/>
            </a:prstGeom>
            <a:solidFill>
              <a:srgbClr val="ED6D00"/>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charset="0"/>
                  <a:ea typeface="Arial" charset="0"/>
                  <a:cs typeface="Arial" charset="0"/>
                </a:rPr>
                <a:t>RGB</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237/109/0</a:t>
              </a:r>
            </a:p>
          </p:txBody>
        </p:sp>
        <p:sp>
          <p:nvSpPr>
            <p:cNvPr id="93" name="矩形 13">
              <a:extLst>
                <a:ext uri="{FF2B5EF4-FFF2-40B4-BE49-F238E27FC236}">
                  <a16:creationId xmlns:a16="http://schemas.microsoft.com/office/drawing/2014/main" id="{BE4C9A8D-46B0-5B40-BC47-DB6C4899227F}"/>
                </a:ext>
              </a:extLst>
            </p:cNvPr>
            <p:cNvSpPr/>
            <p:nvPr userDrawn="1"/>
          </p:nvSpPr>
          <p:spPr>
            <a:xfrm>
              <a:off x="6184680" y="2673360"/>
              <a:ext cx="791510" cy="664397"/>
            </a:xfrm>
            <a:prstGeom prst="rect">
              <a:avLst/>
            </a:prstGeom>
            <a:solidFill>
              <a:srgbClr val="993636"/>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78" rtl="0" eaLnBrk="1" fontAlgn="auto" latinLnBrk="0" hangingPunct="1">
                <a:lnSpc>
                  <a:spcPts val="620"/>
                </a:lnSpc>
                <a:spcBef>
                  <a:spcPts val="0"/>
                </a:spcBef>
                <a:spcAft>
                  <a:spcPts val="0"/>
                </a:spcAft>
                <a:buClrTx/>
                <a:buSzTx/>
                <a:buFontTx/>
                <a:buNone/>
                <a:tabLst/>
                <a:defRPr/>
              </a:pPr>
              <a:r>
                <a:rPr kumimoji="1" lang="en-US" altLang="zh-CN" sz="500" b="1" dirty="0">
                  <a:solidFill>
                    <a:srgbClr val="FFFFFF"/>
                  </a:solidFill>
                  <a:latin typeface="Arial" charset="0"/>
                  <a:ea typeface="Arial" charset="0"/>
                  <a:cs typeface="Arial" charset="0"/>
                </a:rPr>
                <a:t>RGB</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153/54/54</a:t>
              </a:r>
            </a:p>
          </p:txBody>
        </p:sp>
        <p:sp>
          <p:nvSpPr>
            <p:cNvPr id="94" name="矩形 13">
              <a:extLst>
                <a:ext uri="{FF2B5EF4-FFF2-40B4-BE49-F238E27FC236}">
                  <a16:creationId xmlns:a16="http://schemas.microsoft.com/office/drawing/2014/main" id="{612F2ED4-F7A4-9E48-95E1-8D07B3BBE962}"/>
                </a:ext>
              </a:extLst>
            </p:cNvPr>
            <p:cNvSpPr/>
            <p:nvPr userDrawn="1"/>
          </p:nvSpPr>
          <p:spPr>
            <a:xfrm>
              <a:off x="5356401" y="4866463"/>
              <a:ext cx="791510" cy="664397"/>
            </a:xfrm>
            <a:prstGeom prst="rect">
              <a:avLst/>
            </a:prstGeom>
            <a:solidFill>
              <a:srgbClr val="62B230"/>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charset="0"/>
                  <a:ea typeface="Arial" charset="0"/>
                  <a:cs typeface="Arial" charset="0"/>
                </a:rPr>
                <a:t>RGB </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98/178/48</a:t>
              </a:r>
            </a:p>
          </p:txBody>
        </p:sp>
        <p:sp>
          <p:nvSpPr>
            <p:cNvPr id="95" name="矩形 13">
              <a:extLst>
                <a:ext uri="{FF2B5EF4-FFF2-40B4-BE49-F238E27FC236}">
                  <a16:creationId xmlns:a16="http://schemas.microsoft.com/office/drawing/2014/main" id="{A9E1D476-C288-8945-A68A-1F20C557294B}"/>
                </a:ext>
              </a:extLst>
            </p:cNvPr>
            <p:cNvSpPr/>
            <p:nvPr userDrawn="1"/>
          </p:nvSpPr>
          <p:spPr>
            <a:xfrm>
              <a:off x="6184680" y="3415851"/>
              <a:ext cx="791510" cy="664397"/>
            </a:xfrm>
            <a:prstGeom prst="rect">
              <a:avLst/>
            </a:prstGeom>
            <a:solidFill>
              <a:srgbClr val="F28944"/>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charset="0"/>
                  <a:ea typeface="Arial" charset="0"/>
                  <a:cs typeface="Arial" charset="0"/>
                </a:rPr>
                <a:t>RGB</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242/137/68</a:t>
              </a:r>
              <a:endParaRPr kumimoji="1" lang="mr-IN" altLang="zh-CN" sz="500" b="1" dirty="0">
                <a:solidFill>
                  <a:srgbClr val="FFFFFF"/>
                </a:solidFill>
                <a:latin typeface="Arial" charset="0"/>
                <a:ea typeface="Arial" charset="0"/>
                <a:cs typeface="Arial" charset="0"/>
              </a:endParaRPr>
            </a:p>
          </p:txBody>
        </p:sp>
        <p:sp>
          <p:nvSpPr>
            <p:cNvPr id="96" name="矩形 13">
              <a:extLst>
                <a:ext uri="{FF2B5EF4-FFF2-40B4-BE49-F238E27FC236}">
                  <a16:creationId xmlns:a16="http://schemas.microsoft.com/office/drawing/2014/main" id="{42823EBB-E62E-F149-AC9A-09950051F283}"/>
                </a:ext>
              </a:extLst>
            </p:cNvPr>
            <p:cNvSpPr/>
            <p:nvPr userDrawn="1"/>
          </p:nvSpPr>
          <p:spPr>
            <a:xfrm>
              <a:off x="5353240" y="184963"/>
              <a:ext cx="791510" cy="664397"/>
            </a:xfrm>
            <a:prstGeom prst="rect">
              <a:avLst/>
            </a:prstGeom>
            <a:solidFill>
              <a:srgbClr val="C7000B"/>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chemeClr val="tx2"/>
                  </a:solidFill>
                  <a:latin typeface="Arial" charset="0"/>
                  <a:ea typeface="Arial" charset="0"/>
                  <a:cs typeface="Arial" charset="0"/>
                </a:rPr>
                <a:t>PANTONE 185C</a:t>
              </a:r>
            </a:p>
            <a:p>
              <a:pPr algn="ctr">
                <a:lnSpc>
                  <a:spcPts val="620"/>
                </a:lnSpc>
                <a:spcBef>
                  <a:spcPts val="0"/>
                </a:spcBef>
              </a:pPr>
              <a:r>
                <a:rPr kumimoji="1" lang="en-US" altLang="zh-CN" sz="500" b="1" dirty="0">
                  <a:solidFill>
                    <a:schemeClr val="tx2"/>
                  </a:solidFill>
                  <a:latin typeface="Arial" charset="0"/>
                  <a:ea typeface="Arial" charset="0"/>
                  <a:cs typeface="Arial" charset="0"/>
                </a:rPr>
                <a:t>RGB </a:t>
              </a:r>
              <a:br>
                <a:rPr kumimoji="1" lang="en-US" altLang="zh-CN" sz="500" b="1" dirty="0">
                  <a:solidFill>
                    <a:schemeClr val="tx2"/>
                  </a:solidFill>
                  <a:latin typeface="Arial" charset="0"/>
                  <a:ea typeface="Arial" charset="0"/>
                  <a:cs typeface="Arial" charset="0"/>
                </a:rPr>
              </a:br>
              <a:r>
                <a:rPr kumimoji="1" lang="en-US" altLang="zh-CN" sz="500" b="1" dirty="0">
                  <a:solidFill>
                    <a:schemeClr val="tx2"/>
                  </a:solidFill>
                  <a:latin typeface="Arial" charset="0"/>
                  <a:ea typeface="Arial" charset="0"/>
                  <a:cs typeface="Arial" charset="0"/>
                </a:rPr>
                <a:t>199/0/11  </a:t>
              </a:r>
            </a:p>
          </p:txBody>
        </p:sp>
        <p:sp>
          <p:nvSpPr>
            <p:cNvPr id="97" name="文本框 15">
              <a:extLst>
                <a:ext uri="{FF2B5EF4-FFF2-40B4-BE49-F238E27FC236}">
                  <a16:creationId xmlns:a16="http://schemas.microsoft.com/office/drawing/2014/main" id="{EA01C299-6FF2-3642-AAEC-A1DF62D9C654}"/>
                </a:ext>
              </a:extLst>
            </p:cNvPr>
            <p:cNvSpPr txBox="1"/>
            <p:nvPr userDrawn="1"/>
          </p:nvSpPr>
          <p:spPr>
            <a:xfrm>
              <a:off x="5343885" y="-48857"/>
              <a:ext cx="726488" cy="204645"/>
            </a:xfrm>
            <a:prstGeom prst="rect">
              <a:avLst/>
            </a:prstGeom>
            <a:noFill/>
          </p:spPr>
          <p:txBody>
            <a:bodyPr wrap="square" lIns="0" tIns="0" rIns="0" bIns="0" rtlCol="0" anchor="b" anchorCtr="0">
              <a:spAutoFit/>
            </a:bodyPr>
            <a:lstStyle/>
            <a:p>
              <a:pPr algn="l">
                <a:lnSpc>
                  <a:spcPct val="100000"/>
                </a:lnSpc>
              </a:pPr>
              <a:r>
                <a:rPr kumimoji="1" lang="zh-CN" altLang="en-US" sz="800" b="0" i="0" dirty="0">
                  <a:solidFill>
                    <a:schemeClr val="tx1"/>
                  </a:solidFill>
                  <a:latin typeface="Microsoft YaHei" panose="020B0503020204020204" pitchFamily="34" charset="-122"/>
                  <a:ea typeface="Microsoft YaHei" panose="020B0503020204020204" pitchFamily="34" charset="-122"/>
                </a:rPr>
                <a:t>公司色</a:t>
              </a:r>
            </a:p>
          </p:txBody>
        </p:sp>
        <p:sp>
          <p:nvSpPr>
            <p:cNvPr id="98" name="矩形 13">
              <a:extLst>
                <a:ext uri="{FF2B5EF4-FFF2-40B4-BE49-F238E27FC236}">
                  <a16:creationId xmlns:a16="http://schemas.microsoft.com/office/drawing/2014/main" id="{B84AB502-165F-764A-9621-65CA8CBBEAEA}"/>
                </a:ext>
              </a:extLst>
            </p:cNvPr>
            <p:cNvSpPr/>
            <p:nvPr userDrawn="1"/>
          </p:nvSpPr>
          <p:spPr>
            <a:xfrm>
              <a:off x="5352600" y="918047"/>
              <a:ext cx="791510" cy="664397"/>
            </a:xfrm>
            <a:prstGeom prst="rect">
              <a:avLst/>
            </a:prstGeom>
            <a:solidFill>
              <a:srgbClr val="C8102E"/>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chemeClr val="tx2"/>
                  </a:solidFill>
                  <a:latin typeface="Arial" charset="0"/>
                  <a:ea typeface="Arial" charset="0"/>
                  <a:cs typeface="Arial" charset="0"/>
                </a:rPr>
                <a:t>PANTONE 186C</a:t>
              </a:r>
            </a:p>
            <a:p>
              <a:pPr algn="ctr">
                <a:lnSpc>
                  <a:spcPts val="620"/>
                </a:lnSpc>
              </a:pPr>
              <a:r>
                <a:rPr kumimoji="1" lang="en-US" altLang="zh-CN" sz="500" b="1" dirty="0">
                  <a:solidFill>
                    <a:schemeClr val="tx2"/>
                  </a:solidFill>
                  <a:latin typeface="Arial" charset="0"/>
                  <a:ea typeface="Arial" charset="0"/>
                  <a:cs typeface="Arial" charset="0"/>
                </a:rPr>
                <a:t>RGB</a:t>
              </a:r>
              <a:br>
                <a:rPr kumimoji="1" lang="en-US" altLang="zh-CN" sz="500" b="1" dirty="0">
                  <a:solidFill>
                    <a:schemeClr val="tx2"/>
                  </a:solidFill>
                  <a:latin typeface="Arial" charset="0"/>
                  <a:ea typeface="Arial" charset="0"/>
                  <a:cs typeface="Arial" charset="0"/>
                </a:rPr>
              </a:br>
              <a:r>
                <a:rPr kumimoji="1" lang="en-US" altLang="zh-CN" sz="500" b="1" dirty="0">
                  <a:solidFill>
                    <a:schemeClr val="tx2"/>
                  </a:solidFill>
                  <a:latin typeface="Arial" charset="0"/>
                  <a:ea typeface="Arial" charset="0"/>
                  <a:cs typeface="Arial" charset="0"/>
                </a:rPr>
                <a:t>200/16/46  </a:t>
              </a:r>
            </a:p>
          </p:txBody>
        </p:sp>
        <p:sp>
          <p:nvSpPr>
            <p:cNvPr id="99" name="矩形 13">
              <a:extLst>
                <a:ext uri="{FF2B5EF4-FFF2-40B4-BE49-F238E27FC236}">
                  <a16:creationId xmlns:a16="http://schemas.microsoft.com/office/drawing/2014/main" id="{CB8870E8-3E95-764C-B621-A168E194CC7A}"/>
                </a:ext>
              </a:extLst>
            </p:cNvPr>
            <p:cNvSpPr/>
            <p:nvPr userDrawn="1"/>
          </p:nvSpPr>
          <p:spPr>
            <a:xfrm>
              <a:off x="5354164" y="2665974"/>
              <a:ext cx="791510" cy="664397"/>
            </a:xfrm>
            <a:prstGeom prst="rect">
              <a:avLst/>
            </a:prstGeom>
            <a:solidFill>
              <a:srgbClr val="7F000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charset="0"/>
                  <a:ea typeface="Arial" charset="0"/>
                  <a:cs typeface="Arial" charset="0"/>
                </a:rPr>
                <a:t>RGB</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127/0/1</a:t>
              </a:r>
            </a:p>
          </p:txBody>
        </p:sp>
        <p:sp>
          <p:nvSpPr>
            <p:cNvPr id="100" name="矩形 13">
              <a:extLst>
                <a:ext uri="{FF2B5EF4-FFF2-40B4-BE49-F238E27FC236}">
                  <a16:creationId xmlns:a16="http://schemas.microsoft.com/office/drawing/2014/main" id="{356EF69A-1936-544F-A95F-0664F4E186D5}"/>
                </a:ext>
              </a:extLst>
            </p:cNvPr>
            <p:cNvSpPr/>
            <p:nvPr userDrawn="1"/>
          </p:nvSpPr>
          <p:spPr>
            <a:xfrm>
              <a:off x="5354164" y="4134866"/>
              <a:ext cx="791510" cy="664397"/>
            </a:xfrm>
            <a:prstGeom prst="rect">
              <a:avLst/>
            </a:prstGeom>
            <a:solidFill>
              <a:srgbClr val="FCC800"/>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charset="0"/>
                  <a:ea typeface="Arial" charset="0"/>
                  <a:cs typeface="Arial" charset="0"/>
                </a:rPr>
                <a:t>RGB</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52/200/0</a:t>
              </a:r>
            </a:p>
          </p:txBody>
        </p:sp>
        <p:sp>
          <p:nvSpPr>
            <p:cNvPr id="101" name="矩形 13">
              <a:extLst>
                <a:ext uri="{FF2B5EF4-FFF2-40B4-BE49-F238E27FC236}">
                  <a16:creationId xmlns:a16="http://schemas.microsoft.com/office/drawing/2014/main" id="{03EBAB43-95A5-1C4A-8458-B86EB3D51FCA}"/>
                </a:ext>
              </a:extLst>
            </p:cNvPr>
            <p:cNvSpPr/>
            <p:nvPr userDrawn="1"/>
          </p:nvSpPr>
          <p:spPr>
            <a:xfrm>
              <a:off x="5354164" y="5596166"/>
              <a:ext cx="791510" cy="664397"/>
            </a:xfrm>
            <a:prstGeom prst="rect">
              <a:avLst/>
            </a:prstGeom>
            <a:solidFill>
              <a:srgbClr val="30B5C5"/>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charset="0"/>
                  <a:ea typeface="Arial" charset="0"/>
                  <a:cs typeface="Arial" charset="0"/>
                </a:rPr>
                <a:t>RGB </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48/181/197</a:t>
              </a:r>
            </a:p>
          </p:txBody>
        </p:sp>
        <p:sp>
          <p:nvSpPr>
            <p:cNvPr id="102" name="矩形 13">
              <a:extLst>
                <a:ext uri="{FF2B5EF4-FFF2-40B4-BE49-F238E27FC236}">
                  <a16:creationId xmlns:a16="http://schemas.microsoft.com/office/drawing/2014/main" id="{371A8520-F934-304C-B57F-B49F768694E2}"/>
                </a:ext>
              </a:extLst>
            </p:cNvPr>
            <p:cNvSpPr/>
            <p:nvPr userDrawn="1"/>
          </p:nvSpPr>
          <p:spPr>
            <a:xfrm>
              <a:off x="6194511" y="4866463"/>
              <a:ext cx="791510" cy="664397"/>
            </a:xfrm>
            <a:prstGeom prst="rect">
              <a:avLst/>
            </a:prstGeom>
            <a:solidFill>
              <a:srgbClr val="81C15F"/>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charset="0"/>
                  <a:ea typeface="Arial" charset="0"/>
                  <a:cs typeface="Arial" charset="0"/>
                </a:rPr>
                <a:t>RGB</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129/193/95</a:t>
              </a:r>
            </a:p>
          </p:txBody>
        </p:sp>
        <p:sp>
          <p:nvSpPr>
            <p:cNvPr id="103" name="矩形 13">
              <a:extLst>
                <a:ext uri="{FF2B5EF4-FFF2-40B4-BE49-F238E27FC236}">
                  <a16:creationId xmlns:a16="http://schemas.microsoft.com/office/drawing/2014/main" id="{B83004D7-279B-C14E-9FCF-870FA1B74FDF}"/>
                </a:ext>
              </a:extLst>
            </p:cNvPr>
            <p:cNvSpPr/>
            <p:nvPr userDrawn="1"/>
          </p:nvSpPr>
          <p:spPr>
            <a:xfrm>
              <a:off x="6192274" y="4134866"/>
              <a:ext cx="791510" cy="664397"/>
            </a:xfrm>
            <a:prstGeom prst="rect">
              <a:avLst/>
            </a:prstGeom>
            <a:solidFill>
              <a:srgbClr val="FDD35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charset="0"/>
                  <a:ea typeface="Arial" charset="0"/>
                  <a:cs typeface="Arial" charset="0"/>
                </a:rPr>
                <a:t>RGB</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253/211/81</a:t>
              </a:r>
            </a:p>
          </p:txBody>
        </p:sp>
        <p:sp>
          <p:nvSpPr>
            <p:cNvPr id="104" name="矩形 13">
              <a:extLst>
                <a:ext uri="{FF2B5EF4-FFF2-40B4-BE49-F238E27FC236}">
                  <a16:creationId xmlns:a16="http://schemas.microsoft.com/office/drawing/2014/main" id="{99635968-4E69-CC41-9D78-6DF253FE3035}"/>
                </a:ext>
              </a:extLst>
            </p:cNvPr>
            <p:cNvSpPr/>
            <p:nvPr userDrawn="1"/>
          </p:nvSpPr>
          <p:spPr>
            <a:xfrm>
              <a:off x="6192274" y="5596166"/>
              <a:ext cx="791510" cy="664397"/>
            </a:xfrm>
            <a:prstGeom prst="rect">
              <a:avLst/>
            </a:prstGeom>
            <a:solidFill>
              <a:srgbClr val="56C4D2"/>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charset="0"/>
                  <a:ea typeface="Arial" charset="0"/>
                  <a:cs typeface="Arial" charset="0"/>
                </a:rPr>
                <a:t>RGB </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86/196/210</a:t>
              </a:r>
            </a:p>
          </p:txBody>
        </p:sp>
        <p:sp>
          <p:nvSpPr>
            <p:cNvPr id="105" name="矩形 13">
              <a:extLst>
                <a:ext uri="{FF2B5EF4-FFF2-40B4-BE49-F238E27FC236}">
                  <a16:creationId xmlns:a16="http://schemas.microsoft.com/office/drawing/2014/main" id="{BDBE4949-07B7-F046-AD95-68E4B0C11CCD}"/>
                </a:ext>
              </a:extLst>
            </p:cNvPr>
            <p:cNvSpPr/>
            <p:nvPr/>
          </p:nvSpPr>
          <p:spPr>
            <a:xfrm>
              <a:off x="6186245" y="184963"/>
              <a:ext cx="791510" cy="664397"/>
            </a:xfrm>
            <a:prstGeom prst="rect">
              <a:avLst/>
            </a:prstGeom>
            <a:solidFill>
              <a:srgbClr val="D3394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charset="0"/>
                  <a:ea typeface="Arial" charset="0"/>
                  <a:cs typeface="Arial" charset="0"/>
                </a:rPr>
                <a:t>RGB </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211/57/65</a:t>
              </a:r>
            </a:p>
          </p:txBody>
        </p:sp>
        <p:sp>
          <p:nvSpPr>
            <p:cNvPr id="106" name="矩形 13">
              <a:extLst>
                <a:ext uri="{FF2B5EF4-FFF2-40B4-BE49-F238E27FC236}">
                  <a16:creationId xmlns:a16="http://schemas.microsoft.com/office/drawing/2014/main" id="{AA9F9E00-6A31-F14B-A2E4-79908835FD14}"/>
                </a:ext>
              </a:extLst>
            </p:cNvPr>
            <p:cNvSpPr/>
            <p:nvPr/>
          </p:nvSpPr>
          <p:spPr>
            <a:xfrm>
              <a:off x="6185604" y="918047"/>
              <a:ext cx="791510" cy="664397"/>
            </a:xfrm>
            <a:prstGeom prst="rect">
              <a:avLst/>
            </a:prstGeom>
            <a:solidFill>
              <a:srgbClr val="D33859"/>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charset="0"/>
                  <a:ea typeface="Arial" charset="0"/>
                  <a:cs typeface="Arial" charset="0"/>
                </a:rPr>
                <a:t>RGB </a:t>
              </a:r>
            </a:p>
            <a:p>
              <a:pPr algn="ctr">
                <a:lnSpc>
                  <a:spcPts val="620"/>
                </a:lnSpc>
              </a:pPr>
              <a:r>
                <a:rPr kumimoji="1" lang="en-US" altLang="zh-CN" sz="500" b="1" dirty="0">
                  <a:solidFill>
                    <a:srgbClr val="FFFFFF"/>
                  </a:solidFill>
                  <a:latin typeface="Arial" charset="0"/>
                  <a:ea typeface="Arial" charset="0"/>
                  <a:cs typeface="Arial" charset="0"/>
                </a:rPr>
                <a:t>211/56/89</a:t>
              </a:r>
            </a:p>
          </p:txBody>
        </p:sp>
        <p:sp>
          <p:nvSpPr>
            <p:cNvPr id="107" name="矩形 13">
              <a:extLst>
                <a:ext uri="{FF2B5EF4-FFF2-40B4-BE49-F238E27FC236}">
                  <a16:creationId xmlns:a16="http://schemas.microsoft.com/office/drawing/2014/main" id="{38715A31-485E-B744-B409-43F9F04B48F7}"/>
                </a:ext>
              </a:extLst>
            </p:cNvPr>
            <p:cNvSpPr/>
            <p:nvPr/>
          </p:nvSpPr>
          <p:spPr>
            <a:xfrm>
              <a:off x="6996262" y="1934171"/>
              <a:ext cx="791510" cy="664397"/>
            </a:xfrm>
            <a:prstGeom prst="rect">
              <a:avLst/>
            </a:prstGeom>
            <a:solidFill>
              <a:srgbClr val="DD80AA"/>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charset="0"/>
                  <a:ea typeface="Arial" charset="0"/>
                  <a:cs typeface="Arial" charset="0"/>
                </a:rPr>
                <a:t>RGB 221/128/170</a:t>
              </a:r>
            </a:p>
          </p:txBody>
        </p:sp>
        <p:sp>
          <p:nvSpPr>
            <p:cNvPr id="108" name="矩形 13">
              <a:extLst>
                <a:ext uri="{FF2B5EF4-FFF2-40B4-BE49-F238E27FC236}">
                  <a16:creationId xmlns:a16="http://schemas.microsoft.com/office/drawing/2014/main" id="{4AE1609B-25DD-2C4A-B05B-D18ADBC39C71}"/>
                </a:ext>
              </a:extLst>
            </p:cNvPr>
            <p:cNvSpPr/>
            <p:nvPr/>
          </p:nvSpPr>
          <p:spPr>
            <a:xfrm>
              <a:off x="6996262" y="2673360"/>
              <a:ext cx="791510" cy="664397"/>
            </a:xfrm>
            <a:prstGeom prst="rect">
              <a:avLst/>
            </a:prstGeom>
            <a:solidFill>
              <a:srgbClr val="BF8082"/>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78" rtl="0" eaLnBrk="1" fontAlgn="auto" latinLnBrk="0" hangingPunct="1">
                <a:lnSpc>
                  <a:spcPts val="620"/>
                </a:lnSpc>
                <a:spcBef>
                  <a:spcPts val="0"/>
                </a:spcBef>
                <a:spcAft>
                  <a:spcPts val="0"/>
                </a:spcAft>
                <a:buClrTx/>
                <a:buSzTx/>
                <a:buFontTx/>
                <a:buNone/>
                <a:tabLst/>
                <a:defRPr/>
              </a:pPr>
              <a:r>
                <a:rPr kumimoji="1" lang="en-US" altLang="zh-CN" sz="500" b="1" dirty="0">
                  <a:solidFill>
                    <a:srgbClr val="595757"/>
                  </a:solidFill>
                  <a:latin typeface="Arial" charset="0"/>
                  <a:ea typeface="Arial" charset="0"/>
                  <a:cs typeface="Arial" charset="0"/>
                </a:rPr>
                <a:t>RGB 191/128/130</a:t>
              </a:r>
            </a:p>
          </p:txBody>
        </p:sp>
        <p:sp>
          <p:nvSpPr>
            <p:cNvPr id="109" name="矩形 13">
              <a:extLst>
                <a:ext uri="{FF2B5EF4-FFF2-40B4-BE49-F238E27FC236}">
                  <a16:creationId xmlns:a16="http://schemas.microsoft.com/office/drawing/2014/main" id="{ECE90F9F-DBBC-0B49-A42C-8B62397E473E}"/>
                </a:ext>
              </a:extLst>
            </p:cNvPr>
            <p:cNvSpPr/>
            <p:nvPr/>
          </p:nvSpPr>
          <p:spPr>
            <a:xfrm>
              <a:off x="6996262" y="3415851"/>
              <a:ext cx="791510" cy="664397"/>
            </a:xfrm>
            <a:prstGeom prst="rect">
              <a:avLst/>
            </a:prstGeom>
            <a:solidFill>
              <a:srgbClr val="F6B78C"/>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charset="0"/>
                  <a:ea typeface="Arial" charset="0"/>
                  <a:cs typeface="Arial" charset="0"/>
                </a:rPr>
                <a:t>RGB 246/183/140</a:t>
              </a:r>
              <a:endParaRPr kumimoji="1" lang="mr-IN" altLang="zh-CN" sz="500" b="1" dirty="0">
                <a:solidFill>
                  <a:srgbClr val="595757"/>
                </a:solidFill>
                <a:latin typeface="Arial" charset="0"/>
                <a:ea typeface="Arial" charset="0"/>
                <a:cs typeface="Arial" charset="0"/>
              </a:endParaRPr>
            </a:p>
          </p:txBody>
        </p:sp>
        <p:sp>
          <p:nvSpPr>
            <p:cNvPr id="110" name="矩形 13">
              <a:extLst>
                <a:ext uri="{FF2B5EF4-FFF2-40B4-BE49-F238E27FC236}">
                  <a16:creationId xmlns:a16="http://schemas.microsoft.com/office/drawing/2014/main" id="{D5B387BA-F8B8-B54E-966E-F24E271747C4}"/>
                </a:ext>
              </a:extLst>
            </p:cNvPr>
            <p:cNvSpPr/>
            <p:nvPr/>
          </p:nvSpPr>
          <p:spPr>
            <a:xfrm>
              <a:off x="7006093" y="4866463"/>
              <a:ext cx="791510" cy="664397"/>
            </a:xfrm>
            <a:prstGeom prst="rect">
              <a:avLst/>
            </a:prstGeom>
            <a:solidFill>
              <a:srgbClr val="AFD89C"/>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charset="0"/>
                  <a:ea typeface="Arial" charset="0"/>
                  <a:cs typeface="Arial" charset="0"/>
                </a:rPr>
                <a:t>RGB 176/216/156</a:t>
              </a:r>
            </a:p>
          </p:txBody>
        </p:sp>
        <p:sp>
          <p:nvSpPr>
            <p:cNvPr id="111" name="矩形 13">
              <a:extLst>
                <a:ext uri="{FF2B5EF4-FFF2-40B4-BE49-F238E27FC236}">
                  <a16:creationId xmlns:a16="http://schemas.microsoft.com/office/drawing/2014/main" id="{E6C9B99E-8C1C-2B49-B82E-3C754B8E5C02}"/>
                </a:ext>
              </a:extLst>
            </p:cNvPr>
            <p:cNvSpPr/>
            <p:nvPr/>
          </p:nvSpPr>
          <p:spPr>
            <a:xfrm>
              <a:off x="7003856" y="4134866"/>
              <a:ext cx="791510" cy="664397"/>
            </a:xfrm>
            <a:prstGeom prst="rect">
              <a:avLst/>
            </a:prstGeom>
            <a:solidFill>
              <a:srgbClr val="FDE397"/>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charset="0"/>
                  <a:ea typeface="Arial" charset="0"/>
                  <a:cs typeface="Arial" charset="0"/>
                </a:rPr>
                <a:t>RGB 253/227/181</a:t>
              </a:r>
            </a:p>
          </p:txBody>
        </p:sp>
        <p:sp>
          <p:nvSpPr>
            <p:cNvPr id="112" name="矩形 13">
              <a:extLst>
                <a:ext uri="{FF2B5EF4-FFF2-40B4-BE49-F238E27FC236}">
                  <a16:creationId xmlns:a16="http://schemas.microsoft.com/office/drawing/2014/main" id="{0106BFA2-9DE1-3A42-A6C6-69BCE0FA34F4}"/>
                </a:ext>
              </a:extLst>
            </p:cNvPr>
            <p:cNvSpPr/>
            <p:nvPr/>
          </p:nvSpPr>
          <p:spPr>
            <a:xfrm>
              <a:off x="7003856" y="5596166"/>
              <a:ext cx="791510" cy="664397"/>
            </a:xfrm>
            <a:prstGeom prst="rect">
              <a:avLst/>
            </a:prstGeom>
            <a:solidFill>
              <a:srgbClr val="94DAE2"/>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charset="0"/>
                  <a:ea typeface="Arial" charset="0"/>
                  <a:cs typeface="Arial" charset="0"/>
                </a:rPr>
                <a:t>RGB 148/218/226</a:t>
              </a:r>
            </a:p>
          </p:txBody>
        </p:sp>
        <p:sp>
          <p:nvSpPr>
            <p:cNvPr id="113" name="矩形 13">
              <a:extLst>
                <a:ext uri="{FF2B5EF4-FFF2-40B4-BE49-F238E27FC236}">
                  <a16:creationId xmlns:a16="http://schemas.microsoft.com/office/drawing/2014/main" id="{F760C1C5-4342-C346-A7D2-D101978EDF66}"/>
                </a:ext>
              </a:extLst>
            </p:cNvPr>
            <p:cNvSpPr/>
            <p:nvPr/>
          </p:nvSpPr>
          <p:spPr>
            <a:xfrm>
              <a:off x="6997826" y="184963"/>
              <a:ext cx="791510" cy="664397"/>
            </a:xfrm>
            <a:prstGeom prst="rect">
              <a:avLst/>
            </a:prstGeom>
            <a:solidFill>
              <a:srgbClr val="E28189"/>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charset="0"/>
                  <a:ea typeface="Arial" charset="0"/>
                  <a:cs typeface="Arial" charset="0"/>
                </a:rPr>
                <a:t>RGB 226/129/137</a:t>
              </a:r>
            </a:p>
          </p:txBody>
        </p:sp>
        <p:sp>
          <p:nvSpPr>
            <p:cNvPr id="114" name="矩形 13">
              <a:extLst>
                <a:ext uri="{FF2B5EF4-FFF2-40B4-BE49-F238E27FC236}">
                  <a16:creationId xmlns:a16="http://schemas.microsoft.com/office/drawing/2014/main" id="{5BB50A4A-0B64-7E4C-824C-1EBCA1A992CF}"/>
                </a:ext>
              </a:extLst>
            </p:cNvPr>
            <p:cNvSpPr/>
            <p:nvPr/>
          </p:nvSpPr>
          <p:spPr>
            <a:xfrm>
              <a:off x="6997185" y="918047"/>
              <a:ext cx="791510" cy="664397"/>
            </a:xfrm>
            <a:prstGeom prst="rect">
              <a:avLst/>
            </a:prstGeom>
            <a:solidFill>
              <a:srgbClr val="E28198"/>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charset="0"/>
                  <a:ea typeface="Arial" charset="0"/>
                  <a:cs typeface="Arial" charset="0"/>
                </a:rPr>
                <a:t>RGB 226/129/152</a:t>
              </a:r>
            </a:p>
          </p:txBody>
        </p:sp>
        <p:sp>
          <p:nvSpPr>
            <p:cNvPr id="115" name="矩形 13">
              <a:extLst>
                <a:ext uri="{FF2B5EF4-FFF2-40B4-BE49-F238E27FC236}">
                  <a16:creationId xmlns:a16="http://schemas.microsoft.com/office/drawing/2014/main" id="{756A7E25-6C44-8A44-A8C5-61D19BC9EDAF}"/>
                </a:ext>
              </a:extLst>
            </p:cNvPr>
            <p:cNvSpPr/>
            <p:nvPr userDrawn="1"/>
          </p:nvSpPr>
          <p:spPr>
            <a:xfrm>
              <a:off x="7806130" y="1934171"/>
              <a:ext cx="791510" cy="664397"/>
            </a:xfrm>
            <a:prstGeom prst="rect">
              <a:avLst/>
            </a:prstGeom>
            <a:solidFill>
              <a:srgbClr val="EBB3CC"/>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charset="0"/>
                  <a:ea typeface="Arial" charset="0"/>
                  <a:cs typeface="Arial" charset="0"/>
                </a:rPr>
                <a:t>RGB 235/179/204</a:t>
              </a:r>
            </a:p>
          </p:txBody>
        </p:sp>
        <p:sp>
          <p:nvSpPr>
            <p:cNvPr id="116" name="矩形 13">
              <a:extLst>
                <a:ext uri="{FF2B5EF4-FFF2-40B4-BE49-F238E27FC236}">
                  <a16:creationId xmlns:a16="http://schemas.microsoft.com/office/drawing/2014/main" id="{96588389-39CD-DF4E-B9AC-92091E25724E}"/>
                </a:ext>
              </a:extLst>
            </p:cNvPr>
            <p:cNvSpPr/>
            <p:nvPr/>
          </p:nvSpPr>
          <p:spPr>
            <a:xfrm>
              <a:off x="7806130" y="2673360"/>
              <a:ext cx="791510" cy="664397"/>
            </a:xfrm>
            <a:prstGeom prst="rect">
              <a:avLst/>
            </a:prstGeom>
            <a:solidFill>
              <a:srgbClr val="D8B3B3"/>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78" rtl="0" eaLnBrk="1" fontAlgn="auto" latinLnBrk="0" hangingPunct="1">
                <a:lnSpc>
                  <a:spcPts val="620"/>
                </a:lnSpc>
                <a:spcBef>
                  <a:spcPts val="0"/>
                </a:spcBef>
                <a:spcAft>
                  <a:spcPts val="0"/>
                </a:spcAft>
                <a:buClrTx/>
                <a:buSzTx/>
                <a:buFontTx/>
                <a:buNone/>
                <a:tabLst/>
                <a:defRPr/>
              </a:pPr>
              <a:r>
                <a:rPr kumimoji="1" lang="en-US" altLang="zh-CN" sz="500" b="1" dirty="0">
                  <a:solidFill>
                    <a:srgbClr val="595757"/>
                  </a:solidFill>
                  <a:latin typeface="Arial" charset="0"/>
                  <a:ea typeface="Arial" charset="0"/>
                  <a:cs typeface="Arial" charset="0"/>
                </a:rPr>
                <a:t>RGB 216/179/179</a:t>
              </a:r>
            </a:p>
          </p:txBody>
        </p:sp>
        <p:sp>
          <p:nvSpPr>
            <p:cNvPr id="117" name="矩形 13">
              <a:extLst>
                <a:ext uri="{FF2B5EF4-FFF2-40B4-BE49-F238E27FC236}">
                  <a16:creationId xmlns:a16="http://schemas.microsoft.com/office/drawing/2014/main" id="{20725C9F-31AE-DB44-B70A-B4ECDEC0BC00}"/>
                </a:ext>
              </a:extLst>
            </p:cNvPr>
            <p:cNvSpPr/>
            <p:nvPr/>
          </p:nvSpPr>
          <p:spPr>
            <a:xfrm>
              <a:off x="7806130" y="3415851"/>
              <a:ext cx="791510" cy="664397"/>
            </a:xfrm>
            <a:prstGeom prst="rect">
              <a:avLst/>
            </a:prstGeom>
            <a:solidFill>
              <a:srgbClr val="FAD3BB"/>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charset="0"/>
                  <a:ea typeface="Arial" charset="0"/>
                  <a:cs typeface="Arial" charset="0"/>
                </a:rPr>
                <a:t>RGB 250/211/187</a:t>
              </a:r>
              <a:endParaRPr kumimoji="1" lang="mr-IN" altLang="zh-CN" sz="500" b="1" dirty="0">
                <a:solidFill>
                  <a:srgbClr val="595757"/>
                </a:solidFill>
                <a:latin typeface="Arial" charset="0"/>
                <a:ea typeface="Arial" charset="0"/>
                <a:cs typeface="Arial" charset="0"/>
              </a:endParaRPr>
            </a:p>
          </p:txBody>
        </p:sp>
        <p:sp>
          <p:nvSpPr>
            <p:cNvPr id="118" name="矩形 13">
              <a:extLst>
                <a:ext uri="{FF2B5EF4-FFF2-40B4-BE49-F238E27FC236}">
                  <a16:creationId xmlns:a16="http://schemas.microsoft.com/office/drawing/2014/main" id="{AC5BCC27-B68D-0743-8E0B-E25F8D01C3A4}"/>
                </a:ext>
              </a:extLst>
            </p:cNvPr>
            <p:cNvSpPr/>
            <p:nvPr/>
          </p:nvSpPr>
          <p:spPr>
            <a:xfrm>
              <a:off x="7815961" y="4866463"/>
              <a:ext cx="791510" cy="664397"/>
            </a:xfrm>
            <a:prstGeom prst="rect">
              <a:avLst/>
            </a:prstGeom>
            <a:solidFill>
              <a:srgbClr val="D0E8C4"/>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charset="0"/>
                  <a:ea typeface="Arial" charset="0"/>
                  <a:cs typeface="Arial" charset="0"/>
                </a:rPr>
                <a:t>RGB 208/232/196</a:t>
              </a:r>
            </a:p>
          </p:txBody>
        </p:sp>
        <p:sp>
          <p:nvSpPr>
            <p:cNvPr id="119" name="矩形 13">
              <a:extLst>
                <a:ext uri="{FF2B5EF4-FFF2-40B4-BE49-F238E27FC236}">
                  <a16:creationId xmlns:a16="http://schemas.microsoft.com/office/drawing/2014/main" id="{51C2E83A-C975-6945-B2FD-5B22BBB53DB7}"/>
                </a:ext>
              </a:extLst>
            </p:cNvPr>
            <p:cNvSpPr/>
            <p:nvPr/>
          </p:nvSpPr>
          <p:spPr>
            <a:xfrm>
              <a:off x="7813724" y="4134866"/>
              <a:ext cx="791510" cy="664397"/>
            </a:xfrm>
            <a:prstGeom prst="rect">
              <a:avLst/>
            </a:prstGeom>
            <a:solidFill>
              <a:srgbClr val="FEEEC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charset="0"/>
                  <a:ea typeface="Arial" charset="0"/>
                  <a:cs typeface="Arial" charset="0"/>
                </a:rPr>
                <a:t>RGB 254/238/193</a:t>
              </a:r>
            </a:p>
          </p:txBody>
        </p:sp>
        <p:sp>
          <p:nvSpPr>
            <p:cNvPr id="120" name="矩形 13">
              <a:extLst>
                <a:ext uri="{FF2B5EF4-FFF2-40B4-BE49-F238E27FC236}">
                  <a16:creationId xmlns:a16="http://schemas.microsoft.com/office/drawing/2014/main" id="{BEE9A95F-6965-354F-A2C7-2E8C81DDA52F}"/>
                </a:ext>
              </a:extLst>
            </p:cNvPr>
            <p:cNvSpPr/>
            <p:nvPr/>
          </p:nvSpPr>
          <p:spPr>
            <a:xfrm>
              <a:off x="7813724" y="5596166"/>
              <a:ext cx="791510" cy="664397"/>
            </a:xfrm>
            <a:prstGeom prst="rect">
              <a:avLst/>
            </a:prstGeom>
            <a:solidFill>
              <a:srgbClr val="BEE9EE"/>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charset="0"/>
                  <a:ea typeface="Arial" charset="0"/>
                  <a:cs typeface="Arial" charset="0"/>
                </a:rPr>
                <a:t>RGB</a:t>
              </a:r>
              <a:br>
                <a:rPr kumimoji="1" lang="en-US" altLang="zh-CN" sz="500" b="1" dirty="0">
                  <a:solidFill>
                    <a:srgbClr val="595757"/>
                  </a:solidFill>
                  <a:latin typeface="Arial" charset="0"/>
                  <a:ea typeface="Arial" charset="0"/>
                  <a:cs typeface="Arial" charset="0"/>
                </a:rPr>
              </a:br>
              <a:r>
                <a:rPr kumimoji="1" lang="en-US" altLang="zh-CN" sz="500" b="1" dirty="0">
                  <a:solidFill>
                    <a:srgbClr val="595757"/>
                  </a:solidFill>
                  <a:latin typeface="Arial" charset="0"/>
                  <a:ea typeface="Arial" charset="0"/>
                  <a:cs typeface="Arial" charset="0"/>
                </a:rPr>
                <a:t>190/23/238</a:t>
              </a:r>
            </a:p>
          </p:txBody>
        </p:sp>
        <p:sp>
          <p:nvSpPr>
            <p:cNvPr id="121" name="矩形 13">
              <a:extLst>
                <a:ext uri="{FF2B5EF4-FFF2-40B4-BE49-F238E27FC236}">
                  <a16:creationId xmlns:a16="http://schemas.microsoft.com/office/drawing/2014/main" id="{509164EB-3DC4-7A4F-9E7C-06EBC981CD0A}"/>
                </a:ext>
              </a:extLst>
            </p:cNvPr>
            <p:cNvSpPr/>
            <p:nvPr/>
          </p:nvSpPr>
          <p:spPr>
            <a:xfrm>
              <a:off x="7807694" y="184963"/>
              <a:ext cx="791510" cy="664397"/>
            </a:xfrm>
            <a:prstGeom prst="rect">
              <a:avLst/>
            </a:prstGeom>
            <a:solidFill>
              <a:srgbClr val="EEB3B8"/>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charset="0"/>
                  <a:ea typeface="Arial" charset="0"/>
                  <a:cs typeface="Arial" charset="0"/>
                </a:rPr>
                <a:t>RGB 239/178/184</a:t>
              </a:r>
            </a:p>
          </p:txBody>
        </p:sp>
        <p:sp>
          <p:nvSpPr>
            <p:cNvPr id="122" name="矩形 13">
              <a:extLst>
                <a:ext uri="{FF2B5EF4-FFF2-40B4-BE49-F238E27FC236}">
                  <a16:creationId xmlns:a16="http://schemas.microsoft.com/office/drawing/2014/main" id="{667867DD-D3E6-3040-A7B5-39345C0CE2E3}"/>
                </a:ext>
              </a:extLst>
            </p:cNvPr>
            <p:cNvSpPr/>
            <p:nvPr/>
          </p:nvSpPr>
          <p:spPr>
            <a:xfrm>
              <a:off x="7807054" y="918047"/>
              <a:ext cx="791510" cy="664397"/>
            </a:xfrm>
            <a:prstGeom prst="rect">
              <a:avLst/>
            </a:prstGeom>
            <a:solidFill>
              <a:srgbClr val="EEB3C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charset="0"/>
                  <a:ea typeface="Arial" charset="0"/>
                  <a:cs typeface="Arial" charset="0"/>
                </a:rPr>
                <a:t>RGB 238/179/193</a:t>
              </a:r>
            </a:p>
          </p:txBody>
        </p:sp>
        <p:sp>
          <p:nvSpPr>
            <p:cNvPr id="123" name="矩形 13">
              <a:extLst>
                <a:ext uri="{FF2B5EF4-FFF2-40B4-BE49-F238E27FC236}">
                  <a16:creationId xmlns:a16="http://schemas.microsoft.com/office/drawing/2014/main" id="{9EE10597-3782-AB46-8453-89FA049C6C46}"/>
                </a:ext>
              </a:extLst>
            </p:cNvPr>
            <p:cNvSpPr/>
            <p:nvPr userDrawn="1"/>
          </p:nvSpPr>
          <p:spPr>
            <a:xfrm>
              <a:off x="5354169" y="6324025"/>
              <a:ext cx="513579" cy="664397"/>
            </a:xfrm>
            <a:prstGeom prst="rect">
              <a:avLst/>
            </a:prstGeom>
            <a:solidFill>
              <a:srgbClr val="221815"/>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charset="0"/>
                  <a:ea typeface="Arial" charset="0"/>
                  <a:cs typeface="Arial" charset="0"/>
                </a:rPr>
                <a:t>RGB </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35/24/21</a:t>
              </a:r>
            </a:p>
          </p:txBody>
        </p:sp>
        <p:sp>
          <p:nvSpPr>
            <p:cNvPr id="124" name="矩形 13">
              <a:extLst>
                <a:ext uri="{FF2B5EF4-FFF2-40B4-BE49-F238E27FC236}">
                  <a16:creationId xmlns:a16="http://schemas.microsoft.com/office/drawing/2014/main" id="{966B3529-B594-884C-BED0-5887B34BBBB8}"/>
                </a:ext>
              </a:extLst>
            </p:cNvPr>
            <p:cNvSpPr/>
            <p:nvPr userDrawn="1"/>
          </p:nvSpPr>
          <p:spPr>
            <a:xfrm>
              <a:off x="5900626" y="6324025"/>
              <a:ext cx="513579" cy="664397"/>
            </a:xfrm>
            <a:prstGeom prst="rect">
              <a:avLst/>
            </a:prstGeom>
            <a:solidFill>
              <a:srgbClr val="595757"/>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charset="0"/>
                  <a:ea typeface="Arial" charset="0"/>
                  <a:cs typeface="Arial" charset="0"/>
                </a:rPr>
                <a:t>RGB </a:t>
              </a:r>
            </a:p>
            <a:p>
              <a:pPr algn="ctr">
                <a:lnSpc>
                  <a:spcPts val="620"/>
                </a:lnSpc>
              </a:pPr>
              <a:r>
                <a:rPr kumimoji="1" lang="en-US" altLang="zh-CN" sz="500" b="1" dirty="0">
                  <a:solidFill>
                    <a:srgbClr val="FFFFFF"/>
                  </a:solidFill>
                  <a:latin typeface="Arial" charset="0"/>
                  <a:ea typeface="Arial" charset="0"/>
                  <a:cs typeface="Arial" charset="0"/>
                </a:rPr>
                <a:t>89/87/87</a:t>
              </a:r>
            </a:p>
          </p:txBody>
        </p:sp>
        <p:sp>
          <p:nvSpPr>
            <p:cNvPr id="125" name="矩形 13">
              <a:extLst>
                <a:ext uri="{FF2B5EF4-FFF2-40B4-BE49-F238E27FC236}">
                  <a16:creationId xmlns:a16="http://schemas.microsoft.com/office/drawing/2014/main" id="{0B0545C9-147F-584F-80D2-EF13876D7D33}"/>
                </a:ext>
              </a:extLst>
            </p:cNvPr>
            <p:cNvSpPr/>
            <p:nvPr userDrawn="1"/>
          </p:nvSpPr>
          <p:spPr>
            <a:xfrm>
              <a:off x="6450318" y="6324025"/>
              <a:ext cx="513579" cy="664397"/>
            </a:xfrm>
            <a:prstGeom prst="rect">
              <a:avLst/>
            </a:prstGeom>
            <a:solidFill>
              <a:srgbClr val="888888"/>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charset="0"/>
                  <a:ea typeface="Arial" charset="0"/>
                  <a:cs typeface="Arial" charset="0"/>
                </a:rPr>
                <a:t>RGB</a:t>
              </a:r>
            </a:p>
            <a:p>
              <a:pPr algn="ctr">
                <a:lnSpc>
                  <a:spcPts val="620"/>
                </a:lnSpc>
              </a:pPr>
              <a:r>
                <a:rPr kumimoji="1" lang="en-US" altLang="zh-CN" sz="500" b="1" dirty="0">
                  <a:solidFill>
                    <a:srgbClr val="FFFFFF"/>
                  </a:solidFill>
                  <a:latin typeface="Arial" charset="0"/>
                  <a:ea typeface="Arial" charset="0"/>
                  <a:cs typeface="Arial" charset="0"/>
                </a:rPr>
                <a:t>137/137/</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137</a:t>
              </a:r>
            </a:p>
          </p:txBody>
        </p:sp>
        <p:sp>
          <p:nvSpPr>
            <p:cNvPr id="126" name="矩形 13">
              <a:extLst>
                <a:ext uri="{FF2B5EF4-FFF2-40B4-BE49-F238E27FC236}">
                  <a16:creationId xmlns:a16="http://schemas.microsoft.com/office/drawing/2014/main" id="{44FD0A0B-0D45-3340-A523-465AC24134BF}"/>
                </a:ext>
              </a:extLst>
            </p:cNvPr>
            <p:cNvSpPr/>
            <p:nvPr userDrawn="1"/>
          </p:nvSpPr>
          <p:spPr>
            <a:xfrm>
              <a:off x="6998296" y="6324025"/>
              <a:ext cx="513579" cy="664397"/>
            </a:xfrm>
            <a:prstGeom prst="rect">
              <a:avLst/>
            </a:prstGeom>
            <a:solidFill>
              <a:srgbClr val="B5B5B5"/>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charset="0"/>
                  <a:ea typeface="Arial" charset="0"/>
                  <a:cs typeface="Arial" charset="0"/>
                </a:rPr>
                <a:t>RGB</a:t>
              </a:r>
            </a:p>
            <a:p>
              <a:pPr algn="ctr">
                <a:lnSpc>
                  <a:spcPts val="620"/>
                </a:lnSpc>
              </a:pPr>
              <a:r>
                <a:rPr kumimoji="1" lang="en-US" altLang="zh-CN" sz="500" b="1" dirty="0">
                  <a:solidFill>
                    <a:srgbClr val="FFFFFF"/>
                  </a:solidFill>
                  <a:latin typeface="Arial" charset="0"/>
                  <a:ea typeface="Arial" charset="0"/>
                  <a:cs typeface="Arial" charset="0"/>
                </a:rPr>
                <a:t>181/181/</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181</a:t>
              </a:r>
            </a:p>
          </p:txBody>
        </p:sp>
        <p:sp>
          <p:nvSpPr>
            <p:cNvPr id="127" name="矩形 13">
              <a:extLst>
                <a:ext uri="{FF2B5EF4-FFF2-40B4-BE49-F238E27FC236}">
                  <a16:creationId xmlns:a16="http://schemas.microsoft.com/office/drawing/2014/main" id="{2C404A07-276B-3648-BB25-4EDB5905448C}"/>
                </a:ext>
              </a:extLst>
            </p:cNvPr>
            <p:cNvSpPr/>
            <p:nvPr userDrawn="1"/>
          </p:nvSpPr>
          <p:spPr>
            <a:xfrm>
              <a:off x="7541580" y="6324025"/>
              <a:ext cx="513579" cy="664397"/>
            </a:xfrm>
            <a:prstGeom prst="rect">
              <a:avLst/>
            </a:prstGeom>
            <a:solidFill>
              <a:srgbClr val="DDDDDD"/>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charset="0"/>
                  <a:ea typeface="Arial" charset="0"/>
                  <a:cs typeface="Arial" charset="0"/>
                </a:rPr>
                <a:t>RGB 221/221/</a:t>
              </a:r>
              <a:br>
                <a:rPr kumimoji="1" lang="en-US" altLang="zh-CN" sz="500" b="1" dirty="0">
                  <a:solidFill>
                    <a:srgbClr val="595757"/>
                  </a:solidFill>
                  <a:latin typeface="Arial" charset="0"/>
                  <a:ea typeface="Arial" charset="0"/>
                  <a:cs typeface="Arial" charset="0"/>
                </a:rPr>
              </a:br>
              <a:r>
                <a:rPr kumimoji="1" lang="en-US" altLang="zh-CN" sz="500" b="1" dirty="0">
                  <a:solidFill>
                    <a:srgbClr val="595757"/>
                  </a:solidFill>
                  <a:latin typeface="Arial" charset="0"/>
                  <a:ea typeface="Arial" charset="0"/>
                  <a:cs typeface="Arial" charset="0"/>
                </a:rPr>
                <a:t>221</a:t>
              </a:r>
            </a:p>
          </p:txBody>
        </p:sp>
        <p:sp>
          <p:nvSpPr>
            <p:cNvPr id="128" name="矩形 13">
              <a:extLst>
                <a:ext uri="{FF2B5EF4-FFF2-40B4-BE49-F238E27FC236}">
                  <a16:creationId xmlns:a16="http://schemas.microsoft.com/office/drawing/2014/main" id="{72B0F29C-A346-8946-9B8E-8F1B9DFF7AD0}"/>
                </a:ext>
              </a:extLst>
            </p:cNvPr>
            <p:cNvSpPr/>
            <p:nvPr userDrawn="1"/>
          </p:nvSpPr>
          <p:spPr>
            <a:xfrm>
              <a:off x="8083608" y="6324025"/>
              <a:ext cx="513579" cy="664397"/>
            </a:xfrm>
            <a:prstGeom prst="rect">
              <a:avLst/>
            </a:prstGeom>
            <a:solidFill>
              <a:srgbClr val="FFFFFF"/>
            </a:solidFill>
            <a:ln w="6350">
              <a:solidFill>
                <a:srgbClr val="B5B5B5"/>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charset="0"/>
                  <a:ea typeface="Arial" charset="0"/>
                  <a:cs typeface="Arial" charset="0"/>
                </a:rPr>
                <a:t>RGB</a:t>
              </a:r>
            </a:p>
            <a:p>
              <a:pPr algn="ctr">
                <a:lnSpc>
                  <a:spcPts val="620"/>
                </a:lnSpc>
              </a:pPr>
              <a:r>
                <a:rPr kumimoji="1" lang="en-US" altLang="zh-CN" sz="500" b="1" dirty="0">
                  <a:solidFill>
                    <a:srgbClr val="595757"/>
                  </a:solidFill>
                  <a:latin typeface="Arial" charset="0"/>
                  <a:ea typeface="Arial" charset="0"/>
                  <a:cs typeface="Arial" charset="0"/>
                </a:rPr>
                <a:t>255/255/</a:t>
              </a:r>
              <a:br>
                <a:rPr kumimoji="1" lang="en-US" altLang="zh-CN" sz="500" b="1" dirty="0">
                  <a:solidFill>
                    <a:srgbClr val="595757"/>
                  </a:solidFill>
                  <a:latin typeface="Arial" charset="0"/>
                  <a:ea typeface="Arial" charset="0"/>
                  <a:cs typeface="Arial" charset="0"/>
                </a:rPr>
              </a:br>
              <a:r>
                <a:rPr kumimoji="1" lang="en-US" altLang="zh-CN" sz="500" b="1" dirty="0">
                  <a:solidFill>
                    <a:srgbClr val="595757"/>
                  </a:solidFill>
                  <a:latin typeface="Arial" charset="0"/>
                  <a:ea typeface="Arial" charset="0"/>
                  <a:cs typeface="Arial" charset="0"/>
                </a:rPr>
                <a:t>255</a:t>
              </a:r>
            </a:p>
          </p:txBody>
        </p:sp>
      </p:grpSp>
      <p:pic>
        <p:nvPicPr>
          <p:cNvPr id="47" name="Picture 46">
            <a:extLst>
              <a:ext uri="{FF2B5EF4-FFF2-40B4-BE49-F238E27FC236}">
                <a16:creationId xmlns:a16="http://schemas.microsoft.com/office/drawing/2014/main" id="{92D9040A-3082-2F49-987E-B51574332EF5}"/>
              </a:ext>
            </a:extLst>
          </p:cNvPr>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10196176" y="6323416"/>
            <a:ext cx="1270800" cy="275024"/>
          </a:xfrm>
          <a:prstGeom prst="rect">
            <a:avLst/>
          </a:prstGeom>
        </p:spPr>
      </p:pic>
    </p:spTree>
    <p:extLst>
      <p:ext uri="{BB962C8B-B14F-4D97-AF65-F5344CB8AC3E}">
        <p14:creationId xmlns:p14="http://schemas.microsoft.com/office/powerpoint/2010/main" val="99056531"/>
      </p:ext>
    </p:extLst>
  </p:cSld>
  <p:clrMap bg1="lt1" tx1="dk1" bg2="lt2" tx2="dk2" accent1="accent1" accent2="accent2" accent3="accent3" accent4="accent4" accent5="accent5" accent6="accent6" hlink="hlink" folHlink="folHlink"/>
  <p:sldLayoutIdLst>
    <p:sldLayoutId id="2147483891" r:id="rId1"/>
    <p:sldLayoutId id="2147483895" r:id="rId2"/>
  </p:sldLayoutIdLst>
  <p:hf hdr="0" ftr="0" dt="0"/>
  <p:txStyles>
    <p:titleStyle>
      <a:lvl1pPr algn="l" defTabSz="1187798" rtl="0" eaLnBrk="1" latinLnBrk="0" hangingPunct="1">
        <a:lnSpc>
          <a:spcPct val="90000"/>
        </a:lnSpc>
        <a:spcBef>
          <a:spcPct val="0"/>
        </a:spcBef>
        <a:buNone/>
        <a:defRPr sz="5716" kern="1200">
          <a:solidFill>
            <a:schemeClr val="tx1"/>
          </a:solidFill>
          <a:latin typeface="+mj-lt"/>
          <a:ea typeface="+mj-ea"/>
          <a:cs typeface="+mj-cs"/>
        </a:defRPr>
      </a:lvl1pPr>
    </p:titleStyle>
    <p:bodyStyle>
      <a:lvl1pPr marL="296950" indent="-296950" algn="l" defTabSz="1187798" rtl="0" eaLnBrk="1" latinLnBrk="0" hangingPunct="1">
        <a:lnSpc>
          <a:spcPct val="90000"/>
        </a:lnSpc>
        <a:spcBef>
          <a:spcPts val="1299"/>
        </a:spcBef>
        <a:buFont typeface="Arial" panose="020B0604020202020204" pitchFamily="34" charset="0"/>
        <a:buChar char="•"/>
        <a:defRPr sz="3636" kern="1200">
          <a:solidFill>
            <a:schemeClr val="tx1"/>
          </a:solidFill>
          <a:latin typeface="+mn-lt"/>
          <a:ea typeface="+mn-ea"/>
          <a:cs typeface="+mn-cs"/>
        </a:defRPr>
      </a:lvl1pPr>
      <a:lvl2pPr marL="890849" indent="-296950" algn="l" defTabSz="1187798" rtl="0" eaLnBrk="1" latinLnBrk="0" hangingPunct="1">
        <a:lnSpc>
          <a:spcPct val="90000"/>
        </a:lnSpc>
        <a:spcBef>
          <a:spcPts val="650"/>
        </a:spcBef>
        <a:buFont typeface="Arial" panose="020B0604020202020204" pitchFamily="34" charset="0"/>
        <a:buChar char="•"/>
        <a:defRPr sz="3118" kern="1200">
          <a:solidFill>
            <a:schemeClr val="tx1"/>
          </a:solidFill>
          <a:latin typeface="+mn-lt"/>
          <a:ea typeface="+mn-ea"/>
          <a:cs typeface="+mn-cs"/>
        </a:defRPr>
      </a:lvl2pPr>
      <a:lvl3pPr marL="1484748" indent="-296950" algn="l" defTabSz="1187798" rtl="0" eaLnBrk="1" latinLnBrk="0" hangingPunct="1">
        <a:lnSpc>
          <a:spcPct val="90000"/>
        </a:lnSpc>
        <a:spcBef>
          <a:spcPts val="650"/>
        </a:spcBef>
        <a:buFont typeface="Arial" panose="020B0604020202020204" pitchFamily="34" charset="0"/>
        <a:buChar char="•"/>
        <a:defRPr sz="2598" kern="1200">
          <a:solidFill>
            <a:schemeClr val="tx1"/>
          </a:solidFill>
          <a:latin typeface="+mn-lt"/>
          <a:ea typeface="+mn-ea"/>
          <a:cs typeface="+mn-cs"/>
        </a:defRPr>
      </a:lvl3pPr>
      <a:lvl4pPr marL="2078648" indent="-296950" algn="l" defTabSz="1187798" rtl="0" eaLnBrk="1" latinLnBrk="0" hangingPunct="1">
        <a:lnSpc>
          <a:spcPct val="90000"/>
        </a:lnSpc>
        <a:spcBef>
          <a:spcPts val="650"/>
        </a:spcBef>
        <a:buFont typeface="Arial" panose="020B0604020202020204" pitchFamily="34" charset="0"/>
        <a:buChar char="•"/>
        <a:defRPr sz="2338" kern="1200">
          <a:solidFill>
            <a:schemeClr val="tx1"/>
          </a:solidFill>
          <a:latin typeface="+mn-lt"/>
          <a:ea typeface="+mn-ea"/>
          <a:cs typeface="+mn-cs"/>
        </a:defRPr>
      </a:lvl4pPr>
      <a:lvl5pPr marL="2672547" indent="-296950" algn="l" defTabSz="1187798" rtl="0" eaLnBrk="1" latinLnBrk="0" hangingPunct="1">
        <a:lnSpc>
          <a:spcPct val="90000"/>
        </a:lnSpc>
        <a:spcBef>
          <a:spcPts val="650"/>
        </a:spcBef>
        <a:buFont typeface="Arial" panose="020B0604020202020204" pitchFamily="34" charset="0"/>
        <a:buChar char="•"/>
        <a:defRPr sz="2338" kern="1200">
          <a:solidFill>
            <a:schemeClr val="tx1"/>
          </a:solidFill>
          <a:latin typeface="+mn-lt"/>
          <a:ea typeface="+mn-ea"/>
          <a:cs typeface="+mn-cs"/>
        </a:defRPr>
      </a:lvl5pPr>
      <a:lvl6pPr marL="3266447" indent="-296950" algn="l" defTabSz="1187798" rtl="0" eaLnBrk="1" latinLnBrk="0" hangingPunct="1">
        <a:lnSpc>
          <a:spcPct val="90000"/>
        </a:lnSpc>
        <a:spcBef>
          <a:spcPts val="650"/>
        </a:spcBef>
        <a:buFont typeface="Arial" panose="020B0604020202020204" pitchFamily="34" charset="0"/>
        <a:buChar char="•"/>
        <a:defRPr sz="2338" kern="1200">
          <a:solidFill>
            <a:schemeClr val="tx1"/>
          </a:solidFill>
          <a:latin typeface="+mn-lt"/>
          <a:ea typeface="+mn-ea"/>
          <a:cs typeface="+mn-cs"/>
        </a:defRPr>
      </a:lvl6pPr>
      <a:lvl7pPr marL="3860346" indent="-296950" algn="l" defTabSz="1187798" rtl="0" eaLnBrk="1" latinLnBrk="0" hangingPunct="1">
        <a:lnSpc>
          <a:spcPct val="90000"/>
        </a:lnSpc>
        <a:spcBef>
          <a:spcPts val="650"/>
        </a:spcBef>
        <a:buFont typeface="Arial" panose="020B0604020202020204" pitchFamily="34" charset="0"/>
        <a:buChar char="•"/>
        <a:defRPr sz="2338" kern="1200">
          <a:solidFill>
            <a:schemeClr val="tx1"/>
          </a:solidFill>
          <a:latin typeface="+mn-lt"/>
          <a:ea typeface="+mn-ea"/>
          <a:cs typeface="+mn-cs"/>
        </a:defRPr>
      </a:lvl7pPr>
      <a:lvl8pPr marL="4454245" indent="-296950" algn="l" defTabSz="1187798" rtl="0" eaLnBrk="1" latinLnBrk="0" hangingPunct="1">
        <a:lnSpc>
          <a:spcPct val="90000"/>
        </a:lnSpc>
        <a:spcBef>
          <a:spcPts val="650"/>
        </a:spcBef>
        <a:buFont typeface="Arial" panose="020B0604020202020204" pitchFamily="34" charset="0"/>
        <a:buChar char="•"/>
        <a:defRPr sz="2338" kern="1200">
          <a:solidFill>
            <a:schemeClr val="tx1"/>
          </a:solidFill>
          <a:latin typeface="+mn-lt"/>
          <a:ea typeface="+mn-ea"/>
          <a:cs typeface="+mn-cs"/>
        </a:defRPr>
      </a:lvl8pPr>
      <a:lvl9pPr marL="5048144" indent="-296950" algn="l" defTabSz="1187798" rtl="0" eaLnBrk="1" latinLnBrk="0" hangingPunct="1">
        <a:lnSpc>
          <a:spcPct val="90000"/>
        </a:lnSpc>
        <a:spcBef>
          <a:spcPts val="650"/>
        </a:spcBef>
        <a:buFont typeface="Arial" panose="020B0604020202020204" pitchFamily="34" charset="0"/>
        <a:buChar char="•"/>
        <a:defRPr sz="2338" kern="1200">
          <a:solidFill>
            <a:schemeClr val="tx1"/>
          </a:solidFill>
          <a:latin typeface="+mn-lt"/>
          <a:ea typeface="+mn-ea"/>
          <a:cs typeface="+mn-cs"/>
        </a:defRPr>
      </a:lvl9pPr>
    </p:bodyStyle>
    <p:otherStyle>
      <a:defPPr>
        <a:defRPr lang="en-US"/>
      </a:defPPr>
      <a:lvl1pPr marL="0" algn="l" defTabSz="1187798" rtl="0" eaLnBrk="1" latinLnBrk="0" hangingPunct="1">
        <a:defRPr sz="2338" kern="1200">
          <a:solidFill>
            <a:schemeClr val="tx1"/>
          </a:solidFill>
          <a:latin typeface="+mn-lt"/>
          <a:ea typeface="+mn-ea"/>
          <a:cs typeface="+mn-cs"/>
        </a:defRPr>
      </a:lvl1pPr>
      <a:lvl2pPr marL="593900" algn="l" defTabSz="1187798" rtl="0" eaLnBrk="1" latinLnBrk="0" hangingPunct="1">
        <a:defRPr sz="2338" kern="1200">
          <a:solidFill>
            <a:schemeClr val="tx1"/>
          </a:solidFill>
          <a:latin typeface="+mn-lt"/>
          <a:ea typeface="+mn-ea"/>
          <a:cs typeface="+mn-cs"/>
        </a:defRPr>
      </a:lvl2pPr>
      <a:lvl3pPr marL="1187798" algn="l" defTabSz="1187798" rtl="0" eaLnBrk="1" latinLnBrk="0" hangingPunct="1">
        <a:defRPr sz="2338" kern="1200">
          <a:solidFill>
            <a:schemeClr val="tx1"/>
          </a:solidFill>
          <a:latin typeface="+mn-lt"/>
          <a:ea typeface="+mn-ea"/>
          <a:cs typeface="+mn-cs"/>
        </a:defRPr>
      </a:lvl3pPr>
      <a:lvl4pPr marL="1781699" algn="l" defTabSz="1187798" rtl="0" eaLnBrk="1" latinLnBrk="0" hangingPunct="1">
        <a:defRPr sz="2338" kern="1200">
          <a:solidFill>
            <a:schemeClr val="tx1"/>
          </a:solidFill>
          <a:latin typeface="+mn-lt"/>
          <a:ea typeface="+mn-ea"/>
          <a:cs typeface="+mn-cs"/>
        </a:defRPr>
      </a:lvl4pPr>
      <a:lvl5pPr marL="2375598" algn="l" defTabSz="1187798" rtl="0" eaLnBrk="1" latinLnBrk="0" hangingPunct="1">
        <a:defRPr sz="2338" kern="1200">
          <a:solidFill>
            <a:schemeClr val="tx1"/>
          </a:solidFill>
          <a:latin typeface="+mn-lt"/>
          <a:ea typeface="+mn-ea"/>
          <a:cs typeface="+mn-cs"/>
        </a:defRPr>
      </a:lvl5pPr>
      <a:lvl6pPr marL="2969497" algn="l" defTabSz="1187798" rtl="0" eaLnBrk="1" latinLnBrk="0" hangingPunct="1">
        <a:defRPr sz="2338" kern="1200">
          <a:solidFill>
            <a:schemeClr val="tx1"/>
          </a:solidFill>
          <a:latin typeface="+mn-lt"/>
          <a:ea typeface="+mn-ea"/>
          <a:cs typeface="+mn-cs"/>
        </a:defRPr>
      </a:lvl6pPr>
      <a:lvl7pPr marL="3563396" algn="l" defTabSz="1187798" rtl="0" eaLnBrk="1" latinLnBrk="0" hangingPunct="1">
        <a:defRPr sz="2338" kern="1200">
          <a:solidFill>
            <a:schemeClr val="tx1"/>
          </a:solidFill>
          <a:latin typeface="+mn-lt"/>
          <a:ea typeface="+mn-ea"/>
          <a:cs typeface="+mn-cs"/>
        </a:defRPr>
      </a:lvl7pPr>
      <a:lvl8pPr marL="4157297" algn="l" defTabSz="1187798" rtl="0" eaLnBrk="1" latinLnBrk="0" hangingPunct="1">
        <a:defRPr sz="2338" kern="1200">
          <a:solidFill>
            <a:schemeClr val="tx1"/>
          </a:solidFill>
          <a:latin typeface="+mn-lt"/>
          <a:ea typeface="+mn-ea"/>
          <a:cs typeface="+mn-cs"/>
        </a:defRPr>
      </a:lvl8pPr>
      <a:lvl9pPr marL="4751195" algn="l" defTabSz="1187798" rtl="0" eaLnBrk="1" latinLnBrk="0" hangingPunct="1">
        <a:defRPr sz="2338"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1" userDrawn="1">
          <p15:clr>
            <a:srgbClr val="F26B43"/>
          </p15:clr>
        </p15:guide>
        <p15:guide id="2" pos="3842" userDrawn="1">
          <p15:clr>
            <a:srgbClr val="F26B43"/>
          </p15:clr>
        </p15:guide>
        <p15:guide id="3" pos="458" userDrawn="1">
          <p15:clr>
            <a:srgbClr val="F26B43"/>
          </p15:clr>
        </p15:guide>
        <p15:guide id="4" pos="7225" userDrawn="1">
          <p15:clr>
            <a:srgbClr val="F26B43"/>
          </p15:clr>
        </p15:guide>
        <p15:guide id="5" orient="horz" pos="4100" userDrawn="1">
          <p15:clr>
            <a:srgbClr val="F26B43"/>
          </p15:clr>
        </p15:guide>
      </p15:sldGuideLst>
    </p:ext>
  </p:extLst>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092650023"/>
      </p:ext>
    </p:extLst>
  </p:cSld>
  <p:clrMap bg1="lt1" tx1="dk1" bg2="lt2" tx2="dk2" accent1="accent1" accent2="accent2" accent3="accent3" accent4="accent4" accent5="accent5" accent6="accent6" hlink="hlink" folHlink="folHlink"/>
  <p:sldLayoutIdLst>
    <p:sldLayoutId id="2147483898"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reserve="1">
  <p:cSld>
    <p:bg>
      <p:bgPr>
        <a:solidFill>
          <a:srgbClr val="FFFFFF"/>
        </a:solidFill>
        <a:effectLst/>
      </p:bgPr>
    </p:bg>
    <p:spTree>
      <p:nvGrpSpPr>
        <p:cNvPr id="1" name=""/>
        <p:cNvGrpSpPr/>
        <p:nvPr/>
      </p:nvGrpSpPr>
      <p:grpSpPr>
        <a:xfrm>
          <a:off x="0" y="0"/>
          <a:ext cx="0" cy="0"/>
          <a:chOff x="0" y="0"/>
          <a:chExt cx="0" cy="0"/>
        </a:xfrm>
      </p:grpSpPr>
      <p:pic>
        <p:nvPicPr>
          <p:cNvPr id="9" name="图片 8"/>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675" y="0"/>
            <a:ext cx="12195413" cy="6858000"/>
          </a:xfrm>
          <a:prstGeom prst="rect">
            <a:avLst/>
          </a:prstGeom>
        </p:spPr>
      </p:pic>
      <p:sp>
        <p:nvSpPr>
          <p:cNvPr id="2" name="Title Placeholder 1">
            <a:extLst>
              <a:ext uri="{FF2B5EF4-FFF2-40B4-BE49-F238E27FC236}">
                <a16:creationId xmlns:a16="http://schemas.microsoft.com/office/drawing/2014/main" id="{145F1158-B1AA-8F41-AF0A-FEA0EC1874AC}"/>
              </a:ext>
            </a:extLst>
          </p:cNvPr>
          <p:cNvSpPr>
            <a:spLocks noGrp="1"/>
          </p:cNvSpPr>
          <p:nvPr>
            <p:ph type="title"/>
          </p:nvPr>
        </p:nvSpPr>
        <p:spPr>
          <a:xfrm>
            <a:off x="618969" y="1467870"/>
            <a:ext cx="3984232" cy="2816080"/>
          </a:xfrm>
          <a:prstGeom prst="rect">
            <a:avLst/>
          </a:prstGeom>
        </p:spPr>
        <p:txBody>
          <a:bodyPr vert="horz" lIns="91440" tIns="45720" rIns="91440" bIns="45720" rtlCol="0" anchor="t">
            <a:normAutofit/>
          </a:bodyPr>
          <a:lstStyle/>
          <a:p>
            <a:r>
              <a:rPr lang="en-US" dirty="0"/>
              <a:t>Click to edit Master title style</a:t>
            </a:r>
          </a:p>
        </p:txBody>
      </p:sp>
      <p:sp>
        <p:nvSpPr>
          <p:cNvPr id="5" name="Text Placeholder 1">
            <a:extLst>
              <a:ext uri="{FF2B5EF4-FFF2-40B4-BE49-F238E27FC236}">
                <a16:creationId xmlns:a16="http://schemas.microsoft.com/office/drawing/2014/main" id="{F8FC7CCD-75EB-9C44-BC7D-29679334A8CA}"/>
              </a:ext>
            </a:extLst>
          </p:cNvPr>
          <p:cNvSpPr txBox="1">
            <a:spLocks/>
          </p:cNvSpPr>
          <p:nvPr userDrawn="1"/>
        </p:nvSpPr>
        <p:spPr>
          <a:xfrm>
            <a:off x="7979357" y="2794960"/>
            <a:ext cx="3225168" cy="2029962"/>
          </a:xfrm>
          <a:prstGeom prst="rect">
            <a:avLst/>
          </a:prstGeom>
        </p:spPr>
        <p:txBody>
          <a:bodyPr lIns="0" tIns="0" rIns="0" bIns="0">
            <a:normAutofit/>
          </a:bodyPr>
          <a:lstStyle>
            <a:lvl1pPr marL="0" indent="0" algn="l" defTabSz="914400" rtl="0" eaLnBrk="1" latinLnBrk="0" hangingPunct="1">
              <a:lnSpc>
                <a:spcPct val="90000"/>
              </a:lnSpc>
              <a:spcBef>
                <a:spcPts val="1000"/>
              </a:spcBef>
              <a:buFont typeface="Arial" panose="020B0604020202020204" pitchFamily="34" charset="0"/>
              <a:buNone/>
              <a:defRPr sz="1400" kern="1200">
                <a:solidFill>
                  <a:srgbClr val="FFFFFF"/>
                </a:solidFill>
                <a:latin typeface="Microsoft YaHei" panose="020B0503020204020204" pitchFamily="34" charset="-122"/>
                <a:ea typeface="Microsoft YaHei" panose="020B0503020204020204" pitchFamily="34" charset="-122"/>
                <a:cs typeface="+mn-cs"/>
              </a:defRPr>
            </a:lvl1pPr>
            <a:lvl2pPr marL="457200" indent="0" algn="l" defTabSz="914400" rtl="0" eaLnBrk="1" latinLnBrk="0" hangingPunct="1">
              <a:lnSpc>
                <a:spcPct val="90000"/>
              </a:lnSpc>
              <a:spcBef>
                <a:spcPts val="500"/>
              </a:spcBef>
              <a:buFont typeface="Arial" panose="020B0604020202020204" pitchFamily="34" charset="0"/>
              <a:buNone/>
              <a:defRPr sz="2400" kern="1200">
                <a:solidFill>
                  <a:schemeClr val="tx1"/>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ts val="1065"/>
              </a:lnSpc>
            </a:pPr>
            <a:r>
              <a:rPr kumimoji="1" lang="en-US" altLang="zh-CN" sz="850" b="1" baseline="0" dirty="0">
                <a:solidFill>
                  <a:srgbClr val="1D1D1B"/>
                </a:solidFill>
                <a:latin typeface="+mj-lt"/>
              </a:rPr>
              <a:t>Copyright©2018 Huawei Technologies Co., Ltd.</a:t>
            </a:r>
            <a:br>
              <a:rPr kumimoji="1" lang="en-US" altLang="zh-CN" sz="850" b="1" baseline="0" dirty="0">
                <a:solidFill>
                  <a:srgbClr val="1D1D1B"/>
                </a:solidFill>
                <a:latin typeface="+mj-lt"/>
              </a:rPr>
            </a:br>
            <a:r>
              <a:rPr kumimoji="1" lang="en-US" altLang="zh-CN" sz="850" b="1" baseline="0" dirty="0">
                <a:solidFill>
                  <a:srgbClr val="1D1D1B"/>
                </a:solidFill>
                <a:latin typeface="+mj-lt"/>
              </a:rPr>
              <a:t>All Rights Reserved.</a:t>
            </a:r>
            <a:br>
              <a:rPr kumimoji="1" lang="en-US" altLang="zh-CN" sz="779" dirty="0">
                <a:solidFill>
                  <a:srgbClr val="1D1D1B"/>
                </a:solidFill>
                <a:latin typeface="+mn-lt"/>
              </a:rPr>
            </a:br>
            <a:br>
              <a:rPr kumimoji="1" lang="en-US" altLang="zh-CN" sz="779" dirty="0">
                <a:solidFill>
                  <a:srgbClr val="1D1D1B"/>
                </a:solidFill>
                <a:latin typeface="+mn-lt"/>
              </a:rPr>
            </a:br>
            <a:r>
              <a:rPr kumimoji="1" lang="en-US" altLang="zh-CN" sz="850" baseline="0" dirty="0">
                <a:solidFill>
                  <a:srgbClr val="1D1D1B"/>
                </a:solidFill>
                <a:latin typeface="+mn-lt"/>
                <a:cs typeface="Arial" panose="020B0604020202020204" pitchFamily="34" charset="0"/>
              </a:rPr>
              <a:t>The information in this document may contain predictive </a:t>
            </a:r>
            <a:br>
              <a:rPr kumimoji="1" lang="en-US" altLang="zh-CN" sz="850" baseline="0" dirty="0">
                <a:solidFill>
                  <a:srgbClr val="1D1D1B"/>
                </a:solidFill>
                <a:latin typeface="+mn-lt"/>
                <a:cs typeface="Arial" panose="020B0604020202020204" pitchFamily="34" charset="0"/>
              </a:rPr>
            </a:br>
            <a:r>
              <a:rPr kumimoji="1" lang="en-US" altLang="zh-CN" sz="850" baseline="0" dirty="0">
                <a:solidFill>
                  <a:srgbClr val="1D1D1B"/>
                </a:solidFill>
                <a:latin typeface="+mn-lt"/>
                <a:cs typeface="Arial" panose="020B0604020202020204" pitchFamily="34" charset="0"/>
              </a:rPr>
              <a:t>statements including, without limitation, statements regarding </a:t>
            </a:r>
            <a:br>
              <a:rPr kumimoji="1" lang="en-US" altLang="zh-CN" sz="850" baseline="0" dirty="0">
                <a:solidFill>
                  <a:srgbClr val="1D1D1B"/>
                </a:solidFill>
                <a:latin typeface="+mn-lt"/>
                <a:cs typeface="Arial" panose="020B0604020202020204" pitchFamily="34" charset="0"/>
              </a:rPr>
            </a:br>
            <a:r>
              <a:rPr kumimoji="1" lang="en-US" altLang="zh-CN" sz="850" baseline="0" dirty="0">
                <a:solidFill>
                  <a:srgbClr val="1D1D1B"/>
                </a:solidFill>
                <a:latin typeface="+mn-lt"/>
                <a:cs typeface="Arial" panose="020B0604020202020204" pitchFamily="34" charset="0"/>
              </a:rPr>
              <a:t>the future financial and operating results, future product </a:t>
            </a:r>
            <a:br>
              <a:rPr kumimoji="1" lang="en-US" altLang="zh-CN" sz="850" baseline="0" dirty="0">
                <a:solidFill>
                  <a:srgbClr val="1D1D1B"/>
                </a:solidFill>
                <a:latin typeface="+mn-lt"/>
                <a:cs typeface="Arial" panose="020B0604020202020204" pitchFamily="34" charset="0"/>
              </a:rPr>
            </a:br>
            <a:r>
              <a:rPr kumimoji="1" lang="en-US" altLang="zh-CN" sz="850" baseline="0" dirty="0">
                <a:solidFill>
                  <a:srgbClr val="1D1D1B"/>
                </a:solidFill>
                <a:latin typeface="+mn-lt"/>
                <a:cs typeface="Arial" panose="020B0604020202020204" pitchFamily="34" charset="0"/>
              </a:rPr>
              <a:t>portfolio, new technology, etc. There are a number of factors that </a:t>
            </a:r>
            <a:br>
              <a:rPr kumimoji="1" lang="en-US" altLang="zh-CN" sz="850" baseline="0" dirty="0">
                <a:solidFill>
                  <a:srgbClr val="1D1D1B"/>
                </a:solidFill>
                <a:latin typeface="+mn-lt"/>
                <a:cs typeface="Arial" panose="020B0604020202020204" pitchFamily="34" charset="0"/>
              </a:rPr>
            </a:br>
            <a:r>
              <a:rPr kumimoji="1" lang="en-US" altLang="zh-CN" sz="850" baseline="0" dirty="0">
                <a:solidFill>
                  <a:srgbClr val="1D1D1B"/>
                </a:solidFill>
                <a:latin typeface="+mn-lt"/>
                <a:cs typeface="Arial" panose="020B0604020202020204" pitchFamily="34" charset="0"/>
              </a:rPr>
              <a:t>could cause actual results and developments to differ materially </a:t>
            </a:r>
            <a:br>
              <a:rPr kumimoji="1" lang="en-US" altLang="zh-CN" sz="850" baseline="0" dirty="0">
                <a:solidFill>
                  <a:srgbClr val="1D1D1B"/>
                </a:solidFill>
                <a:latin typeface="+mn-lt"/>
                <a:cs typeface="Arial" panose="020B0604020202020204" pitchFamily="34" charset="0"/>
              </a:rPr>
            </a:br>
            <a:r>
              <a:rPr kumimoji="1" lang="en-US" altLang="zh-CN" sz="850" baseline="0" dirty="0">
                <a:solidFill>
                  <a:srgbClr val="1D1D1B"/>
                </a:solidFill>
                <a:latin typeface="+mn-lt"/>
                <a:cs typeface="Arial" panose="020B0604020202020204" pitchFamily="34" charset="0"/>
              </a:rPr>
              <a:t>from those expressed or implied in the predictive statements. </a:t>
            </a:r>
            <a:br>
              <a:rPr kumimoji="1" lang="en-US" altLang="zh-CN" sz="850" baseline="0" dirty="0">
                <a:solidFill>
                  <a:srgbClr val="1D1D1B"/>
                </a:solidFill>
                <a:latin typeface="+mn-lt"/>
                <a:cs typeface="Arial" panose="020B0604020202020204" pitchFamily="34" charset="0"/>
              </a:rPr>
            </a:br>
            <a:r>
              <a:rPr kumimoji="1" lang="en-US" altLang="zh-CN" sz="850" baseline="0" dirty="0">
                <a:solidFill>
                  <a:srgbClr val="1D1D1B"/>
                </a:solidFill>
                <a:latin typeface="+mn-lt"/>
                <a:cs typeface="Arial" panose="020B0604020202020204" pitchFamily="34" charset="0"/>
              </a:rPr>
              <a:t>Therefore, such information is provided for reference purpose </a:t>
            </a:r>
            <a:br>
              <a:rPr kumimoji="1" lang="en-US" altLang="zh-CN" sz="850" baseline="0" dirty="0">
                <a:solidFill>
                  <a:srgbClr val="1D1D1B"/>
                </a:solidFill>
                <a:latin typeface="+mn-lt"/>
                <a:cs typeface="Arial" panose="020B0604020202020204" pitchFamily="34" charset="0"/>
              </a:rPr>
            </a:br>
            <a:r>
              <a:rPr kumimoji="1" lang="en-US" altLang="zh-CN" sz="850" baseline="0" dirty="0">
                <a:solidFill>
                  <a:srgbClr val="1D1D1B"/>
                </a:solidFill>
                <a:latin typeface="+mn-lt"/>
                <a:cs typeface="Arial" panose="020B0604020202020204" pitchFamily="34" charset="0"/>
              </a:rPr>
              <a:t>only and constitutes neither an offer nor an acceptance. Huawei </a:t>
            </a:r>
            <a:br>
              <a:rPr kumimoji="1" lang="en-US" altLang="zh-CN" sz="850" baseline="0" dirty="0">
                <a:solidFill>
                  <a:srgbClr val="1D1D1B"/>
                </a:solidFill>
                <a:latin typeface="+mn-lt"/>
                <a:cs typeface="Arial" panose="020B0604020202020204" pitchFamily="34" charset="0"/>
              </a:rPr>
            </a:br>
            <a:r>
              <a:rPr kumimoji="1" lang="en-US" altLang="zh-CN" sz="850" baseline="0" dirty="0">
                <a:solidFill>
                  <a:srgbClr val="1D1D1B"/>
                </a:solidFill>
                <a:latin typeface="+mn-lt"/>
                <a:cs typeface="Arial" panose="020B0604020202020204" pitchFamily="34" charset="0"/>
              </a:rPr>
              <a:t>may change the information at any time without notice. </a:t>
            </a:r>
          </a:p>
          <a:p>
            <a:pPr>
              <a:lnSpc>
                <a:spcPts val="1065"/>
              </a:lnSpc>
            </a:pPr>
            <a:endParaRPr kumimoji="1" lang="zh-CN" altLang="en-US" sz="779" dirty="0">
              <a:solidFill>
                <a:srgbClr val="1D1D1B"/>
              </a:solidFill>
              <a:latin typeface="+mn-lt"/>
            </a:endParaRPr>
          </a:p>
        </p:txBody>
      </p:sp>
      <p:sp>
        <p:nvSpPr>
          <p:cNvPr id="6" name="Subtitle 6">
            <a:extLst>
              <a:ext uri="{FF2B5EF4-FFF2-40B4-BE49-F238E27FC236}">
                <a16:creationId xmlns:a16="http://schemas.microsoft.com/office/drawing/2014/main" id="{12B8F806-ABD5-064C-8793-5E22C72554FD}"/>
              </a:ext>
            </a:extLst>
          </p:cNvPr>
          <p:cNvSpPr txBox="1">
            <a:spLocks/>
          </p:cNvSpPr>
          <p:nvPr userDrawn="1"/>
        </p:nvSpPr>
        <p:spPr>
          <a:xfrm>
            <a:off x="7987276" y="1631849"/>
            <a:ext cx="3477701" cy="491114"/>
          </a:xfrm>
          <a:prstGeom prst="rect">
            <a:avLst/>
          </a:prstGeom>
        </p:spPr>
        <p:txBody>
          <a:bodyPr lIns="0" tIns="0" rIns="0" bIns="0">
            <a:normAutofit/>
          </a:bodyPr>
          <a:lstStyle>
            <a:lvl1pPr marL="0" indent="0" algn="l" defTabSz="914400" rtl="0" eaLnBrk="1" latinLnBrk="0" hangingPunct="1">
              <a:lnSpc>
                <a:spcPct val="90000"/>
              </a:lnSpc>
              <a:spcBef>
                <a:spcPts val="1000"/>
              </a:spcBef>
              <a:buFont typeface="Arial" panose="020B0604020202020204" pitchFamily="34" charset="0"/>
              <a:buNone/>
              <a:defRPr sz="1400" kern="1200">
                <a:solidFill>
                  <a:srgbClr val="FFFFFF"/>
                </a:solidFill>
                <a:latin typeface="Microsoft YaHei" panose="020B0503020204020204" pitchFamily="34" charset="-122"/>
                <a:ea typeface="Microsoft YaHei" panose="020B0503020204020204" pitchFamily="34" charset="-122"/>
                <a:cs typeface="+mn-cs"/>
              </a:defRPr>
            </a:lvl1pPr>
            <a:lvl2pPr marL="457200" indent="0" algn="l" defTabSz="914400" rtl="0" eaLnBrk="1" latinLnBrk="0" hangingPunct="1">
              <a:lnSpc>
                <a:spcPct val="90000"/>
              </a:lnSpc>
              <a:spcBef>
                <a:spcPts val="500"/>
              </a:spcBef>
              <a:buFont typeface="Arial" panose="020B0604020202020204" pitchFamily="34" charset="0"/>
              <a:buNone/>
              <a:defRPr sz="2400" kern="1200">
                <a:solidFill>
                  <a:schemeClr val="tx1"/>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ts val="1681"/>
              </a:lnSpc>
              <a:spcBef>
                <a:spcPts val="0"/>
              </a:spcBef>
            </a:pPr>
            <a:r>
              <a:rPr kumimoji="1" lang="zh-CN" altLang="en-US" sz="1300" dirty="0">
                <a:solidFill>
                  <a:srgbClr val="1D1D1B"/>
                </a:solidFill>
                <a:latin typeface="Microsoft YaHei" charset="-122"/>
                <a:ea typeface="Microsoft YaHei" charset="-122"/>
                <a:cs typeface="Microsoft YaHei" charset="-122"/>
              </a:rPr>
              <a:t>把数字世界带入每个人、每个家庭、</a:t>
            </a:r>
            <a:br>
              <a:rPr kumimoji="1" lang="en-US" altLang="zh-CN" sz="1300" dirty="0">
                <a:solidFill>
                  <a:srgbClr val="1D1D1B"/>
                </a:solidFill>
                <a:latin typeface="Microsoft YaHei" charset="-122"/>
                <a:ea typeface="Microsoft YaHei" charset="-122"/>
                <a:cs typeface="Microsoft YaHei" charset="-122"/>
              </a:rPr>
            </a:br>
            <a:r>
              <a:rPr kumimoji="1" lang="zh-CN" altLang="en-US" sz="1300" dirty="0">
                <a:solidFill>
                  <a:srgbClr val="1D1D1B"/>
                </a:solidFill>
                <a:latin typeface="Microsoft YaHei" charset="-122"/>
                <a:ea typeface="Microsoft YaHei" charset="-122"/>
                <a:cs typeface="Microsoft YaHei" charset="-122"/>
              </a:rPr>
              <a:t>每个组织，构建万物互联的智能世界。</a:t>
            </a:r>
          </a:p>
        </p:txBody>
      </p:sp>
      <p:sp>
        <p:nvSpPr>
          <p:cNvPr id="7" name="Subtitle 6">
            <a:extLst>
              <a:ext uri="{FF2B5EF4-FFF2-40B4-BE49-F238E27FC236}">
                <a16:creationId xmlns:a16="http://schemas.microsoft.com/office/drawing/2014/main" id="{F1235B6F-D691-2C40-93D4-EC5427ADDFB0}"/>
              </a:ext>
            </a:extLst>
          </p:cNvPr>
          <p:cNvSpPr txBox="1">
            <a:spLocks/>
          </p:cNvSpPr>
          <p:nvPr userDrawn="1"/>
        </p:nvSpPr>
        <p:spPr>
          <a:xfrm>
            <a:off x="7977672" y="2106124"/>
            <a:ext cx="3481833" cy="582808"/>
          </a:xfrm>
          <a:prstGeom prst="rect">
            <a:avLst/>
          </a:prstGeom>
        </p:spPr>
        <p:txBody>
          <a:bodyPr vert="horz" lIns="0" tIns="0" rIns="0" bIns="0" rtlCol="0" anchor="t">
            <a:noAutofit/>
          </a:bodyPr>
          <a:lstStyle>
            <a:lvl1pPr marL="0" indent="0" algn="l" defTabSz="914400" rtl="0" eaLnBrk="1" latinLnBrk="0" hangingPunct="1">
              <a:lnSpc>
                <a:spcPct val="90000"/>
              </a:lnSpc>
              <a:spcBef>
                <a:spcPts val="1000"/>
              </a:spcBef>
              <a:buFont typeface="Arial" panose="020B0604020202020204" pitchFamily="34" charset="0"/>
              <a:buNone/>
              <a:defRPr sz="1400" kern="1200">
                <a:solidFill>
                  <a:schemeClr val="tx1"/>
                </a:solidFill>
                <a:latin typeface="Microsoft YaHei" panose="020B0503020204020204" pitchFamily="34" charset="-122"/>
                <a:ea typeface="Microsoft YaHei" panose="020B0503020204020204" pitchFamily="34" charset="-122"/>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nSpc>
                <a:spcPts val="1294"/>
              </a:lnSpc>
            </a:pPr>
            <a:r>
              <a:rPr kumimoji="1" lang="en-US" altLang="zh-CN" sz="1200" dirty="0">
                <a:solidFill>
                  <a:srgbClr val="1D1D1B"/>
                </a:solidFill>
                <a:latin typeface="+mn-lt"/>
                <a:cs typeface="Arial" panose="020B0604020202020204" pitchFamily="34" charset="0"/>
              </a:rPr>
              <a:t>Bring digital to every person, home and </a:t>
            </a:r>
            <a:br>
              <a:rPr kumimoji="1" lang="en-US" altLang="zh-CN" sz="1200" dirty="0">
                <a:solidFill>
                  <a:srgbClr val="1D1D1B"/>
                </a:solidFill>
                <a:latin typeface="+mn-lt"/>
                <a:cs typeface="Arial" panose="020B0604020202020204" pitchFamily="34" charset="0"/>
              </a:rPr>
            </a:br>
            <a:r>
              <a:rPr kumimoji="1" lang="en-US" altLang="zh-CN" sz="1200" dirty="0">
                <a:solidFill>
                  <a:srgbClr val="1D1D1B"/>
                </a:solidFill>
                <a:latin typeface="+mn-lt"/>
                <a:cs typeface="Arial" panose="020B0604020202020204" pitchFamily="34" charset="0"/>
              </a:rPr>
              <a:t>organization for a fully connected, </a:t>
            </a:r>
            <a:br>
              <a:rPr kumimoji="1" lang="en-US" altLang="zh-CN" sz="1200" dirty="0">
                <a:solidFill>
                  <a:srgbClr val="1D1D1B"/>
                </a:solidFill>
                <a:latin typeface="+mn-lt"/>
                <a:cs typeface="Arial" panose="020B0604020202020204" pitchFamily="34" charset="0"/>
              </a:rPr>
            </a:br>
            <a:r>
              <a:rPr kumimoji="1" lang="en-US" altLang="zh-CN" sz="1200" dirty="0">
                <a:solidFill>
                  <a:srgbClr val="1D1D1B"/>
                </a:solidFill>
                <a:latin typeface="+mn-lt"/>
                <a:cs typeface="Arial" panose="020B0604020202020204" pitchFamily="34" charset="0"/>
              </a:rPr>
              <a:t>intelligent world.</a:t>
            </a:r>
            <a:endParaRPr kumimoji="1" lang="zh-CN" altLang="en-US" sz="1200" dirty="0">
              <a:solidFill>
                <a:srgbClr val="1D1D1B"/>
              </a:solidFill>
              <a:latin typeface="+mn-lt"/>
              <a:ea typeface="Microsoft YaHei" charset="-122"/>
              <a:cs typeface="Microsoft YaHei" charset="-122"/>
            </a:endParaRPr>
          </a:p>
        </p:txBody>
      </p:sp>
      <p:pic>
        <p:nvPicPr>
          <p:cNvPr id="8" name="Picture 7">
            <a:extLst>
              <a:ext uri="{FF2B5EF4-FFF2-40B4-BE49-F238E27FC236}">
                <a16:creationId xmlns:a16="http://schemas.microsoft.com/office/drawing/2014/main" id="{BA792140-33FB-E045-9071-EE8DB65F2A19}"/>
              </a:ext>
            </a:extLst>
          </p:cNvPr>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7973676" y="5237566"/>
            <a:ext cx="1875600" cy="405914"/>
          </a:xfrm>
          <a:prstGeom prst="rect">
            <a:avLst/>
          </a:prstGeom>
        </p:spPr>
      </p:pic>
    </p:spTree>
    <p:extLst>
      <p:ext uri="{BB962C8B-B14F-4D97-AF65-F5344CB8AC3E}">
        <p14:creationId xmlns:p14="http://schemas.microsoft.com/office/powerpoint/2010/main" val="2848406896"/>
      </p:ext>
    </p:extLst>
  </p:cSld>
  <p:clrMap bg1="lt1" tx1="dk1" bg2="lt2" tx2="dk2" accent1="accent1" accent2="accent2" accent3="accent3" accent4="accent4" accent5="accent5" accent6="accent6" hlink="hlink" folHlink="folHlink"/>
  <p:sldLayoutIdLst>
    <p:sldLayoutId id="2147483686" r:id="rId1"/>
  </p:sldLayoutIdLst>
  <p:hf hdr="0" ftr="0" dt="0"/>
  <p:txStyles>
    <p:titleStyle>
      <a:lvl1pPr algn="l" defTabSz="1187798" rtl="0" eaLnBrk="1" latinLnBrk="0" hangingPunct="1">
        <a:lnSpc>
          <a:spcPct val="90000"/>
        </a:lnSpc>
        <a:spcBef>
          <a:spcPct val="0"/>
        </a:spcBef>
        <a:buNone/>
        <a:defRPr sz="5000" b="0" kern="1200">
          <a:solidFill>
            <a:schemeClr val="tx1"/>
          </a:solidFill>
          <a:latin typeface="Arial" panose="020B0604020202020204" pitchFamily="34" charset="0"/>
          <a:ea typeface="Microsoft YaHei" panose="020B0503020204020204" pitchFamily="34" charset="-122"/>
          <a:cs typeface="Arial" panose="020B0604020202020204" pitchFamily="34" charset="0"/>
        </a:defRPr>
      </a:lvl1pPr>
    </p:titleStyle>
    <p:bodyStyle>
      <a:lvl1pPr marL="0" indent="0" algn="l" defTabSz="1187798" rtl="0" eaLnBrk="1" latinLnBrk="0" hangingPunct="1">
        <a:lnSpc>
          <a:spcPct val="90000"/>
        </a:lnSpc>
        <a:spcBef>
          <a:spcPts val="1299"/>
        </a:spcBef>
        <a:buFont typeface="Arial" panose="020B0604020202020204" pitchFamily="34" charset="0"/>
        <a:buNone/>
        <a:defRPr sz="1819" kern="1200">
          <a:solidFill>
            <a:srgbClr val="FFFFFF"/>
          </a:solidFill>
          <a:latin typeface="Microsoft YaHei" panose="020B0503020204020204" pitchFamily="34" charset="-122"/>
          <a:ea typeface="Microsoft YaHei" panose="020B0503020204020204" pitchFamily="34" charset="-122"/>
          <a:cs typeface="+mn-cs"/>
        </a:defRPr>
      </a:lvl1pPr>
      <a:lvl2pPr marL="593900" indent="0" algn="l" defTabSz="1187798" rtl="0" eaLnBrk="1" latinLnBrk="0" hangingPunct="1">
        <a:lnSpc>
          <a:spcPct val="90000"/>
        </a:lnSpc>
        <a:spcBef>
          <a:spcPts val="650"/>
        </a:spcBef>
        <a:buFont typeface="Arial" panose="020B0604020202020204" pitchFamily="34" charset="0"/>
        <a:buNone/>
        <a:defRPr sz="3118" kern="1200">
          <a:solidFill>
            <a:schemeClr val="tx1"/>
          </a:solidFill>
          <a:latin typeface="+mn-lt"/>
          <a:ea typeface="+mn-ea"/>
          <a:cs typeface="+mn-cs"/>
        </a:defRPr>
      </a:lvl2pPr>
      <a:lvl3pPr marL="1187798" indent="0" algn="l" defTabSz="1187798" rtl="0" eaLnBrk="1" latinLnBrk="0" hangingPunct="1">
        <a:lnSpc>
          <a:spcPct val="90000"/>
        </a:lnSpc>
        <a:spcBef>
          <a:spcPts val="650"/>
        </a:spcBef>
        <a:buFont typeface="Arial" panose="020B0604020202020204" pitchFamily="34" charset="0"/>
        <a:buNone/>
        <a:defRPr sz="2598" kern="1200">
          <a:solidFill>
            <a:schemeClr val="tx1"/>
          </a:solidFill>
          <a:latin typeface="+mn-lt"/>
          <a:ea typeface="+mn-ea"/>
          <a:cs typeface="+mn-cs"/>
        </a:defRPr>
      </a:lvl3pPr>
      <a:lvl4pPr marL="1781699" indent="0" algn="l" defTabSz="1187798" rtl="0" eaLnBrk="1" latinLnBrk="0" hangingPunct="1">
        <a:lnSpc>
          <a:spcPct val="90000"/>
        </a:lnSpc>
        <a:spcBef>
          <a:spcPts val="650"/>
        </a:spcBef>
        <a:buFont typeface="Arial" panose="020B0604020202020204" pitchFamily="34" charset="0"/>
        <a:buNone/>
        <a:defRPr sz="2338" kern="1200">
          <a:solidFill>
            <a:schemeClr val="tx1"/>
          </a:solidFill>
          <a:latin typeface="+mn-lt"/>
          <a:ea typeface="+mn-ea"/>
          <a:cs typeface="+mn-cs"/>
        </a:defRPr>
      </a:lvl4pPr>
      <a:lvl5pPr marL="2375598" indent="0" algn="l" defTabSz="1187798" rtl="0" eaLnBrk="1" latinLnBrk="0" hangingPunct="1">
        <a:lnSpc>
          <a:spcPct val="90000"/>
        </a:lnSpc>
        <a:spcBef>
          <a:spcPts val="650"/>
        </a:spcBef>
        <a:buFont typeface="Arial" panose="020B0604020202020204" pitchFamily="34" charset="0"/>
        <a:buNone/>
        <a:defRPr sz="2338" kern="1200">
          <a:solidFill>
            <a:schemeClr val="tx1"/>
          </a:solidFill>
          <a:latin typeface="+mn-lt"/>
          <a:ea typeface="+mn-ea"/>
          <a:cs typeface="+mn-cs"/>
        </a:defRPr>
      </a:lvl5pPr>
      <a:lvl6pPr marL="3266447" indent="-296950" algn="l" defTabSz="1187798" rtl="0" eaLnBrk="1" latinLnBrk="0" hangingPunct="1">
        <a:lnSpc>
          <a:spcPct val="90000"/>
        </a:lnSpc>
        <a:spcBef>
          <a:spcPts val="650"/>
        </a:spcBef>
        <a:buFont typeface="Arial" panose="020B0604020202020204" pitchFamily="34" charset="0"/>
        <a:buChar char="•"/>
        <a:defRPr sz="2338" kern="1200">
          <a:solidFill>
            <a:schemeClr val="tx1"/>
          </a:solidFill>
          <a:latin typeface="+mn-lt"/>
          <a:ea typeface="+mn-ea"/>
          <a:cs typeface="+mn-cs"/>
        </a:defRPr>
      </a:lvl6pPr>
      <a:lvl7pPr marL="3860346" indent="-296950" algn="l" defTabSz="1187798" rtl="0" eaLnBrk="1" latinLnBrk="0" hangingPunct="1">
        <a:lnSpc>
          <a:spcPct val="90000"/>
        </a:lnSpc>
        <a:spcBef>
          <a:spcPts val="650"/>
        </a:spcBef>
        <a:buFont typeface="Arial" panose="020B0604020202020204" pitchFamily="34" charset="0"/>
        <a:buChar char="•"/>
        <a:defRPr sz="2338" kern="1200">
          <a:solidFill>
            <a:schemeClr val="tx1"/>
          </a:solidFill>
          <a:latin typeface="+mn-lt"/>
          <a:ea typeface="+mn-ea"/>
          <a:cs typeface="+mn-cs"/>
        </a:defRPr>
      </a:lvl7pPr>
      <a:lvl8pPr marL="4454245" indent="-296950" algn="l" defTabSz="1187798" rtl="0" eaLnBrk="1" latinLnBrk="0" hangingPunct="1">
        <a:lnSpc>
          <a:spcPct val="90000"/>
        </a:lnSpc>
        <a:spcBef>
          <a:spcPts val="650"/>
        </a:spcBef>
        <a:buFont typeface="Arial" panose="020B0604020202020204" pitchFamily="34" charset="0"/>
        <a:buChar char="•"/>
        <a:defRPr sz="2338" kern="1200">
          <a:solidFill>
            <a:schemeClr val="tx1"/>
          </a:solidFill>
          <a:latin typeface="+mn-lt"/>
          <a:ea typeface="+mn-ea"/>
          <a:cs typeface="+mn-cs"/>
        </a:defRPr>
      </a:lvl8pPr>
      <a:lvl9pPr marL="5048144" indent="-296950" algn="l" defTabSz="1187798" rtl="0" eaLnBrk="1" latinLnBrk="0" hangingPunct="1">
        <a:lnSpc>
          <a:spcPct val="90000"/>
        </a:lnSpc>
        <a:spcBef>
          <a:spcPts val="650"/>
        </a:spcBef>
        <a:buFont typeface="Arial" panose="020B0604020202020204" pitchFamily="34" charset="0"/>
        <a:buChar char="•"/>
        <a:defRPr sz="2338" kern="1200">
          <a:solidFill>
            <a:schemeClr val="tx1"/>
          </a:solidFill>
          <a:latin typeface="+mn-lt"/>
          <a:ea typeface="+mn-ea"/>
          <a:cs typeface="+mn-cs"/>
        </a:defRPr>
      </a:lvl9pPr>
    </p:bodyStyle>
    <p:otherStyle>
      <a:defPPr>
        <a:defRPr lang="en-US"/>
      </a:defPPr>
      <a:lvl1pPr marL="0" algn="l" defTabSz="1187798" rtl="0" eaLnBrk="1" latinLnBrk="0" hangingPunct="1">
        <a:defRPr sz="2338" kern="1200">
          <a:solidFill>
            <a:schemeClr val="tx1"/>
          </a:solidFill>
          <a:latin typeface="+mn-lt"/>
          <a:ea typeface="+mn-ea"/>
          <a:cs typeface="+mn-cs"/>
        </a:defRPr>
      </a:lvl1pPr>
      <a:lvl2pPr marL="593900" algn="l" defTabSz="1187798" rtl="0" eaLnBrk="1" latinLnBrk="0" hangingPunct="1">
        <a:defRPr sz="2338" kern="1200">
          <a:solidFill>
            <a:schemeClr val="tx1"/>
          </a:solidFill>
          <a:latin typeface="+mn-lt"/>
          <a:ea typeface="+mn-ea"/>
          <a:cs typeface="+mn-cs"/>
        </a:defRPr>
      </a:lvl2pPr>
      <a:lvl3pPr marL="1187798" algn="l" defTabSz="1187798" rtl="0" eaLnBrk="1" latinLnBrk="0" hangingPunct="1">
        <a:defRPr sz="2338" kern="1200">
          <a:solidFill>
            <a:schemeClr val="tx1"/>
          </a:solidFill>
          <a:latin typeface="+mn-lt"/>
          <a:ea typeface="+mn-ea"/>
          <a:cs typeface="+mn-cs"/>
        </a:defRPr>
      </a:lvl3pPr>
      <a:lvl4pPr marL="1781699" algn="l" defTabSz="1187798" rtl="0" eaLnBrk="1" latinLnBrk="0" hangingPunct="1">
        <a:defRPr sz="2338" kern="1200">
          <a:solidFill>
            <a:schemeClr val="tx1"/>
          </a:solidFill>
          <a:latin typeface="+mn-lt"/>
          <a:ea typeface="+mn-ea"/>
          <a:cs typeface="+mn-cs"/>
        </a:defRPr>
      </a:lvl4pPr>
      <a:lvl5pPr marL="2375598" algn="l" defTabSz="1187798" rtl="0" eaLnBrk="1" latinLnBrk="0" hangingPunct="1">
        <a:defRPr sz="2338" kern="1200">
          <a:solidFill>
            <a:schemeClr val="tx1"/>
          </a:solidFill>
          <a:latin typeface="+mn-lt"/>
          <a:ea typeface="+mn-ea"/>
          <a:cs typeface="+mn-cs"/>
        </a:defRPr>
      </a:lvl5pPr>
      <a:lvl6pPr marL="2969497" algn="l" defTabSz="1187798" rtl="0" eaLnBrk="1" latinLnBrk="0" hangingPunct="1">
        <a:defRPr sz="2338" kern="1200">
          <a:solidFill>
            <a:schemeClr val="tx1"/>
          </a:solidFill>
          <a:latin typeface="+mn-lt"/>
          <a:ea typeface="+mn-ea"/>
          <a:cs typeface="+mn-cs"/>
        </a:defRPr>
      </a:lvl6pPr>
      <a:lvl7pPr marL="3563396" algn="l" defTabSz="1187798" rtl="0" eaLnBrk="1" latinLnBrk="0" hangingPunct="1">
        <a:defRPr sz="2338" kern="1200">
          <a:solidFill>
            <a:schemeClr val="tx1"/>
          </a:solidFill>
          <a:latin typeface="+mn-lt"/>
          <a:ea typeface="+mn-ea"/>
          <a:cs typeface="+mn-cs"/>
        </a:defRPr>
      </a:lvl7pPr>
      <a:lvl8pPr marL="4157297" algn="l" defTabSz="1187798" rtl="0" eaLnBrk="1" latinLnBrk="0" hangingPunct="1">
        <a:defRPr sz="2338" kern="1200">
          <a:solidFill>
            <a:schemeClr val="tx1"/>
          </a:solidFill>
          <a:latin typeface="+mn-lt"/>
          <a:ea typeface="+mn-ea"/>
          <a:cs typeface="+mn-cs"/>
        </a:defRPr>
      </a:lvl8pPr>
      <a:lvl9pPr marL="4751195" algn="l" defTabSz="1187798" rtl="0" eaLnBrk="1" latinLnBrk="0" hangingPunct="1">
        <a:defRPr sz="2338"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1" userDrawn="1">
          <p15:clr>
            <a:srgbClr val="F26B43"/>
          </p15:clr>
        </p15:guide>
        <p15:guide id="2" pos="3842" userDrawn="1">
          <p15:clr>
            <a:srgbClr val="F26B43"/>
          </p15:clr>
        </p15:guide>
        <p15:guide id="3" pos="458" userDrawn="1">
          <p15:clr>
            <a:srgbClr val="F26B43"/>
          </p15:clr>
        </p15:guide>
        <p15:guide id="4" pos="7216" userDrawn="1">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8" Type="http://schemas.openxmlformats.org/officeDocument/2006/relationships/image" Target="../media/image14.png"/><Relationship Id="rId13" Type="http://schemas.openxmlformats.org/officeDocument/2006/relationships/image" Target="../media/image19.png"/><Relationship Id="rId18" Type="http://schemas.openxmlformats.org/officeDocument/2006/relationships/image" Target="../media/image24.png"/><Relationship Id="rId3" Type="http://schemas.openxmlformats.org/officeDocument/2006/relationships/image" Target="../media/image9.png"/><Relationship Id="rId21" Type="http://schemas.openxmlformats.org/officeDocument/2006/relationships/image" Target="../media/image27.png"/><Relationship Id="rId7" Type="http://schemas.openxmlformats.org/officeDocument/2006/relationships/image" Target="../media/image13.png"/><Relationship Id="rId12" Type="http://schemas.openxmlformats.org/officeDocument/2006/relationships/image" Target="../media/image18.png"/><Relationship Id="rId17" Type="http://schemas.openxmlformats.org/officeDocument/2006/relationships/image" Target="../media/image23.png"/><Relationship Id="rId2" Type="http://schemas.openxmlformats.org/officeDocument/2006/relationships/image" Target="../media/image8.png"/><Relationship Id="rId16" Type="http://schemas.openxmlformats.org/officeDocument/2006/relationships/image" Target="../media/image22.png"/><Relationship Id="rId20" Type="http://schemas.openxmlformats.org/officeDocument/2006/relationships/image" Target="../media/image26.png"/><Relationship Id="rId1" Type="http://schemas.openxmlformats.org/officeDocument/2006/relationships/slideLayout" Target="../slideLayouts/slideLayout2.xml"/><Relationship Id="rId6" Type="http://schemas.openxmlformats.org/officeDocument/2006/relationships/image" Target="../media/image12.png"/><Relationship Id="rId11" Type="http://schemas.openxmlformats.org/officeDocument/2006/relationships/image" Target="../media/image17.png"/><Relationship Id="rId5" Type="http://schemas.openxmlformats.org/officeDocument/2006/relationships/image" Target="../media/image11.png"/><Relationship Id="rId15" Type="http://schemas.openxmlformats.org/officeDocument/2006/relationships/image" Target="../media/image21.png"/><Relationship Id="rId23" Type="http://schemas.openxmlformats.org/officeDocument/2006/relationships/image" Target="../media/image29.png"/><Relationship Id="rId10" Type="http://schemas.openxmlformats.org/officeDocument/2006/relationships/image" Target="../media/image16.png"/><Relationship Id="rId19" Type="http://schemas.openxmlformats.org/officeDocument/2006/relationships/image" Target="../media/image25.png"/><Relationship Id="rId4" Type="http://schemas.openxmlformats.org/officeDocument/2006/relationships/image" Target="../media/image10.png"/><Relationship Id="rId9" Type="http://schemas.openxmlformats.org/officeDocument/2006/relationships/image" Target="../media/image15.png"/><Relationship Id="rId14" Type="http://schemas.openxmlformats.org/officeDocument/2006/relationships/image" Target="../media/image20.png"/><Relationship Id="rId22" Type="http://schemas.openxmlformats.org/officeDocument/2006/relationships/image" Target="../media/image28.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42.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43.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image" Target="../media/image44.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47.png"/><Relationship Id="rId7" Type="http://schemas.openxmlformats.org/officeDocument/2006/relationships/image" Target="../media/image51.png"/><Relationship Id="rId2" Type="http://schemas.openxmlformats.org/officeDocument/2006/relationships/image" Target="../media/image46.png"/><Relationship Id="rId1" Type="http://schemas.openxmlformats.org/officeDocument/2006/relationships/slideLayout" Target="../slideLayouts/slideLayout2.xml"/><Relationship Id="rId6" Type="http://schemas.openxmlformats.org/officeDocument/2006/relationships/image" Target="../media/image50.png"/><Relationship Id="rId5" Type="http://schemas.openxmlformats.org/officeDocument/2006/relationships/image" Target="../media/image49.png"/><Relationship Id="rId4" Type="http://schemas.openxmlformats.org/officeDocument/2006/relationships/image" Target="../media/image48.png"/></Relationships>
</file>

<file path=ppt/slides/_rels/slide31.xml.rels><?xml version="1.0" encoding="UTF-8" standalone="yes"?>
<Relationships xmlns="http://schemas.openxmlformats.org/package/2006/relationships"><Relationship Id="rId3" Type="http://schemas.openxmlformats.org/officeDocument/2006/relationships/image" Target="../media/image53.png"/><Relationship Id="rId2" Type="http://schemas.openxmlformats.org/officeDocument/2006/relationships/image" Target="../media/image52.png"/><Relationship Id="rId1" Type="http://schemas.openxmlformats.org/officeDocument/2006/relationships/slideLayout" Target="../slideLayouts/slideLayout2.xml"/><Relationship Id="rId4" Type="http://schemas.openxmlformats.org/officeDocument/2006/relationships/image" Target="../media/image54.png"/></Relationships>
</file>

<file path=ppt/slides/_rels/slide32.xml.rels><?xml version="1.0" encoding="UTF-8" standalone="yes"?>
<Relationships xmlns="http://schemas.openxmlformats.org/package/2006/relationships"><Relationship Id="rId3" Type="http://schemas.openxmlformats.org/officeDocument/2006/relationships/image" Target="../media/image56.png"/><Relationship Id="rId2" Type="http://schemas.openxmlformats.org/officeDocument/2006/relationships/image" Target="../media/image55.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58.png"/><Relationship Id="rId2" Type="http://schemas.openxmlformats.org/officeDocument/2006/relationships/image" Target="../media/image57.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image" Target="../media/image60.png"/><Relationship Id="rId2" Type="http://schemas.openxmlformats.org/officeDocument/2006/relationships/image" Target="../media/image59.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62.png"/><Relationship Id="rId2" Type="http://schemas.openxmlformats.org/officeDocument/2006/relationships/image" Target="../media/image61.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image" Target="../media/image64.png"/><Relationship Id="rId2" Type="http://schemas.openxmlformats.org/officeDocument/2006/relationships/image" Target="../media/image63.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image" Target="../media/image66.png"/><Relationship Id="rId2" Type="http://schemas.openxmlformats.org/officeDocument/2006/relationships/image" Target="../media/image65.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image" Target="../media/image68.png"/><Relationship Id="rId2" Type="http://schemas.openxmlformats.org/officeDocument/2006/relationships/image" Target="../media/image67.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8" name="直接连接符 7"/>
          <p:cNvCxnSpPr>
            <a:cxnSpLocks/>
          </p:cNvCxnSpPr>
          <p:nvPr/>
        </p:nvCxnSpPr>
        <p:spPr>
          <a:xfrm>
            <a:off x="661930" y="3100912"/>
            <a:ext cx="1468795" cy="0"/>
          </a:xfrm>
          <a:prstGeom prst="line">
            <a:avLst/>
          </a:prstGeom>
          <a:ln w="25400">
            <a:solidFill>
              <a:srgbClr val="E9002F"/>
            </a:solidFill>
          </a:ln>
        </p:spPr>
        <p:style>
          <a:lnRef idx="1">
            <a:schemeClr val="accent1"/>
          </a:lnRef>
          <a:fillRef idx="0">
            <a:schemeClr val="accent1"/>
          </a:fillRef>
          <a:effectRef idx="0">
            <a:schemeClr val="accent1"/>
          </a:effectRef>
          <a:fontRef idx="minor">
            <a:schemeClr val="tx1"/>
          </a:fontRef>
        </p:style>
      </p:cxnSp>
      <p:sp>
        <p:nvSpPr>
          <p:cNvPr id="4" name="标题 3"/>
          <p:cNvSpPr>
            <a:spLocks noGrp="1"/>
          </p:cNvSpPr>
          <p:nvPr>
            <p:ph type="ctrTitle"/>
          </p:nvPr>
        </p:nvSpPr>
        <p:spPr>
          <a:xfrm>
            <a:off x="661930" y="2191924"/>
            <a:ext cx="8206025" cy="690255"/>
          </a:xfrm>
        </p:spPr>
        <p:txBody>
          <a:bodyPr>
            <a:normAutofit/>
          </a:bodyPr>
          <a:lstStyle/>
          <a:p>
            <a:r>
              <a:rPr lang="zh-CN" altLang="en-US" sz="4400" b="1" dirty="0">
                <a:latin typeface="+mn-lt"/>
              </a:rPr>
              <a:t>第</a:t>
            </a:r>
            <a:r>
              <a:rPr lang="en-US" altLang="zh-CN" sz="4400" b="1" dirty="0">
                <a:latin typeface="+mn-lt"/>
              </a:rPr>
              <a:t>6</a:t>
            </a:r>
            <a:r>
              <a:rPr lang="zh-CN" altLang="en-US" sz="4400" b="1" dirty="0">
                <a:latin typeface="+mn-lt"/>
              </a:rPr>
              <a:t>章 </a:t>
            </a:r>
            <a:r>
              <a:rPr lang="en-US" altLang="zh-CN" sz="4400" b="1" dirty="0">
                <a:latin typeface="+mn-lt"/>
              </a:rPr>
              <a:t>Ascend C</a:t>
            </a:r>
            <a:r>
              <a:rPr lang="zh-CN" altLang="en-US" sz="4400" b="1" dirty="0">
                <a:latin typeface="+mn-lt"/>
              </a:rPr>
              <a:t>大模型算子优化</a:t>
            </a:r>
          </a:p>
        </p:txBody>
      </p:sp>
      <p:sp>
        <p:nvSpPr>
          <p:cNvPr id="10" name="文本占位符 4">
            <a:extLst>
              <a:ext uri="{FF2B5EF4-FFF2-40B4-BE49-F238E27FC236}">
                <a16:creationId xmlns:a16="http://schemas.microsoft.com/office/drawing/2014/main" id="{DFD77602-E5F7-4521-A54F-96BBD2B54A62}"/>
              </a:ext>
            </a:extLst>
          </p:cNvPr>
          <p:cNvSpPr txBox="1">
            <a:spLocks/>
          </p:cNvSpPr>
          <p:nvPr/>
        </p:nvSpPr>
        <p:spPr>
          <a:xfrm>
            <a:off x="661930" y="5097762"/>
            <a:ext cx="6535842" cy="643926"/>
          </a:xfrm>
          <a:prstGeom prst="rect">
            <a:avLst/>
          </a:prstGeom>
        </p:spPr>
        <p:txBody>
          <a:bodyPr/>
          <a:lstStyle>
            <a:lvl1pPr marL="0" indent="0" algn="l" defTabSz="914400" rtl="0" eaLnBrk="1" latinLnBrk="0" hangingPunct="1">
              <a:lnSpc>
                <a:spcPct val="100000"/>
              </a:lnSpc>
              <a:spcBef>
                <a:spcPts val="0"/>
              </a:spcBef>
              <a:buFontTx/>
              <a:buNone/>
              <a:defRPr sz="1000" kern="1200">
                <a:solidFill>
                  <a:srgbClr val="1D1D1B"/>
                </a:solidFill>
                <a:latin typeface="Arial" panose="020B0604020202020204" pitchFamily="34" charset="0"/>
                <a:ea typeface="Microsoft YaHei" panose="020B0503020204020204" pitchFamily="34" charset="-122"/>
                <a:cs typeface="Arial" panose="020B0604020202020204" pitchFamily="34" charset="0"/>
              </a:defRPr>
            </a:lvl1pPr>
            <a:lvl2pPr marL="457200" indent="0" algn="l" defTabSz="914400" rtl="0" eaLnBrk="1" latinLnBrk="0" hangingPunct="1">
              <a:lnSpc>
                <a:spcPct val="90000"/>
              </a:lnSpc>
              <a:spcBef>
                <a:spcPts val="500"/>
              </a:spcBef>
              <a:buFontTx/>
              <a:buNone/>
              <a:defRPr sz="750" kern="1200">
                <a:solidFill>
                  <a:schemeClr val="tx1"/>
                </a:solidFill>
                <a:latin typeface="Arial" panose="020B0604020202020204" pitchFamily="34" charset="0"/>
                <a:ea typeface="+mn-ea"/>
                <a:cs typeface="Arial" panose="020B0604020202020204" pitchFamily="34" charset="0"/>
              </a:defRPr>
            </a:lvl2pPr>
            <a:lvl3pPr marL="914400" indent="0" algn="l" defTabSz="914400" rtl="0" eaLnBrk="1" latinLnBrk="0" hangingPunct="1">
              <a:lnSpc>
                <a:spcPct val="90000"/>
              </a:lnSpc>
              <a:spcBef>
                <a:spcPts val="500"/>
              </a:spcBef>
              <a:buFontTx/>
              <a:buNone/>
              <a:defRPr sz="750" kern="1200">
                <a:solidFill>
                  <a:schemeClr val="tx1"/>
                </a:solidFill>
                <a:latin typeface="Arial" panose="020B0604020202020204" pitchFamily="34" charset="0"/>
                <a:ea typeface="+mn-ea"/>
                <a:cs typeface="Arial" panose="020B0604020202020204" pitchFamily="34" charset="0"/>
              </a:defRPr>
            </a:lvl3pPr>
            <a:lvl4pPr marL="1371600" indent="0" algn="l" defTabSz="914400" rtl="0" eaLnBrk="1" latinLnBrk="0" hangingPunct="1">
              <a:lnSpc>
                <a:spcPct val="90000"/>
              </a:lnSpc>
              <a:spcBef>
                <a:spcPts val="500"/>
              </a:spcBef>
              <a:buFontTx/>
              <a:buNone/>
              <a:defRPr sz="750" kern="1200">
                <a:solidFill>
                  <a:schemeClr val="tx1"/>
                </a:solidFill>
                <a:latin typeface="Arial" panose="020B0604020202020204" pitchFamily="34" charset="0"/>
                <a:ea typeface="+mn-ea"/>
                <a:cs typeface="Arial" panose="020B0604020202020204" pitchFamily="34" charset="0"/>
              </a:defRPr>
            </a:lvl4pPr>
            <a:lvl5pPr marL="1828800" indent="0" algn="l" defTabSz="914400" rtl="0" eaLnBrk="1" latinLnBrk="0" hangingPunct="1">
              <a:lnSpc>
                <a:spcPct val="90000"/>
              </a:lnSpc>
              <a:spcBef>
                <a:spcPts val="500"/>
              </a:spcBef>
              <a:buFontTx/>
              <a:buNone/>
              <a:defRPr sz="750" kern="120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zh-CN" altLang="en-US" sz="1800" dirty="0"/>
              <a:t>华为</a:t>
            </a:r>
            <a:r>
              <a:rPr lang="en-US" altLang="zh-CN" sz="1800" dirty="0"/>
              <a:t>ICT</a:t>
            </a:r>
            <a:r>
              <a:rPr lang="zh-CN" altLang="en-US" sz="1800" dirty="0"/>
              <a:t>学院  播种新</a:t>
            </a:r>
            <a:r>
              <a:rPr lang="en-US" altLang="zh-CN" sz="1800" dirty="0"/>
              <a:t>ICT</a:t>
            </a:r>
            <a:r>
              <a:rPr lang="zh-CN" altLang="en-US" sz="1800" dirty="0"/>
              <a:t>未来</a:t>
            </a:r>
          </a:p>
        </p:txBody>
      </p:sp>
      <p:sp>
        <p:nvSpPr>
          <p:cNvPr id="3" name="文本占位符 4">
            <a:extLst>
              <a:ext uri="{FF2B5EF4-FFF2-40B4-BE49-F238E27FC236}">
                <a16:creationId xmlns:a16="http://schemas.microsoft.com/office/drawing/2014/main" id="{D19C6A6F-1306-0C68-2B32-A61AAF718306}"/>
              </a:ext>
            </a:extLst>
          </p:cNvPr>
          <p:cNvSpPr txBox="1">
            <a:spLocks/>
          </p:cNvSpPr>
          <p:nvPr/>
        </p:nvSpPr>
        <p:spPr>
          <a:xfrm>
            <a:off x="592920" y="3319646"/>
            <a:ext cx="1261884" cy="905761"/>
          </a:xfrm>
          <a:prstGeom prst="rect">
            <a:avLst/>
          </a:prstGeom>
        </p:spPr>
        <p:txBody>
          <a:bodyPr wrap="none">
            <a:spAutoFit/>
          </a:bodyPr>
          <a:lstStyle>
            <a:lvl1pPr marL="0" indent="0" algn="l" defTabSz="914400" rtl="0" eaLnBrk="1" latinLnBrk="0" hangingPunct="1">
              <a:lnSpc>
                <a:spcPct val="100000"/>
              </a:lnSpc>
              <a:spcBef>
                <a:spcPts val="0"/>
              </a:spcBef>
              <a:buFontTx/>
              <a:buNone/>
              <a:defRPr sz="1000" kern="1200">
                <a:solidFill>
                  <a:srgbClr val="1D1D1B"/>
                </a:solidFill>
                <a:latin typeface="Arial" panose="020B0604020202020204" pitchFamily="34" charset="0"/>
                <a:ea typeface="Microsoft YaHei" panose="020B0503020204020204" pitchFamily="34" charset="-122"/>
                <a:cs typeface="Arial" panose="020B0604020202020204" pitchFamily="34" charset="0"/>
              </a:defRPr>
            </a:lvl1pPr>
            <a:lvl2pPr marL="457200" indent="0" algn="l" defTabSz="914400" rtl="0" eaLnBrk="1" latinLnBrk="0" hangingPunct="1">
              <a:lnSpc>
                <a:spcPct val="90000"/>
              </a:lnSpc>
              <a:spcBef>
                <a:spcPts val="500"/>
              </a:spcBef>
              <a:buFontTx/>
              <a:buNone/>
              <a:defRPr sz="750" kern="1200">
                <a:solidFill>
                  <a:schemeClr val="tx1"/>
                </a:solidFill>
                <a:latin typeface="Arial" panose="020B0604020202020204" pitchFamily="34" charset="0"/>
                <a:ea typeface="+mn-ea"/>
                <a:cs typeface="Arial" panose="020B0604020202020204" pitchFamily="34" charset="0"/>
              </a:defRPr>
            </a:lvl2pPr>
            <a:lvl3pPr marL="914400" indent="0" algn="l" defTabSz="914400" rtl="0" eaLnBrk="1" latinLnBrk="0" hangingPunct="1">
              <a:lnSpc>
                <a:spcPct val="90000"/>
              </a:lnSpc>
              <a:spcBef>
                <a:spcPts val="500"/>
              </a:spcBef>
              <a:buFontTx/>
              <a:buNone/>
              <a:defRPr sz="750" kern="1200">
                <a:solidFill>
                  <a:schemeClr val="tx1"/>
                </a:solidFill>
                <a:latin typeface="Arial" panose="020B0604020202020204" pitchFamily="34" charset="0"/>
                <a:ea typeface="+mn-ea"/>
                <a:cs typeface="Arial" panose="020B0604020202020204" pitchFamily="34" charset="0"/>
              </a:defRPr>
            </a:lvl3pPr>
            <a:lvl4pPr marL="1371600" indent="0" algn="l" defTabSz="914400" rtl="0" eaLnBrk="1" latinLnBrk="0" hangingPunct="1">
              <a:lnSpc>
                <a:spcPct val="90000"/>
              </a:lnSpc>
              <a:spcBef>
                <a:spcPts val="500"/>
              </a:spcBef>
              <a:buFontTx/>
              <a:buNone/>
              <a:defRPr sz="750" kern="1200">
                <a:solidFill>
                  <a:schemeClr val="tx1"/>
                </a:solidFill>
                <a:latin typeface="Arial" panose="020B0604020202020204" pitchFamily="34" charset="0"/>
                <a:ea typeface="+mn-ea"/>
                <a:cs typeface="Arial" panose="020B0604020202020204" pitchFamily="34" charset="0"/>
              </a:defRPr>
            </a:lvl4pPr>
            <a:lvl5pPr marL="1828800" indent="0" algn="l" defTabSz="914400" rtl="0" eaLnBrk="1" latinLnBrk="0" hangingPunct="1">
              <a:lnSpc>
                <a:spcPct val="90000"/>
              </a:lnSpc>
              <a:spcBef>
                <a:spcPts val="500"/>
              </a:spcBef>
              <a:buFontTx/>
              <a:buNone/>
              <a:defRPr sz="750" kern="120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30000"/>
              </a:lnSpc>
              <a:spcAft>
                <a:spcPts val="600"/>
              </a:spcAft>
            </a:pPr>
            <a:r>
              <a:rPr lang="zh-CN" altLang="en-US" sz="1400" b="1" dirty="0"/>
              <a:t>苏统华</a:t>
            </a:r>
          </a:p>
          <a:p>
            <a:pPr>
              <a:lnSpc>
                <a:spcPct val="130000"/>
              </a:lnSpc>
            </a:pPr>
            <a:r>
              <a:rPr lang="zh-CN" altLang="en-US" sz="1200" dirty="0"/>
              <a:t>软件学院</a:t>
            </a:r>
          </a:p>
          <a:p>
            <a:pPr>
              <a:lnSpc>
                <a:spcPct val="130000"/>
              </a:lnSpc>
            </a:pPr>
            <a:r>
              <a:rPr lang="zh-CN" altLang="en-US" sz="1200" dirty="0"/>
              <a:t>哈尔滨工业大学</a:t>
            </a:r>
          </a:p>
        </p:txBody>
      </p:sp>
    </p:spTree>
    <p:extLst>
      <p:ext uri="{BB962C8B-B14F-4D97-AF65-F5344CB8AC3E}">
        <p14:creationId xmlns:p14="http://schemas.microsoft.com/office/powerpoint/2010/main" val="201235506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标题 1">
            <a:extLst>
              <a:ext uri="{FF2B5EF4-FFF2-40B4-BE49-F238E27FC236}">
                <a16:creationId xmlns:a16="http://schemas.microsoft.com/office/drawing/2014/main" id="{3F8861DB-FC39-16C1-E8EB-34605AE0D1E5}"/>
              </a:ext>
            </a:extLst>
          </p:cNvPr>
          <p:cNvSpPr txBox="1">
            <a:spLocks/>
          </p:cNvSpPr>
          <p:nvPr/>
        </p:nvSpPr>
        <p:spPr>
          <a:xfrm>
            <a:off x="3608756" y="411900"/>
            <a:ext cx="4979248" cy="584775"/>
          </a:xfrm>
          <a:prstGeom prst="rect">
            <a:avLst/>
          </a:prstGeom>
        </p:spPr>
        <p:txBody>
          <a:bodyPr wrap="none">
            <a:spAutoFit/>
          </a:bodyPr>
          <a:lstStyle>
            <a:lvl1pPr algn="l" defTabSz="1187798" rtl="0" eaLnBrk="1" latinLnBrk="0" hangingPunct="1">
              <a:lnSpc>
                <a:spcPct val="90000"/>
              </a:lnSpc>
              <a:spcBef>
                <a:spcPct val="0"/>
              </a:spcBef>
              <a:buNone/>
              <a:defRPr sz="5716" kern="1200">
                <a:solidFill>
                  <a:schemeClr val="tx1"/>
                </a:solidFill>
                <a:latin typeface="+mj-lt"/>
                <a:ea typeface="+mj-ea"/>
                <a:cs typeface="+mj-cs"/>
              </a:defRPr>
            </a:lvl1pPr>
          </a:lstStyle>
          <a:p>
            <a:pPr algn="ctr">
              <a:lnSpc>
                <a:spcPct val="100000"/>
              </a:lnSpc>
            </a:pPr>
            <a:r>
              <a:rPr lang="zh-CN" altLang="en-US" sz="3200" b="1" dirty="0">
                <a:solidFill>
                  <a:srgbClr val="000000"/>
                </a:solidFill>
                <a:latin typeface="Arial" panose="020B0604020202020204" pitchFamily="34" charset="0"/>
                <a:ea typeface="微软雅黑" panose="020B0503020204020204" pitchFamily="34" charset="-122"/>
                <a:cs typeface="Arial" panose="020B0604020202020204" pitchFamily="34" charset="0"/>
              </a:rPr>
              <a:t>华为昇腾 </a:t>
            </a:r>
            <a:r>
              <a:rPr lang="en-US" altLang="zh-CN" sz="3200" b="1" dirty="0">
                <a:solidFill>
                  <a:srgbClr val="000000"/>
                </a:solidFill>
                <a:latin typeface="Arial" panose="020B0604020202020204" pitchFamily="34" charset="0"/>
                <a:ea typeface="微软雅黑" panose="020B0503020204020204" pitchFamily="34" charset="-122"/>
                <a:cs typeface="Arial" panose="020B0604020202020204" pitchFamily="34" charset="0"/>
              </a:rPr>
              <a:t>AI </a:t>
            </a:r>
            <a:r>
              <a:rPr lang="zh-CN" altLang="en-US" sz="3200" b="1" dirty="0">
                <a:solidFill>
                  <a:srgbClr val="000000"/>
                </a:solidFill>
                <a:latin typeface="Arial" panose="020B0604020202020204" pitchFamily="34" charset="0"/>
                <a:ea typeface="微软雅黑" panose="020B0503020204020204" pitchFamily="34" charset="-122"/>
                <a:cs typeface="Arial" panose="020B0604020202020204" pitchFamily="34" charset="0"/>
              </a:rPr>
              <a:t>全栈解决方案</a:t>
            </a:r>
          </a:p>
        </p:txBody>
      </p:sp>
      <p:sp>
        <p:nvSpPr>
          <p:cNvPr id="6" name="矩形: 圆角 18">
            <a:extLst>
              <a:ext uri="{FF2B5EF4-FFF2-40B4-BE49-F238E27FC236}">
                <a16:creationId xmlns:a16="http://schemas.microsoft.com/office/drawing/2014/main" id="{7F7ECFCA-A180-0ED6-0BE8-1B00706EAC37}"/>
              </a:ext>
            </a:extLst>
          </p:cNvPr>
          <p:cNvSpPr/>
          <p:nvPr/>
        </p:nvSpPr>
        <p:spPr>
          <a:xfrm>
            <a:off x="592717" y="1126090"/>
            <a:ext cx="11005023" cy="563838"/>
          </a:xfrm>
          <a:prstGeom prst="rect">
            <a:avLst/>
          </a:prstGeom>
          <a:gradFill>
            <a:gsLst>
              <a:gs pos="0">
                <a:schemeClr val="bg1">
                  <a:lumMod val="20000"/>
                  <a:lumOff val="80000"/>
                  <a:alpha val="50000"/>
                </a:schemeClr>
              </a:gs>
              <a:gs pos="100000">
                <a:schemeClr val="bg1">
                  <a:lumMod val="20000"/>
                  <a:lumOff val="80000"/>
                  <a:alpha val="0"/>
                </a:schemeClr>
              </a:gs>
            </a:gsLst>
            <a:lin ang="5400000" scaled="0"/>
          </a:gradFill>
          <a:ln w="3175">
            <a:gradFill>
              <a:gsLst>
                <a:gs pos="0">
                  <a:schemeClr val="bg1">
                    <a:lumMod val="20000"/>
                    <a:lumOff val="80000"/>
                    <a:alpha val="0"/>
                  </a:schemeClr>
                </a:gs>
                <a:gs pos="100000">
                  <a:schemeClr val="bg1">
                    <a:lumMod val="20000"/>
                    <a:lumOff val="80000"/>
                    <a:alpha val="50000"/>
                  </a:schemeClr>
                </a:gs>
              </a:gsLst>
              <a:lin ang="5400000" scaled="0"/>
            </a:gradFill>
            <a:round/>
            <a:headEnd/>
            <a:tailEnd/>
          </a:ln>
        </p:spPr>
        <p:txBody>
          <a:bodyPr vert="horz" wrap="square" lIns="91440" tIns="45720" rIns="91440" bIns="45720" numCol="1" anchor="ctr" anchorCtr="0" compatLnSpc="1">
            <a:prstTxWarp prst="textNoShape">
              <a:avLst/>
            </a:prstTxWarp>
          </a:bodyPr>
          <a:lstStyle/>
          <a:p>
            <a:pPr algn="ctr">
              <a:spcAft>
                <a:spcPts val="600"/>
              </a:spcAft>
            </a:pPr>
            <a:endParaRPr kumimoji="0" lang="zh-CN" altLang="en-US" sz="1200" b="0" i="0" u="none" strike="noStrike" cap="none" spc="0" normalizeH="0" baseline="0" dirty="0">
              <a:ln>
                <a:noFill/>
              </a:ln>
              <a:solidFill>
                <a:srgbClr val="000000"/>
              </a:solidFill>
              <a:effectLst/>
              <a:uFillTx/>
              <a:latin typeface="Arial" panose="020B0604020202020204" pitchFamily="34" charset="0"/>
              <a:ea typeface="微软雅黑" panose="020B0503020204020204" pitchFamily="34" charset="-122"/>
              <a:cs typeface="Arial" panose="020B0604020202020204" pitchFamily="34" charset="0"/>
              <a:sym typeface="Huawei Sans"/>
            </a:endParaRPr>
          </a:p>
        </p:txBody>
      </p:sp>
      <p:sp>
        <p:nvSpPr>
          <p:cNvPr id="7" name="矩形: 圆角 18">
            <a:extLst>
              <a:ext uri="{FF2B5EF4-FFF2-40B4-BE49-F238E27FC236}">
                <a16:creationId xmlns:a16="http://schemas.microsoft.com/office/drawing/2014/main" id="{8A1D2CD5-55DA-D943-DFF5-2923B3119633}"/>
              </a:ext>
            </a:extLst>
          </p:cNvPr>
          <p:cNvSpPr/>
          <p:nvPr/>
        </p:nvSpPr>
        <p:spPr>
          <a:xfrm>
            <a:off x="592717" y="1783760"/>
            <a:ext cx="8169652" cy="1675627"/>
          </a:xfrm>
          <a:prstGeom prst="rect">
            <a:avLst/>
          </a:prstGeom>
          <a:gradFill>
            <a:gsLst>
              <a:gs pos="0">
                <a:schemeClr val="bg1">
                  <a:lumMod val="20000"/>
                  <a:lumOff val="80000"/>
                  <a:alpha val="50000"/>
                </a:schemeClr>
              </a:gs>
              <a:gs pos="100000">
                <a:schemeClr val="bg1">
                  <a:lumMod val="20000"/>
                  <a:lumOff val="80000"/>
                  <a:alpha val="0"/>
                </a:schemeClr>
              </a:gs>
            </a:gsLst>
            <a:lin ang="5400000" scaled="0"/>
          </a:gradFill>
          <a:ln w="3175">
            <a:gradFill>
              <a:gsLst>
                <a:gs pos="0">
                  <a:schemeClr val="bg1">
                    <a:lumMod val="20000"/>
                    <a:lumOff val="80000"/>
                    <a:alpha val="0"/>
                  </a:schemeClr>
                </a:gs>
                <a:gs pos="100000">
                  <a:schemeClr val="bg1">
                    <a:lumMod val="20000"/>
                    <a:lumOff val="80000"/>
                    <a:alpha val="50000"/>
                  </a:schemeClr>
                </a:gs>
              </a:gsLst>
              <a:lin ang="5400000" scaled="0"/>
            </a:gradFill>
            <a:round/>
            <a:headEnd/>
            <a:tailEnd/>
          </a:ln>
        </p:spPr>
        <p:txBody>
          <a:bodyPr vert="horz" wrap="square" lIns="91440" tIns="45720" rIns="91440" bIns="45720" numCol="1" anchor="ctr" anchorCtr="0" compatLnSpc="1">
            <a:prstTxWarp prst="textNoShape">
              <a:avLst/>
            </a:prstTxWarp>
          </a:bodyPr>
          <a:lstStyle/>
          <a:p>
            <a:pPr algn="ctr">
              <a:spcAft>
                <a:spcPts val="600"/>
              </a:spcAft>
            </a:pPr>
            <a:endParaRPr kumimoji="0" lang="zh-CN" altLang="en-US" sz="1200" b="0" i="0" u="none" strike="noStrike" cap="none" spc="0" normalizeH="0" baseline="0" dirty="0">
              <a:ln>
                <a:noFill/>
              </a:ln>
              <a:solidFill>
                <a:srgbClr val="000000"/>
              </a:solidFill>
              <a:effectLst/>
              <a:uFillTx/>
              <a:latin typeface="Arial" panose="020B0604020202020204" pitchFamily="34" charset="0"/>
              <a:ea typeface="微软雅黑" panose="020B0503020204020204" pitchFamily="34" charset="-122"/>
              <a:cs typeface="Arial" panose="020B0604020202020204" pitchFamily="34" charset="0"/>
              <a:sym typeface="Huawei Sans"/>
            </a:endParaRPr>
          </a:p>
        </p:txBody>
      </p:sp>
      <p:sp>
        <p:nvSpPr>
          <p:cNvPr id="8" name="矩形: 圆角 18">
            <a:extLst>
              <a:ext uri="{FF2B5EF4-FFF2-40B4-BE49-F238E27FC236}">
                <a16:creationId xmlns:a16="http://schemas.microsoft.com/office/drawing/2014/main" id="{9DDF1702-0048-9731-BF3F-0218DAEFCDC1}"/>
              </a:ext>
            </a:extLst>
          </p:cNvPr>
          <p:cNvSpPr/>
          <p:nvPr/>
        </p:nvSpPr>
        <p:spPr>
          <a:xfrm>
            <a:off x="592717" y="3553219"/>
            <a:ext cx="8169652" cy="786915"/>
          </a:xfrm>
          <a:prstGeom prst="rect">
            <a:avLst/>
          </a:prstGeom>
          <a:gradFill>
            <a:gsLst>
              <a:gs pos="0">
                <a:schemeClr val="bg1">
                  <a:lumMod val="20000"/>
                  <a:lumOff val="80000"/>
                  <a:alpha val="50000"/>
                </a:schemeClr>
              </a:gs>
              <a:gs pos="100000">
                <a:schemeClr val="bg1">
                  <a:lumMod val="20000"/>
                  <a:lumOff val="80000"/>
                  <a:alpha val="0"/>
                </a:schemeClr>
              </a:gs>
            </a:gsLst>
            <a:lin ang="5400000" scaled="0"/>
          </a:gradFill>
          <a:ln w="3175">
            <a:gradFill>
              <a:gsLst>
                <a:gs pos="0">
                  <a:schemeClr val="bg1">
                    <a:lumMod val="20000"/>
                    <a:lumOff val="80000"/>
                    <a:alpha val="0"/>
                  </a:schemeClr>
                </a:gs>
                <a:gs pos="100000">
                  <a:schemeClr val="bg1">
                    <a:lumMod val="20000"/>
                    <a:lumOff val="80000"/>
                    <a:alpha val="50000"/>
                  </a:schemeClr>
                </a:gs>
              </a:gsLst>
              <a:lin ang="5400000" scaled="0"/>
            </a:gradFill>
            <a:round/>
            <a:headEnd/>
            <a:tailEnd/>
          </a:ln>
        </p:spPr>
        <p:txBody>
          <a:bodyPr vert="horz" wrap="square" lIns="91440" tIns="45720" rIns="91440" bIns="45720" numCol="1" anchor="ctr" anchorCtr="0" compatLnSpc="1">
            <a:prstTxWarp prst="textNoShape">
              <a:avLst/>
            </a:prstTxWarp>
          </a:bodyPr>
          <a:lstStyle/>
          <a:p>
            <a:pPr algn="ctr">
              <a:spcAft>
                <a:spcPts val="600"/>
              </a:spcAft>
            </a:pPr>
            <a:endParaRPr kumimoji="0" lang="zh-CN" altLang="en-US" sz="1200" b="0" i="0" u="none" strike="noStrike" cap="none" spc="0" normalizeH="0" baseline="0" dirty="0">
              <a:ln>
                <a:noFill/>
              </a:ln>
              <a:solidFill>
                <a:srgbClr val="000000"/>
              </a:solidFill>
              <a:effectLst/>
              <a:uFillTx/>
              <a:latin typeface="Arial" panose="020B0604020202020204" pitchFamily="34" charset="0"/>
              <a:ea typeface="微软雅黑" panose="020B0503020204020204" pitchFamily="34" charset="-122"/>
              <a:cs typeface="Arial" panose="020B0604020202020204" pitchFamily="34" charset="0"/>
              <a:sym typeface="Huawei Sans"/>
            </a:endParaRPr>
          </a:p>
        </p:txBody>
      </p:sp>
      <p:sp>
        <p:nvSpPr>
          <p:cNvPr id="10" name="矩形: 圆角 18">
            <a:extLst>
              <a:ext uri="{FF2B5EF4-FFF2-40B4-BE49-F238E27FC236}">
                <a16:creationId xmlns:a16="http://schemas.microsoft.com/office/drawing/2014/main" id="{B84EE9C6-0CE2-D7C1-C129-C4010EFEE675}"/>
              </a:ext>
            </a:extLst>
          </p:cNvPr>
          <p:cNvSpPr/>
          <p:nvPr/>
        </p:nvSpPr>
        <p:spPr>
          <a:xfrm>
            <a:off x="592717" y="4433966"/>
            <a:ext cx="8169652" cy="786915"/>
          </a:xfrm>
          <a:prstGeom prst="rect">
            <a:avLst/>
          </a:prstGeom>
          <a:gradFill>
            <a:gsLst>
              <a:gs pos="0">
                <a:schemeClr val="bg1">
                  <a:lumMod val="20000"/>
                  <a:lumOff val="80000"/>
                  <a:alpha val="50000"/>
                </a:schemeClr>
              </a:gs>
              <a:gs pos="100000">
                <a:schemeClr val="bg1">
                  <a:lumMod val="20000"/>
                  <a:lumOff val="80000"/>
                  <a:alpha val="0"/>
                </a:schemeClr>
              </a:gs>
            </a:gsLst>
            <a:lin ang="5400000" scaled="0"/>
          </a:gradFill>
          <a:ln w="3175">
            <a:gradFill>
              <a:gsLst>
                <a:gs pos="0">
                  <a:schemeClr val="bg1">
                    <a:lumMod val="20000"/>
                    <a:lumOff val="80000"/>
                    <a:alpha val="0"/>
                  </a:schemeClr>
                </a:gs>
                <a:gs pos="100000">
                  <a:schemeClr val="bg1">
                    <a:lumMod val="20000"/>
                    <a:lumOff val="80000"/>
                    <a:alpha val="50000"/>
                  </a:schemeClr>
                </a:gs>
              </a:gsLst>
              <a:lin ang="5400000" scaled="0"/>
            </a:gradFill>
            <a:round/>
            <a:headEnd/>
            <a:tailEnd/>
          </a:ln>
        </p:spPr>
        <p:txBody>
          <a:bodyPr vert="horz" wrap="square" lIns="91440" tIns="45720" rIns="91440" bIns="45720" numCol="1" anchor="ctr" anchorCtr="0" compatLnSpc="1">
            <a:prstTxWarp prst="textNoShape">
              <a:avLst/>
            </a:prstTxWarp>
          </a:bodyPr>
          <a:lstStyle/>
          <a:p>
            <a:pPr algn="ctr">
              <a:spcAft>
                <a:spcPts val="600"/>
              </a:spcAft>
            </a:pPr>
            <a:endParaRPr kumimoji="0" lang="zh-CN" altLang="en-US" sz="1200" b="0" i="0" u="none" strike="noStrike" cap="none" spc="0" normalizeH="0" baseline="0" dirty="0">
              <a:ln>
                <a:noFill/>
              </a:ln>
              <a:solidFill>
                <a:srgbClr val="000000"/>
              </a:solidFill>
              <a:effectLst/>
              <a:uFillTx/>
              <a:latin typeface="Arial" panose="020B0604020202020204" pitchFamily="34" charset="0"/>
              <a:ea typeface="微软雅黑" panose="020B0503020204020204" pitchFamily="34" charset="-122"/>
              <a:cs typeface="Arial" panose="020B0604020202020204" pitchFamily="34" charset="0"/>
              <a:sym typeface="Huawei Sans"/>
            </a:endParaRPr>
          </a:p>
        </p:txBody>
      </p:sp>
      <p:sp>
        <p:nvSpPr>
          <p:cNvPr id="11" name="矩形: 圆角 18">
            <a:extLst>
              <a:ext uri="{FF2B5EF4-FFF2-40B4-BE49-F238E27FC236}">
                <a16:creationId xmlns:a16="http://schemas.microsoft.com/office/drawing/2014/main" id="{2344689A-17A8-7DED-DAF2-C21C33462AA4}"/>
              </a:ext>
            </a:extLst>
          </p:cNvPr>
          <p:cNvSpPr/>
          <p:nvPr/>
        </p:nvSpPr>
        <p:spPr>
          <a:xfrm>
            <a:off x="592717" y="5314713"/>
            <a:ext cx="11013496" cy="994012"/>
          </a:xfrm>
          <a:prstGeom prst="rect">
            <a:avLst/>
          </a:prstGeom>
          <a:gradFill>
            <a:gsLst>
              <a:gs pos="0">
                <a:schemeClr val="bg1">
                  <a:lumMod val="20000"/>
                  <a:lumOff val="80000"/>
                  <a:alpha val="50000"/>
                </a:schemeClr>
              </a:gs>
              <a:gs pos="100000">
                <a:schemeClr val="bg1">
                  <a:lumMod val="20000"/>
                  <a:lumOff val="80000"/>
                  <a:alpha val="0"/>
                </a:schemeClr>
              </a:gs>
            </a:gsLst>
            <a:lin ang="5400000" scaled="0"/>
          </a:gradFill>
          <a:ln w="3175">
            <a:gradFill>
              <a:gsLst>
                <a:gs pos="0">
                  <a:schemeClr val="bg1">
                    <a:lumMod val="20000"/>
                    <a:lumOff val="80000"/>
                    <a:alpha val="0"/>
                  </a:schemeClr>
                </a:gs>
                <a:gs pos="100000">
                  <a:schemeClr val="bg1">
                    <a:lumMod val="20000"/>
                    <a:lumOff val="80000"/>
                    <a:alpha val="50000"/>
                  </a:schemeClr>
                </a:gs>
              </a:gsLst>
              <a:lin ang="5400000" scaled="0"/>
            </a:gradFill>
            <a:round/>
            <a:headEnd/>
            <a:tailEnd/>
          </a:ln>
        </p:spPr>
        <p:txBody>
          <a:bodyPr vert="horz" wrap="square" lIns="91440" tIns="45720" rIns="91440" bIns="45720" numCol="1" anchor="ctr" anchorCtr="0" compatLnSpc="1">
            <a:prstTxWarp prst="textNoShape">
              <a:avLst/>
            </a:prstTxWarp>
          </a:bodyPr>
          <a:lstStyle/>
          <a:p>
            <a:pPr algn="ctr">
              <a:spcAft>
                <a:spcPts val="600"/>
              </a:spcAft>
            </a:pPr>
            <a:endParaRPr kumimoji="0" lang="zh-CN" altLang="en-US" sz="1200" b="0" i="0" u="none" strike="noStrike" cap="none" spc="0" normalizeH="0" baseline="0" dirty="0">
              <a:ln>
                <a:noFill/>
              </a:ln>
              <a:solidFill>
                <a:srgbClr val="000000"/>
              </a:solidFill>
              <a:effectLst/>
              <a:uFillTx/>
              <a:latin typeface="Arial" panose="020B0604020202020204" pitchFamily="34" charset="0"/>
              <a:ea typeface="微软雅黑" panose="020B0503020204020204" pitchFamily="34" charset="-122"/>
              <a:cs typeface="Arial" panose="020B0604020202020204" pitchFamily="34" charset="0"/>
              <a:sym typeface="Huawei Sans"/>
            </a:endParaRPr>
          </a:p>
        </p:txBody>
      </p:sp>
      <p:sp>
        <p:nvSpPr>
          <p:cNvPr id="12" name="矩形: 圆角 18">
            <a:extLst>
              <a:ext uri="{FF2B5EF4-FFF2-40B4-BE49-F238E27FC236}">
                <a16:creationId xmlns:a16="http://schemas.microsoft.com/office/drawing/2014/main" id="{FEDFCCD1-20EA-A8A1-5FCD-CFA77844665F}"/>
              </a:ext>
            </a:extLst>
          </p:cNvPr>
          <p:cNvSpPr/>
          <p:nvPr/>
        </p:nvSpPr>
        <p:spPr>
          <a:xfrm>
            <a:off x="10810431" y="1783760"/>
            <a:ext cx="787309" cy="3437121"/>
          </a:xfrm>
          <a:prstGeom prst="rect">
            <a:avLst/>
          </a:prstGeom>
          <a:gradFill>
            <a:gsLst>
              <a:gs pos="0">
                <a:schemeClr val="bg1">
                  <a:lumMod val="20000"/>
                  <a:lumOff val="80000"/>
                  <a:alpha val="50000"/>
                </a:schemeClr>
              </a:gs>
              <a:gs pos="100000">
                <a:schemeClr val="bg1">
                  <a:lumMod val="20000"/>
                  <a:lumOff val="80000"/>
                  <a:alpha val="0"/>
                </a:schemeClr>
              </a:gs>
            </a:gsLst>
            <a:lin ang="5400000" scaled="0"/>
          </a:gradFill>
          <a:ln w="3175">
            <a:gradFill>
              <a:gsLst>
                <a:gs pos="0">
                  <a:schemeClr val="bg1">
                    <a:lumMod val="20000"/>
                    <a:lumOff val="80000"/>
                    <a:alpha val="0"/>
                  </a:schemeClr>
                </a:gs>
                <a:gs pos="100000">
                  <a:schemeClr val="bg1">
                    <a:lumMod val="20000"/>
                    <a:lumOff val="80000"/>
                    <a:alpha val="50000"/>
                  </a:schemeClr>
                </a:gs>
              </a:gsLst>
              <a:lin ang="5400000" scaled="0"/>
            </a:gradFill>
            <a:round/>
            <a:headEnd/>
            <a:tailEnd/>
          </a:ln>
        </p:spPr>
        <p:txBody>
          <a:bodyPr vert="horz" wrap="square" lIns="91440" tIns="45720" rIns="91440" bIns="45720" numCol="1" anchor="ctr" anchorCtr="0" compatLnSpc="1">
            <a:prstTxWarp prst="textNoShape">
              <a:avLst/>
            </a:prstTxWarp>
          </a:bodyPr>
          <a:lstStyle/>
          <a:p>
            <a:pPr algn="ctr">
              <a:spcAft>
                <a:spcPts val="600"/>
              </a:spcAft>
            </a:pPr>
            <a:endParaRPr kumimoji="0" lang="zh-CN" altLang="en-US" sz="1000" b="0" i="0" u="none" strike="noStrike" cap="none" spc="0" normalizeH="0" baseline="0" dirty="0">
              <a:ln>
                <a:noFill/>
              </a:ln>
              <a:solidFill>
                <a:srgbClr val="000000"/>
              </a:solidFill>
              <a:effectLst/>
              <a:uFillTx/>
              <a:latin typeface="Arial" panose="020B0604020202020204" pitchFamily="34" charset="0"/>
              <a:ea typeface="微软雅黑" panose="020B0503020204020204" pitchFamily="34" charset="-122"/>
              <a:cs typeface="Arial" panose="020B0604020202020204" pitchFamily="34" charset="0"/>
              <a:sym typeface="Huawei Sans"/>
            </a:endParaRPr>
          </a:p>
        </p:txBody>
      </p:sp>
      <p:sp>
        <p:nvSpPr>
          <p:cNvPr id="13" name="矩形: 圆角 18">
            <a:extLst>
              <a:ext uri="{FF2B5EF4-FFF2-40B4-BE49-F238E27FC236}">
                <a16:creationId xmlns:a16="http://schemas.microsoft.com/office/drawing/2014/main" id="{19F9EC49-7889-239C-0AD0-6EFE89B8194D}"/>
              </a:ext>
            </a:extLst>
          </p:cNvPr>
          <p:cNvSpPr/>
          <p:nvPr/>
        </p:nvSpPr>
        <p:spPr>
          <a:xfrm>
            <a:off x="9865308" y="1783760"/>
            <a:ext cx="787309" cy="3437121"/>
          </a:xfrm>
          <a:prstGeom prst="rect">
            <a:avLst/>
          </a:prstGeom>
          <a:gradFill>
            <a:gsLst>
              <a:gs pos="0">
                <a:schemeClr val="bg1">
                  <a:lumMod val="20000"/>
                  <a:lumOff val="80000"/>
                  <a:alpha val="50000"/>
                </a:schemeClr>
              </a:gs>
              <a:gs pos="100000">
                <a:schemeClr val="bg1">
                  <a:lumMod val="20000"/>
                  <a:lumOff val="80000"/>
                  <a:alpha val="0"/>
                </a:schemeClr>
              </a:gs>
            </a:gsLst>
            <a:lin ang="5400000" scaled="0"/>
          </a:gradFill>
          <a:ln w="3175">
            <a:gradFill>
              <a:gsLst>
                <a:gs pos="0">
                  <a:schemeClr val="bg1">
                    <a:lumMod val="20000"/>
                    <a:lumOff val="80000"/>
                    <a:alpha val="0"/>
                  </a:schemeClr>
                </a:gs>
                <a:gs pos="100000">
                  <a:schemeClr val="bg1">
                    <a:lumMod val="20000"/>
                    <a:lumOff val="80000"/>
                    <a:alpha val="50000"/>
                  </a:schemeClr>
                </a:gs>
              </a:gsLst>
              <a:lin ang="5400000" scaled="0"/>
            </a:gradFill>
            <a:round/>
            <a:headEnd/>
            <a:tailEnd/>
          </a:ln>
        </p:spPr>
        <p:txBody>
          <a:bodyPr vert="horz" wrap="square" lIns="91440" tIns="45720" rIns="91440" bIns="45720" numCol="1" anchor="ctr" anchorCtr="0" compatLnSpc="1">
            <a:prstTxWarp prst="textNoShape">
              <a:avLst/>
            </a:prstTxWarp>
          </a:bodyPr>
          <a:lstStyle/>
          <a:p>
            <a:pPr algn="ctr">
              <a:spcAft>
                <a:spcPts val="600"/>
              </a:spcAft>
            </a:pPr>
            <a:endParaRPr kumimoji="0" lang="zh-CN" altLang="en-US" sz="1000" b="0" i="0" u="none" strike="noStrike" cap="none" spc="0" normalizeH="0" baseline="0" dirty="0">
              <a:ln>
                <a:noFill/>
              </a:ln>
              <a:solidFill>
                <a:srgbClr val="000000"/>
              </a:solidFill>
              <a:effectLst/>
              <a:uFillTx/>
              <a:latin typeface="Arial" panose="020B0604020202020204" pitchFamily="34" charset="0"/>
              <a:ea typeface="微软雅黑" panose="020B0503020204020204" pitchFamily="34" charset="-122"/>
              <a:cs typeface="Arial" panose="020B0604020202020204" pitchFamily="34" charset="0"/>
              <a:sym typeface="Huawei Sans"/>
            </a:endParaRPr>
          </a:p>
        </p:txBody>
      </p:sp>
      <p:sp>
        <p:nvSpPr>
          <p:cNvPr id="14" name="矩形: 圆角 18">
            <a:extLst>
              <a:ext uri="{FF2B5EF4-FFF2-40B4-BE49-F238E27FC236}">
                <a16:creationId xmlns:a16="http://schemas.microsoft.com/office/drawing/2014/main" id="{A0390349-7F66-667A-EF43-B413FB47653D}"/>
              </a:ext>
            </a:extLst>
          </p:cNvPr>
          <p:cNvSpPr/>
          <p:nvPr/>
        </p:nvSpPr>
        <p:spPr>
          <a:xfrm>
            <a:off x="8920184" y="1783760"/>
            <a:ext cx="787309" cy="3437121"/>
          </a:xfrm>
          <a:prstGeom prst="rect">
            <a:avLst/>
          </a:prstGeom>
          <a:gradFill>
            <a:gsLst>
              <a:gs pos="0">
                <a:schemeClr val="bg1">
                  <a:lumMod val="20000"/>
                  <a:lumOff val="80000"/>
                  <a:alpha val="50000"/>
                </a:schemeClr>
              </a:gs>
              <a:gs pos="100000">
                <a:schemeClr val="bg1">
                  <a:lumMod val="20000"/>
                  <a:lumOff val="80000"/>
                  <a:alpha val="0"/>
                </a:schemeClr>
              </a:gs>
            </a:gsLst>
            <a:lin ang="5400000" scaled="0"/>
          </a:gradFill>
          <a:ln w="3175">
            <a:gradFill>
              <a:gsLst>
                <a:gs pos="0">
                  <a:schemeClr val="bg1">
                    <a:lumMod val="20000"/>
                    <a:lumOff val="80000"/>
                    <a:alpha val="0"/>
                  </a:schemeClr>
                </a:gs>
                <a:gs pos="100000">
                  <a:schemeClr val="bg1">
                    <a:lumMod val="20000"/>
                    <a:lumOff val="80000"/>
                    <a:alpha val="50000"/>
                  </a:schemeClr>
                </a:gs>
              </a:gsLst>
              <a:lin ang="5400000" scaled="0"/>
            </a:gradFill>
            <a:round/>
            <a:headEnd/>
            <a:tailEnd/>
          </a:ln>
        </p:spPr>
        <p:txBody>
          <a:bodyPr vert="horz" wrap="square" lIns="91440" tIns="45720" rIns="91440" bIns="45720" numCol="1" anchor="ctr" anchorCtr="0" compatLnSpc="1">
            <a:prstTxWarp prst="textNoShape">
              <a:avLst/>
            </a:prstTxWarp>
          </a:bodyPr>
          <a:lstStyle/>
          <a:p>
            <a:pPr algn="ctr">
              <a:spcAft>
                <a:spcPts val="600"/>
              </a:spcAft>
            </a:pPr>
            <a:endParaRPr kumimoji="0" lang="zh-CN" altLang="en-US" sz="1000" b="0" i="0" u="none" strike="noStrike" cap="none" spc="0" normalizeH="0" baseline="0" dirty="0">
              <a:ln>
                <a:noFill/>
              </a:ln>
              <a:solidFill>
                <a:srgbClr val="000000"/>
              </a:solidFill>
              <a:effectLst/>
              <a:uFillTx/>
              <a:latin typeface="Arial" panose="020B0604020202020204" pitchFamily="34" charset="0"/>
              <a:ea typeface="微软雅黑" panose="020B0503020204020204" pitchFamily="34" charset="-122"/>
              <a:cs typeface="Arial" panose="020B0604020202020204" pitchFamily="34" charset="0"/>
              <a:sym typeface="Huawei Sans"/>
            </a:endParaRPr>
          </a:p>
        </p:txBody>
      </p:sp>
      <p:pic>
        <p:nvPicPr>
          <p:cNvPr id="15" name="图片 14">
            <a:extLst>
              <a:ext uri="{FF2B5EF4-FFF2-40B4-BE49-F238E27FC236}">
                <a16:creationId xmlns:a16="http://schemas.microsoft.com/office/drawing/2014/main" id="{0E5E432B-125C-0137-6954-17645967D496}"/>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4673449" y="1959047"/>
            <a:ext cx="384957" cy="352789"/>
          </a:xfrm>
          <a:prstGeom prst="rect">
            <a:avLst/>
          </a:prstGeom>
        </p:spPr>
      </p:pic>
      <p:pic>
        <p:nvPicPr>
          <p:cNvPr id="16" name="图片 15">
            <a:extLst>
              <a:ext uri="{FF2B5EF4-FFF2-40B4-BE49-F238E27FC236}">
                <a16:creationId xmlns:a16="http://schemas.microsoft.com/office/drawing/2014/main" id="{32DF3321-6B97-3175-2D34-667AE6A3DF75}"/>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2128437" y="1959047"/>
            <a:ext cx="384957" cy="352789"/>
          </a:xfrm>
          <a:prstGeom prst="rect">
            <a:avLst/>
          </a:prstGeom>
        </p:spPr>
      </p:pic>
      <p:pic>
        <p:nvPicPr>
          <p:cNvPr id="17" name="图片 16">
            <a:extLst>
              <a:ext uri="{FF2B5EF4-FFF2-40B4-BE49-F238E27FC236}">
                <a16:creationId xmlns:a16="http://schemas.microsoft.com/office/drawing/2014/main" id="{805651E5-D34B-669C-5ED8-EAA3A22CC97D}"/>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7081105" y="1959047"/>
            <a:ext cx="384957" cy="352789"/>
          </a:xfrm>
          <a:prstGeom prst="rect">
            <a:avLst/>
          </a:prstGeom>
        </p:spPr>
      </p:pic>
      <p:sp>
        <p:nvSpPr>
          <p:cNvPr id="18" name="文本框 17">
            <a:extLst>
              <a:ext uri="{FF2B5EF4-FFF2-40B4-BE49-F238E27FC236}">
                <a16:creationId xmlns:a16="http://schemas.microsoft.com/office/drawing/2014/main" id="{F8BE30D0-B106-E4CF-8321-8E60F492C68F}"/>
              </a:ext>
            </a:extLst>
          </p:cNvPr>
          <p:cNvSpPr txBox="1"/>
          <p:nvPr/>
        </p:nvSpPr>
        <p:spPr>
          <a:xfrm>
            <a:off x="655609" y="1254121"/>
            <a:ext cx="1268011" cy="307777"/>
          </a:xfrm>
          <a:prstGeom prst="rect">
            <a:avLst/>
          </a:prstGeom>
          <a:noFill/>
        </p:spPr>
        <p:txBody>
          <a:bodyPr wrap="square" rtlCol="0" anchor="ctr">
            <a:spAutoFit/>
          </a:bodyPr>
          <a:lstStyle/>
          <a:p>
            <a:pPr defTabSz="914477" hangingPunct="0"/>
            <a:r>
              <a:rPr lang="zh-CN" altLang="en-US" sz="1400" b="1" kern="0" dirty="0">
                <a:solidFill>
                  <a:srgbClr val="000000"/>
                </a:solidFill>
                <a:latin typeface="Arial" panose="020B0604020202020204" pitchFamily="34" charset="0"/>
                <a:ea typeface="微软雅黑" panose="020B0503020204020204" pitchFamily="34" charset="-122"/>
                <a:cs typeface="Arial" panose="020B0604020202020204" pitchFamily="34" charset="0"/>
                <a:sym typeface="Helvetica"/>
              </a:rPr>
              <a:t>行业应用</a:t>
            </a:r>
          </a:p>
        </p:txBody>
      </p:sp>
      <p:sp>
        <p:nvSpPr>
          <p:cNvPr id="19" name="文本框 18">
            <a:extLst>
              <a:ext uri="{FF2B5EF4-FFF2-40B4-BE49-F238E27FC236}">
                <a16:creationId xmlns:a16="http://schemas.microsoft.com/office/drawing/2014/main" id="{C34586A1-0956-FDB0-5C59-E5E8A5C68230}"/>
              </a:ext>
            </a:extLst>
          </p:cNvPr>
          <p:cNvSpPr txBox="1"/>
          <p:nvPr/>
        </p:nvSpPr>
        <p:spPr>
          <a:xfrm>
            <a:off x="655609" y="2467685"/>
            <a:ext cx="1268011" cy="307777"/>
          </a:xfrm>
          <a:prstGeom prst="rect">
            <a:avLst/>
          </a:prstGeom>
          <a:noFill/>
        </p:spPr>
        <p:txBody>
          <a:bodyPr wrap="square" rtlCol="0" anchor="ctr">
            <a:spAutoFit/>
          </a:bodyPr>
          <a:lstStyle/>
          <a:p>
            <a:pPr defTabSz="914477" hangingPunct="0"/>
            <a:r>
              <a:rPr lang="zh-CN" altLang="en-US" sz="1400" b="1" kern="0" dirty="0">
                <a:solidFill>
                  <a:srgbClr val="000000"/>
                </a:solidFill>
                <a:latin typeface="Arial" panose="020B0604020202020204" pitchFamily="34" charset="0"/>
                <a:ea typeface="微软雅黑" panose="020B0503020204020204" pitchFamily="34" charset="-122"/>
                <a:cs typeface="Arial" panose="020B0604020202020204" pitchFamily="34" charset="0"/>
                <a:sym typeface="Helvetica"/>
              </a:rPr>
              <a:t>应用使能</a:t>
            </a:r>
          </a:p>
        </p:txBody>
      </p:sp>
      <p:sp>
        <p:nvSpPr>
          <p:cNvPr id="20" name="文本框 19">
            <a:extLst>
              <a:ext uri="{FF2B5EF4-FFF2-40B4-BE49-F238E27FC236}">
                <a16:creationId xmlns:a16="http://schemas.microsoft.com/office/drawing/2014/main" id="{F0530865-6F1E-EDBA-28C0-9E7D9D06FE94}"/>
              </a:ext>
            </a:extLst>
          </p:cNvPr>
          <p:cNvSpPr txBox="1"/>
          <p:nvPr/>
        </p:nvSpPr>
        <p:spPr>
          <a:xfrm>
            <a:off x="655609" y="3792788"/>
            <a:ext cx="1038363" cy="307777"/>
          </a:xfrm>
          <a:prstGeom prst="rect">
            <a:avLst/>
          </a:prstGeom>
          <a:noFill/>
        </p:spPr>
        <p:txBody>
          <a:bodyPr wrap="square" rtlCol="0" anchor="ctr">
            <a:spAutoFit/>
          </a:bodyPr>
          <a:lstStyle/>
          <a:p>
            <a:pPr defTabSz="914477" hangingPunct="0"/>
            <a:r>
              <a:rPr lang="en-US" altLang="zh-CN" sz="1400" b="1" kern="0" dirty="0">
                <a:solidFill>
                  <a:srgbClr val="000000"/>
                </a:solidFill>
                <a:latin typeface="Arial" panose="020B0604020202020204" pitchFamily="34" charset="0"/>
                <a:ea typeface="微软雅黑" panose="020B0503020204020204" pitchFamily="34" charset="-122"/>
                <a:cs typeface="Arial" panose="020B0604020202020204" pitchFamily="34" charset="0"/>
                <a:sym typeface="Helvetica"/>
              </a:rPr>
              <a:t>AI</a:t>
            </a:r>
            <a:r>
              <a:rPr lang="zh-CN" altLang="en-US" sz="1400" b="1" kern="0" dirty="0">
                <a:solidFill>
                  <a:srgbClr val="000000"/>
                </a:solidFill>
                <a:latin typeface="Arial" panose="020B0604020202020204" pitchFamily="34" charset="0"/>
                <a:ea typeface="微软雅黑" panose="020B0503020204020204" pitchFamily="34" charset="-122"/>
                <a:cs typeface="Arial" panose="020B0604020202020204" pitchFamily="34" charset="0"/>
                <a:sym typeface="Helvetica"/>
              </a:rPr>
              <a:t>框架</a:t>
            </a:r>
          </a:p>
        </p:txBody>
      </p:sp>
      <p:sp>
        <p:nvSpPr>
          <p:cNvPr id="21" name="文本框 20">
            <a:extLst>
              <a:ext uri="{FF2B5EF4-FFF2-40B4-BE49-F238E27FC236}">
                <a16:creationId xmlns:a16="http://schemas.microsoft.com/office/drawing/2014/main" id="{52C8AF6D-B57E-6DAA-9252-54698D34D6CE}"/>
              </a:ext>
            </a:extLst>
          </p:cNvPr>
          <p:cNvSpPr txBox="1"/>
          <p:nvPr/>
        </p:nvSpPr>
        <p:spPr>
          <a:xfrm>
            <a:off x="655609" y="4673535"/>
            <a:ext cx="1558493" cy="307777"/>
          </a:xfrm>
          <a:prstGeom prst="rect">
            <a:avLst/>
          </a:prstGeom>
          <a:noFill/>
        </p:spPr>
        <p:txBody>
          <a:bodyPr wrap="square" rtlCol="0" anchor="ctr">
            <a:spAutoFit/>
          </a:bodyPr>
          <a:lstStyle/>
          <a:p>
            <a:pPr defTabSz="914477" hangingPunct="0"/>
            <a:r>
              <a:rPr lang="zh-CN" altLang="en-US" sz="1400" b="1" kern="0" dirty="0">
                <a:solidFill>
                  <a:srgbClr val="000000"/>
                </a:solidFill>
                <a:latin typeface="Arial" panose="020B0604020202020204" pitchFamily="34" charset="0"/>
                <a:ea typeface="微软雅黑" panose="020B0503020204020204" pitchFamily="34" charset="-122"/>
                <a:cs typeface="Arial" panose="020B0604020202020204" pitchFamily="34" charset="0"/>
                <a:sym typeface="Helvetica"/>
              </a:rPr>
              <a:t>异构计算架构</a:t>
            </a:r>
          </a:p>
        </p:txBody>
      </p:sp>
      <p:sp>
        <p:nvSpPr>
          <p:cNvPr id="22" name="文本框 21">
            <a:extLst>
              <a:ext uri="{FF2B5EF4-FFF2-40B4-BE49-F238E27FC236}">
                <a16:creationId xmlns:a16="http://schemas.microsoft.com/office/drawing/2014/main" id="{61FD28F8-05D8-DE90-99F9-4FB90CA244FA}"/>
              </a:ext>
            </a:extLst>
          </p:cNvPr>
          <p:cNvSpPr txBox="1"/>
          <p:nvPr/>
        </p:nvSpPr>
        <p:spPr>
          <a:xfrm>
            <a:off x="655609" y="5657831"/>
            <a:ext cx="1446663" cy="307777"/>
          </a:xfrm>
          <a:prstGeom prst="rect">
            <a:avLst/>
          </a:prstGeom>
          <a:noFill/>
        </p:spPr>
        <p:txBody>
          <a:bodyPr wrap="square" rtlCol="0" anchor="ctr">
            <a:spAutoFit/>
          </a:bodyPr>
          <a:lstStyle/>
          <a:p>
            <a:pPr defTabSz="914477" hangingPunct="0"/>
            <a:r>
              <a:rPr lang="zh-CN" altLang="en-US" sz="1400" b="1" kern="0" dirty="0">
                <a:solidFill>
                  <a:srgbClr val="000000"/>
                </a:solidFill>
                <a:latin typeface="Arial" panose="020B0604020202020204" pitchFamily="34" charset="0"/>
                <a:ea typeface="微软雅黑" panose="020B0503020204020204" pitchFamily="34" charset="-122"/>
                <a:cs typeface="Arial" panose="020B0604020202020204" pitchFamily="34" charset="0"/>
                <a:sym typeface="Helvetica"/>
              </a:rPr>
              <a:t>系列硬件</a:t>
            </a:r>
          </a:p>
        </p:txBody>
      </p:sp>
      <p:sp>
        <p:nvSpPr>
          <p:cNvPr id="23" name="文本框 22">
            <a:extLst>
              <a:ext uri="{FF2B5EF4-FFF2-40B4-BE49-F238E27FC236}">
                <a16:creationId xmlns:a16="http://schemas.microsoft.com/office/drawing/2014/main" id="{D1ECEADB-2A66-C1A6-1C3E-A8C176CFC4BB}"/>
              </a:ext>
            </a:extLst>
          </p:cNvPr>
          <p:cNvSpPr txBox="1"/>
          <p:nvPr/>
        </p:nvSpPr>
        <p:spPr>
          <a:xfrm>
            <a:off x="2516604" y="2012331"/>
            <a:ext cx="1252525" cy="246221"/>
          </a:xfrm>
          <a:prstGeom prst="rect">
            <a:avLst/>
          </a:prstGeom>
          <a:noFill/>
        </p:spPr>
        <p:txBody>
          <a:bodyPr wrap="square" rtlCol="0" anchor="ctr">
            <a:spAutoFit/>
          </a:bodyPr>
          <a:lstStyle/>
          <a:p>
            <a:pPr algn="just" defTabSz="914477" hangingPunct="0"/>
            <a:r>
              <a:rPr lang="en-US" altLang="zh-CN" sz="1000" kern="0" dirty="0" err="1">
                <a:solidFill>
                  <a:srgbClr val="CB121D"/>
                </a:solidFill>
                <a:latin typeface="Arial" panose="020B0604020202020204" pitchFamily="34" charset="0"/>
                <a:ea typeface="微软雅黑" panose="020B0503020204020204" pitchFamily="34" charset="-122"/>
                <a:cs typeface="Arial" panose="020B0604020202020204" pitchFamily="34" charset="0"/>
                <a:sym typeface="Helvetica"/>
              </a:rPr>
              <a:t>ModelArts</a:t>
            </a:r>
            <a:endParaRPr lang="zh-CN" altLang="en-US" sz="1000" kern="0" dirty="0">
              <a:solidFill>
                <a:srgbClr val="CB121D"/>
              </a:solidFill>
              <a:latin typeface="Arial" panose="020B0604020202020204" pitchFamily="34" charset="0"/>
              <a:ea typeface="微软雅黑" panose="020B0503020204020204" pitchFamily="34" charset="-122"/>
              <a:cs typeface="Arial" panose="020B0604020202020204" pitchFamily="34" charset="0"/>
              <a:sym typeface="Helvetica"/>
            </a:endParaRPr>
          </a:p>
        </p:txBody>
      </p:sp>
      <p:sp>
        <p:nvSpPr>
          <p:cNvPr id="24" name="文本框 23">
            <a:extLst>
              <a:ext uri="{FF2B5EF4-FFF2-40B4-BE49-F238E27FC236}">
                <a16:creationId xmlns:a16="http://schemas.microsoft.com/office/drawing/2014/main" id="{EC275E24-2E54-FE2C-93E2-03070BFFC4E7}"/>
              </a:ext>
            </a:extLst>
          </p:cNvPr>
          <p:cNvSpPr txBox="1"/>
          <p:nvPr/>
        </p:nvSpPr>
        <p:spPr>
          <a:xfrm>
            <a:off x="5065150" y="2012331"/>
            <a:ext cx="1473933" cy="246221"/>
          </a:xfrm>
          <a:prstGeom prst="rect">
            <a:avLst/>
          </a:prstGeom>
          <a:noFill/>
        </p:spPr>
        <p:txBody>
          <a:bodyPr wrap="square" rtlCol="0" anchor="ctr">
            <a:spAutoFit/>
          </a:bodyPr>
          <a:lstStyle/>
          <a:p>
            <a:pPr algn="just" defTabSz="914477" hangingPunct="0"/>
            <a:r>
              <a:rPr lang="en-US" altLang="zh-CN" sz="1000" kern="0" dirty="0" err="1">
                <a:solidFill>
                  <a:srgbClr val="CB121D"/>
                </a:solidFill>
                <a:latin typeface="Arial" panose="020B0604020202020204" pitchFamily="34" charset="0"/>
                <a:ea typeface="微软雅黑" panose="020B0503020204020204" pitchFamily="34" charset="-122"/>
                <a:cs typeface="Arial" panose="020B0604020202020204" pitchFamily="34" charset="0"/>
                <a:sym typeface="Helvetica"/>
              </a:rPr>
              <a:t>HiAi</a:t>
            </a:r>
            <a:r>
              <a:rPr lang="en-US" altLang="zh-CN" sz="1000" kern="0" dirty="0">
                <a:solidFill>
                  <a:srgbClr val="CB121D"/>
                </a:solidFill>
                <a:latin typeface="Arial" panose="020B0604020202020204" pitchFamily="34" charset="0"/>
                <a:ea typeface="微软雅黑" panose="020B0503020204020204" pitchFamily="34" charset="-122"/>
                <a:cs typeface="Arial" panose="020B0604020202020204" pitchFamily="34" charset="0"/>
                <a:sym typeface="Helvetica"/>
              </a:rPr>
              <a:t> Service</a:t>
            </a:r>
            <a:endParaRPr lang="zh-CN" altLang="en-US" sz="1000" kern="0" dirty="0">
              <a:solidFill>
                <a:srgbClr val="CB121D"/>
              </a:solidFill>
              <a:latin typeface="Arial" panose="020B0604020202020204" pitchFamily="34" charset="0"/>
              <a:ea typeface="微软雅黑" panose="020B0503020204020204" pitchFamily="34" charset="-122"/>
              <a:cs typeface="Arial" panose="020B0604020202020204" pitchFamily="34" charset="0"/>
              <a:sym typeface="Helvetica"/>
            </a:endParaRPr>
          </a:p>
        </p:txBody>
      </p:sp>
      <p:sp>
        <p:nvSpPr>
          <p:cNvPr id="25" name="文本框 24">
            <a:extLst>
              <a:ext uri="{FF2B5EF4-FFF2-40B4-BE49-F238E27FC236}">
                <a16:creationId xmlns:a16="http://schemas.microsoft.com/office/drawing/2014/main" id="{B992A70D-3263-4BA2-CA10-F1A27CEA9DD7}"/>
              </a:ext>
            </a:extLst>
          </p:cNvPr>
          <p:cNvSpPr txBox="1"/>
          <p:nvPr/>
        </p:nvSpPr>
        <p:spPr>
          <a:xfrm>
            <a:off x="7461225" y="2012331"/>
            <a:ext cx="1281431" cy="246221"/>
          </a:xfrm>
          <a:prstGeom prst="rect">
            <a:avLst/>
          </a:prstGeom>
          <a:noFill/>
        </p:spPr>
        <p:txBody>
          <a:bodyPr wrap="square" rtlCol="0" anchor="ctr">
            <a:spAutoFit/>
          </a:bodyPr>
          <a:lstStyle/>
          <a:p>
            <a:pPr algn="just" defTabSz="914477" hangingPunct="0"/>
            <a:r>
              <a:rPr lang="zh-CN" altLang="en-US" sz="1000" kern="0" dirty="0">
                <a:solidFill>
                  <a:srgbClr val="000000"/>
                </a:solidFill>
                <a:latin typeface="Arial" panose="020B0604020202020204" pitchFamily="34" charset="0"/>
                <a:ea typeface="微软雅黑" panose="020B0503020204020204" pitchFamily="34" charset="-122"/>
                <a:cs typeface="Arial" panose="020B0604020202020204" pitchFamily="34" charset="0"/>
                <a:sym typeface="Helvetica"/>
              </a:rPr>
              <a:t>第三方平台</a:t>
            </a:r>
          </a:p>
        </p:txBody>
      </p:sp>
      <p:cxnSp>
        <p:nvCxnSpPr>
          <p:cNvPr id="26" name="直接连接符 24">
            <a:extLst>
              <a:ext uri="{FF2B5EF4-FFF2-40B4-BE49-F238E27FC236}">
                <a16:creationId xmlns:a16="http://schemas.microsoft.com/office/drawing/2014/main" id="{757FC7AA-81D6-28AC-36D0-8728F2961FBF}"/>
              </a:ext>
            </a:extLst>
          </p:cNvPr>
          <p:cNvCxnSpPr>
            <a:cxnSpLocks/>
          </p:cNvCxnSpPr>
          <p:nvPr/>
        </p:nvCxnSpPr>
        <p:spPr>
          <a:xfrm>
            <a:off x="2080369" y="2420407"/>
            <a:ext cx="6359937" cy="1"/>
          </a:xfrm>
          <a:prstGeom prst="line">
            <a:avLst/>
          </a:prstGeom>
          <a:noFill/>
          <a:ln w="6350" cap="flat" cmpd="sng" algn="ctr">
            <a:solidFill>
              <a:schemeClr val="bg1">
                <a:lumMod val="40000"/>
                <a:lumOff val="60000"/>
              </a:schemeClr>
            </a:solidFill>
            <a:prstDash val="solid"/>
          </a:ln>
          <a:effectLst/>
        </p:spPr>
      </p:cxnSp>
      <p:sp>
        <p:nvSpPr>
          <p:cNvPr id="27" name="文本框 26">
            <a:extLst>
              <a:ext uri="{FF2B5EF4-FFF2-40B4-BE49-F238E27FC236}">
                <a16:creationId xmlns:a16="http://schemas.microsoft.com/office/drawing/2014/main" id="{CD44D302-08C9-D519-6469-D9FEC6C399E4}"/>
              </a:ext>
            </a:extLst>
          </p:cNvPr>
          <p:cNvSpPr txBox="1"/>
          <p:nvPr/>
        </p:nvSpPr>
        <p:spPr>
          <a:xfrm>
            <a:off x="3890402" y="2477478"/>
            <a:ext cx="2739870" cy="307777"/>
          </a:xfrm>
          <a:prstGeom prst="rect">
            <a:avLst/>
          </a:prstGeom>
          <a:noFill/>
        </p:spPr>
        <p:txBody>
          <a:bodyPr wrap="square" rtlCol="0" anchor="ctr">
            <a:spAutoFit/>
          </a:bodyPr>
          <a:lstStyle/>
          <a:p>
            <a:pPr algn="ctr" defTabSz="914477" hangingPunct="0"/>
            <a:r>
              <a:rPr lang="en-US" altLang="zh-CN" sz="1400" b="1" kern="0" dirty="0" err="1">
                <a:solidFill>
                  <a:srgbClr val="000000"/>
                </a:solidFill>
                <a:latin typeface="Arial" panose="020B0604020202020204" pitchFamily="34" charset="0"/>
                <a:ea typeface="微软雅黑" panose="020B0503020204020204" pitchFamily="34" charset="-122"/>
                <a:cs typeface="Arial" panose="020B0604020202020204" pitchFamily="34" charset="0"/>
                <a:sym typeface="Helvetica"/>
              </a:rPr>
              <a:t>MindX</a:t>
            </a:r>
            <a:r>
              <a:rPr lang="en-US" altLang="zh-CN" sz="1400" b="1" kern="0" dirty="0">
                <a:solidFill>
                  <a:srgbClr val="000000"/>
                </a:solidFill>
                <a:latin typeface="Arial" panose="020B0604020202020204" pitchFamily="34" charset="0"/>
                <a:ea typeface="微软雅黑" panose="020B0503020204020204" pitchFamily="34" charset="-122"/>
                <a:cs typeface="Arial" panose="020B0604020202020204" pitchFamily="34" charset="0"/>
                <a:sym typeface="Helvetica"/>
              </a:rPr>
              <a:t> </a:t>
            </a:r>
            <a:r>
              <a:rPr lang="zh-CN" altLang="en-US" sz="1400" b="1" kern="0" dirty="0">
                <a:solidFill>
                  <a:srgbClr val="000000"/>
                </a:solidFill>
                <a:latin typeface="Arial" panose="020B0604020202020204" pitchFamily="34" charset="0"/>
                <a:ea typeface="微软雅黑" panose="020B0503020204020204" pitchFamily="34" charset="-122"/>
                <a:cs typeface="Arial" panose="020B0604020202020204" pitchFamily="34" charset="0"/>
                <a:sym typeface="Helvetica"/>
              </a:rPr>
              <a:t>昇腾应用使能</a:t>
            </a:r>
          </a:p>
        </p:txBody>
      </p:sp>
      <p:grpSp>
        <p:nvGrpSpPr>
          <p:cNvPr id="28" name="组合 27">
            <a:extLst>
              <a:ext uri="{FF2B5EF4-FFF2-40B4-BE49-F238E27FC236}">
                <a16:creationId xmlns:a16="http://schemas.microsoft.com/office/drawing/2014/main" id="{32F292AC-1BA8-8FFD-5788-15A01DDAFFF2}"/>
              </a:ext>
            </a:extLst>
          </p:cNvPr>
          <p:cNvGrpSpPr/>
          <p:nvPr/>
        </p:nvGrpSpPr>
        <p:grpSpPr>
          <a:xfrm>
            <a:off x="2065159" y="2867107"/>
            <a:ext cx="1285152" cy="481670"/>
            <a:chOff x="2299836" y="2867107"/>
            <a:chExt cx="1285152" cy="481670"/>
          </a:xfrm>
        </p:grpSpPr>
        <p:pic>
          <p:nvPicPr>
            <p:cNvPr id="29" name="图片 28">
              <a:extLst>
                <a:ext uri="{FF2B5EF4-FFF2-40B4-BE49-F238E27FC236}">
                  <a16:creationId xmlns:a16="http://schemas.microsoft.com/office/drawing/2014/main" id="{B8E97554-5AD7-0407-3F03-5E546423F60F}"/>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2299836" y="2949188"/>
              <a:ext cx="346460" cy="317509"/>
            </a:xfrm>
            <a:prstGeom prst="rect">
              <a:avLst/>
            </a:prstGeom>
          </p:spPr>
        </p:pic>
        <p:sp>
          <p:nvSpPr>
            <p:cNvPr id="30" name="文本框 29">
              <a:extLst>
                <a:ext uri="{FF2B5EF4-FFF2-40B4-BE49-F238E27FC236}">
                  <a16:creationId xmlns:a16="http://schemas.microsoft.com/office/drawing/2014/main" id="{0D4F077A-E700-1835-5D15-353A82219EFF}"/>
                </a:ext>
              </a:extLst>
            </p:cNvPr>
            <p:cNvSpPr txBox="1"/>
            <p:nvPr/>
          </p:nvSpPr>
          <p:spPr>
            <a:xfrm>
              <a:off x="2630881" y="2867107"/>
              <a:ext cx="954107" cy="481670"/>
            </a:xfrm>
            <a:prstGeom prst="rect">
              <a:avLst/>
            </a:prstGeom>
            <a:noFill/>
          </p:spPr>
          <p:txBody>
            <a:bodyPr wrap="none" rtlCol="0" anchor="ctr">
              <a:spAutoFit/>
            </a:bodyPr>
            <a:lstStyle/>
            <a:p>
              <a:pPr algn="just" defTabSz="914477" hangingPunct="0">
                <a:lnSpc>
                  <a:spcPts val="1599"/>
                </a:lnSpc>
              </a:pPr>
              <a:r>
                <a:rPr lang="en-US" altLang="zh-CN" sz="1000" kern="0" dirty="0" err="1">
                  <a:solidFill>
                    <a:srgbClr val="CB121D"/>
                  </a:solidFill>
                  <a:latin typeface="Arial" panose="020B0604020202020204" pitchFamily="34" charset="0"/>
                  <a:ea typeface="微软雅黑" panose="020B0503020204020204" pitchFamily="34" charset="-122"/>
                  <a:cs typeface="Arial" panose="020B0604020202020204" pitchFamily="34" charset="0"/>
                  <a:sym typeface="Helvetica"/>
                </a:rPr>
                <a:t>MindX</a:t>
              </a:r>
              <a:r>
                <a:rPr lang="en-US" altLang="zh-CN" sz="1000" kern="0" dirty="0">
                  <a:solidFill>
                    <a:srgbClr val="CB121D"/>
                  </a:solidFill>
                  <a:latin typeface="Arial" panose="020B0604020202020204" pitchFamily="34" charset="0"/>
                  <a:ea typeface="微软雅黑" panose="020B0503020204020204" pitchFamily="34" charset="-122"/>
                  <a:cs typeface="Arial" panose="020B0604020202020204" pitchFamily="34" charset="0"/>
                  <a:sym typeface="Helvetica"/>
                </a:rPr>
                <a:t> DL</a:t>
              </a:r>
            </a:p>
            <a:p>
              <a:pPr algn="just" defTabSz="914477" hangingPunct="0">
                <a:lnSpc>
                  <a:spcPts val="1599"/>
                </a:lnSpc>
              </a:pPr>
              <a:r>
                <a:rPr lang="zh-CN" altLang="en-US" sz="1000" kern="0" dirty="0">
                  <a:solidFill>
                    <a:srgbClr val="000000"/>
                  </a:solidFill>
                  <a:latin typeface="Arial" panose="020B0604020202020204" pitchFamily="34" charset="0"/>
                  <a:ea typeface="微软雅黑" panose="020B0503020204020204" pitchFamily="34" charset="-122"/>
                  <a:cs typeface="Arial" panose="020B0604020202020204" pitchFamily="34" charset="0"/>
                  <a:sym typeface="Helvetica"/>
                </a:rPr>
                <a:t>深度学习使能</a:t>
              </a:r>
            </a:p>
          </p:txBody>
        </p:sp>
      </p:grpSp>
      <p:grpSp>
        <p:nvGrpSpPr>
          <p:cNvPr id="31" name="组合 30">
            <a:extLst>
              <a:ext uri="{FF2B5EF4-FFF2-40B4-BE49-F238E27FC236}">
                <a16:creationId xmlns:a16="http://schemas.microsoft.com/office/drawing/2014/main" id="{970EBBF4-1206-5A4C-1576-BD3BA4712A26}"/>
              </a:ext>
            </a:extLst>
          </p:cNvPr>
          <p:cNvGrpSpPr/>
          <p:nvPr/>
        </p:nvGrpSpPr>
        <p:grpSpPr>
          <a:xfrm>
            <a:off x="3830533" y="2867107"/>
            <a:ext cx="1304401" cy="481670"/>
            <a:chOff x="3919632" y="2867107"/>
            <a:chExt cx="1304401" cy="481670"/>
          </a:xfrm>
        </p:grpSpPr>
        <p:pic>
          <p:nvPicPr>
            <p:cNvPr id="224" name="图片 223">
              <a:extLst>
                <a:ext uri="{FF2B5EF4-FFF2-40B4-BE49-F238E27FC236}">
                  <a16:creationId xmlns:a16="http://schemas.microsoft.com/office/drawing/2014/main" id="{981B8FE7-F35A-E6A5-70A0-1506DB530308}"/>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3919632" y="2931548"/>
              <a:ext cx="384957" cy="352789"/>
            </a:xfrm>
            <a:prstGeom prst="rect">
              <a:avLst/>
            </a:prstGeom>
          </p:spPr>
        </p:pic>
        <p:sp>
          <p:nvSpPr>
            <p:cNvPr id="225" name="文本框 224">
              <a:extLst>
                <a:ext uri="{FF2B5EF4-FFF2-40B4-BE49-F238E27FC236}">
                  <a16:creationId xmlns:a16="http://schemas.microsoft.com/office/drawing/2014/main" id="{0E230D55-BC03-AFF3-B285-4625278434AF}"/>
                </a:ext>
              </a:extLst>
            </p:cNvPr>
            <p:cNvSpPr txBox="1"/>
            <p:nvPr/>
          </p:nvSpPr>
          <p:spPr>
            <a:xfrm>
              <a:off x="4269926" y="2867107"/>
              <a:ext cx="954107" cy="481670"/>
            </a:xfrm>
            <a:prstGeom prst="rect">
              <a:avLst/>
            </a:prstGeom>
            <a:noFill/>
          </p:spPr>
          <p:txBody>
            <a:bodyPr wrap="none" rtlCol="0" anchor="ctr">
              <a:spAutoFit/>
            </a:bodyPr>
            <a:lstStyle/>
            <a:p>
              <a:pPr algn="just" defTabSz="914477" hangingPunct="0">
                <a:lnSpc>
                  <a:spcPts val="1599"/>
                </a:lnSpc>
              </a:pPr>
              <a:r>
                <a:rPr lang="en-US" altLang="zh-CN" sz="1000" kern="0" dirty="0" err="1">
                  <a:solidFill>
                    <a:srgbClr val="CB121D"/>
                  </a:solidFill>
                  <a:latin typeface="Arial" panose="020B0604020202020204" pitchFamily="34" charset="0"/>
                  <a:ea typeface="微软雅黑" panose="020B0503020204020204" pitchFamily="34" charset="-122"/>
                  <a:cs typeface="Arial" panose="020B0604020202020204" pitchFamily="34" charset="0"/>
                  <a:sym typeface="Helvetica"/>
                </a:rPr>
                <a:t>MindX</a:t>
              </a:r>
              <a:r>
                <a:rPr lang="en-US" altLang="zh-CN" sz="1000" kern="0" dirty="0">
                  <a:solidFill>
                    <a:srgbClr val="CB121D"/>
                  </a:solidFill>
                  <a:latin typeface="Arial" panose="020B0604020202020204" pitchFamily="34" charset="0"/>
                  <a:ea typeface="微软雅黑" panose="020B0503020204020204" pitchFamily="34" charset="-122"/>
                  <a:cs typeface="Arial" panose="020B0604020202020204" pitchFamily="34" charset="0"/>
                  <a:sym typeface="Helvetica"/>
                </a:rPr>
                <a:t> Edge</a:t>
              </a:r>
            </a:p>
            <a:p>
              <a:pPr algn="just" defTabSz="914477" hangingPunct="0">
                <a:lnSpc>
                  <a:spcPts val="1599"/>
                </a:lnSpc>
              </a:pPr>
              <a:r>
                <a:rPr lang="zh-CN" altLang="en-US" sz="1000" kern="0" dirty="0">
                  <a:solidFill>
                    <a:srgbClr val="000000"/>
                  </a:solidFill>
                  <a:latin typeface="Arial" panose="020B0604020202020204" pitchFamily="34" charset="0"/>
                  <a:ea typeface="微软雅黑" panose="020B0503020204020204" pitchFamily="34" charset="-122"/>
                  <a:cs typeface="Arial" panose="020B0604020202020204" pitchFamily="34" charset="0"/>
                  <a:sym typeface="Helvetica"/>
                </a:rPr>
                <a:t>智能边缘使能</a:t>
              </a:r>
            </a:p>
          </p:txBody>
        </p:sp>
      </p:grpSp>
      <p:grpSp>
        <p:nvGrpSpPr>
          <p:cNvPr id="226" name="组合 225">
            <a:extLst>
              <a:ext uri="{FF2B5EF4-FFF2-40B4-BE49-F238E27FC236}">
                <a16:creationId xmlns:a16="http://schemas.microsoft.com/office/drawing/2014/main" id="{E6D8E4A0-D5A3-6700-39D7-BBDE1DF536C0}"/>
              </a:ext>
            </a:extLst>
          </p:cNvPr>
          <p:cNvGrpSpPr/>
          <p:nvPr/>
        </p:nvGrpSpPr>
        <p:grpSpPr>
          <a:xfrm>
            <a:off x="5615156" y="2867107"/>
            <a:ext cx="1218664" cy="481670"/>
            <a:chOff x="5655163" y="2867107"/>
            <a:chExt cx="1218664" cy="481670"/>
          </a:xfrm>
        </p:grpSpPr>
        <p:pic>
          <p:nvPicPr>
            <p:cNvPr id="227" name="图片 226">
              <a:extLst>
                <a:ext uri="{FF2B5EF4-FFF2-40B4-BE49-F238E27FC236}">
                  <a16:creationId xmlns:a16="http://schemas.microsoft.com/office/drawing/2014/main" id="{98A2D1B1-ACAF-33B3-1DED-A9AD899C4FFD}"/>
                </a:ext>
              </a:extLst>
            </p:cNvPr>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5655163" y="2931548"/>
              <a:ext cx="384957" cy="352789"/>
            </a:xfrm>
            <a:prstGeom prst="rect">
              <a:avLst/>
            </a:prstGeom>
          </p:spPr>
        </p:pic>
        <p:sp>
          <p:nvSpPr>
            <p:cNvPr id="228" name="文本框 227">
              <a:extLst>
                <a:ext uri="{FF2B5EF4-FFF2-40B4-BE49-F238E27FC236}">
                  <a16:creationId xmlns:a16="http://schemas.microsoft.com/office/drawing/2014/main" id="{E9E70E3D-E509-2E1C-03D6-91E57D9649D6}"/>
                </a:ext>
              </a:extLst>
            </p:cNvPr>
            <p:cNvSpPr txBox="1"/>
            <p:nvPr/>
          </p:nvSpPr>
          <p:spPr>
            <a:xfrm>
              <a:off x="6047960" y="2867107"/>
              <a:ext cx="825867" cy="481670"/>
            </a:xfrm>
            <a:prstGeom prst="rect">
              <a:avLst/>
            </a:prstGeom>
            <a:noFill/>
          </p:spPr>
          <p:txBody>
            <a:bodyPr wrap="none" rtlCol="0" anchor="ctr">
              <a:spAutoFit/>
            </a:bodyPr>
            <a:lstStyle/>
            <a:p>
              <a:pPr algn="just" defTabSz="914477" hangingPunct="0">
                <a:lnSpc>
                  <a:spcPts val="1599"/>
                </a:lnSpc>
              </a:pPr>
              <a:r>
                <a:rPr lang="en-US" altLang="zh-CN" sz="1000" kern="0" dirty="0" err="1">
                  <a:solidFill>
                    <a:srgbClr val="CB121D"/>
                  </a:solidFill>
                  <a:latin typeface="Arial" panose="020B0604020202020204" pitchFamily="34" charset="0"/>
                  <a:ea typeface="微软雅黑" panose="020B0503020204020204" pitchFamily="34" charset="-122"/>
                  <a:cs typeface="Arial" panose="020B0604020202020204" pitchFamily="34" charset="0"/>
                  <a:sym typeface="Helvetica"/>
                </a:rPr>
                <a:t>ModelZoo</a:t>
              </a:r>
              <a:endParaRPr lang="en-US" altLang="zh-CN" sz="1000" kern="0" dirty="0">
                <a:solidFill>
                  <a:srgbClr val="CB121D"/>
                </a:solidFill>
                <a:latin typeface="Arial" panose="020B0604020202020204" pitchFamily="34" charset="0"/>
                <a:ea typeface="微软雅黑" panose="020B0503020204020204" pitchFamily="34" charset="-122"/>
                <a:cs typeface="Arial" panose="020B0604020202020204" pitchFamily="34" charset="0"/>
                <a:sym typeface="Helvetica"/>
              </a:endParaRPr>
            </a:p>
            <a:p>
              <a:pPr algn="just" defTabSz="914477" hangingPunct="0">
                <a:lnSpc>
                  <a:spcPts val="1599"/>
                </a:lnSpc>
              </a:pPr>
              <a:r>
                <a:rPr lang="zh-CN" altLang="en-US" sz="1000" kern="0" dirty="0">
                  <a:solidFill>
                    <a:srgbClr val="000000"/>
                  </a:solidFill>
                  <a:latin typeface="Arial" panose="020B0604020202020204" pitchFamily="34" charset="0"/>
                  <a:ea typeface="微软雅黑" panose="020B0503020204020204" pitchFamily="34" charset="-122"/>
                  <a:cs typeface="Arial" panose="020B0604020202020204" pitchFamily="34" charset="0"/>
                  <a:sym typeface="Helvetica"/>
                </a:rPr>
                <a:t>优选模型库</a:t>
              </a:r>
            </a:p>
          </p:txBody>
        </p:sp>
      </p:grpSp>
      <p:grpSp>
        <p:nvGrpSpPr>
          <p:cNvPr id="231" name="组合 230">
            <a:extLst>
              <a:ext uri="{FF2B5EF4-FFF2-40B4-BE49-F238E27FC236}">
                <a16:creationId xmlns:a16="http://schemas.microsoft.com/office/drawing/2014/main" id="{B9FD9028-AB5F-C42E-1CBB-D5D107F9E40C}"/>
              </a:ext>
            </a:extLst>
          </p:cNvPr>
          <p:cNvGrpSpPr/>
          <p:nvPr/>
        </p:nvGrpSpPr>
        <p:grpSpPr>
          <a:xfrm>
            <a:off x="7314042" y="2867107"/>
            <a:ext cx="1198417" cy="481670"/>
            <a:chOff x="7314042" y="2867107"/>
            <a:chExt cx="1198417" cy="481670"/>
          </a:xfrm>
        </p:grpSpPr>
        <p:pic>
          <p:nvPicPr>
            <p:cNvPr id="232" name="图片 231">
              <a:extLst>
                <a:ext uri="{FF2B5EF4-FFF2-40B4-BE49-F238E27FC236}">
                  <a16:creationId xmlns:a16="http://schemas.microsoft.com/office/drawing/2014/main" id="{326E8F02-0E76-FA74-BDDB-76B46CFF28C1}"/>
                </a:ext>
              </a:extLst>
            </p:cNvPr>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a:off x="7314042" y="2931548"/>
              <a:ext cx="384957" cy="352789"/>
            </a:xfrm>
            <a:prstGeom prst="rect">
              <a:avLst/>
            </a:prstGeom>
          </p:spPr>
        </p:pic>
        <p:sp>
          <p:nvSpPr>
            <p:cNvPr id="233" name="文本框 232">
              <a:extLst>
                <a:ext uri="{FF2B5EF4-FFF2-40B4-BE49-F238E27FC236}">
                  <a16:creationId xmlns:a16="http://schemas.microsoft.com/office/drawing/2014/main" id="{87210F1D-522D-D012-9BF4-51973A00F604}"/>
                </a:ext>
              </a:extLst>
            </p:cNvPr>
            <p:cNvSpPr txBox="1"/>
            <p:nvPr/>
          </p:nvSpPr>
          <p:spPr>
            <a:xfrm>
              <a:off x="7667356" y="2867107"/>
              <a:ext cx="845103" cy="481670"/>
            </a:xfrm>
            <a:prstGeom prst="rect">
              <a:avLst/>
            </a:prstGeom>
            <a:noFill/>
          </p:spPr>
          <p:txBody>
            <a:bodyPr wrap="none" rtlCol="0" anchor="ctr">
              <a:spAutoFit/>
            </a:bodyPr>
            <a:lstStyle/>
            <a:p>
              <a:pPr algn="just" defTabSz="914477" hangingPunct="0">
                <a:lnSpc>
                  <a:spcPts val="1599"/>
                </a:lnSpc>
              </a:pPr>
              <a:r>
                <a:rPr lang="en-US" altLang="zh-CN" sz="1000" kern="0" dirty="0" err="1">
                  <a:solidFill>
                    <a:srgbClr val="CB121D"/>
                  </a:solidFill>
                  <a:latin typeface="Arial" panose="020B0604020202020204" pitchFamily="34" charset="0"/>
                  <a:ea typeface="微软雅黑" panose="020B0503020204020204" pitchFamily="34" charset="-122"/>
                  <a:cs typeface="Arial" panose="020B0604020202020204" pitchFamily="34" charset="0"/>
                  <a:sym typeface="Helvetica"/>
                </a:rPr>
                <a:t>MindX</a:t>
              </a:r>
              <a:r>
                <a:rPr lang="en-US" altLang="zh-CN" sz="1000" kern="0" dirty="0">
                  <a:solidFill>
                    <a:srgbClr val="CB121D"/>
                  </a:solidFill>
                  <a:latin typeface="Arial" panose="020B0604020202020204" pitchFamily="34" charset="0"/>
                  <a:ea typeface="微软雅黑" panose="020B0503020204020204" pitchFamily="34" charset="-122"/>
                  <a:cs typeface="Arial" panose="020B0604020202020204" pitchFamily="34" charset="0"/>
                  <a:sym typeface="Helvetica"/>
                </a:rPr>
                <a:t> SDK</a:t>
              </a:r>
            </a:p>
            <a:p>
              <a:pPr algn="just" defTabSz="914477" hangingPunct="0">
                <a:lnSpc>
                  <a:spcPts val="1599"/>
                </a:lnSpc>
              </a:pPr>
              <a:r>
                <a:rPr lang="zh-CN" altLang="en-US" sz="1000" kern="0" dirty="0">
                  <a:solidFill>
                    <a:srgbClr val="000000"/>
                  </a:solidFill>
                  <a:latin typeface="Arial" panose="020B0604020202020204" pitchFamily="34" charset="0"/>
                  <a:ea typeface="微软雅黑" panose="020B0503020204020204" pitchFamily="34" charset="-122"/>
                  <a:cs typeface="Arial" panose="020B0604020202020204" pitchFamily="34" charset="0"/>
                  <a:sym typeface="Helvetica"/>
                </a:rPr>
                <a:t>行业</a:t>
              </a:r>
              <a:r>
                <a:rPr lang="en-US" altLang="zh-CN" sz="1000" kern="0" dirty="0">
                  <a:solidFill>
                    <a:srgbClr val="000000"/>
                  </a:solidFill>
                  <a:latin typeface="Arial" panose="020B0604020202020204" pitchFamily="34" charset="0"/>
                  <a:ea typeface="微软雅黑" panose="020B0503020204020204" pitchFamily="34" charset="-122"/>
                  <a:cs typeface="Arial" panose="020B0604020202020204" pitchFamily="34" charset="0"/>
                  <a:sym typeface="Helvetica"/>
                </a:rPr>
                <a:t>SDK</a:t>
              </a:r>
              <a:endParaRPr lang="zh-CN" altLang="en-US" sz="1000" kern="0" dirty="0">
                <a:solidFill>
                  <a:srgbClr val="000000"/>
                </a:solidFill>
                <a:latin typeface="Arial" panose="020B0604020202020204" pitchFamily="34" charset="0"/>
                <a:ea typeface="微软雅黑" panose="020B0503020204020204" pitchFamily="34" charset="-122"/>
                <a:cs typeface="Arial" panose="020B0604020202020204" pitchFamily="34" charset="0"/>
                <a:sym typeface="Helvetica"/>
              </a:endParaRPr>
            </a:p>
          </p:txBody>
        </p:sp>
      </p:grpSp>
      <p:pic>
        <p:nvPicPr>
          <p:cNvPr id="234" name="SDC - 半罩球 X系列.331.png" descr="SDC - 半罩球 X系列.331.png">
            <a:extLst>
              <a:ext uri="{FF2B5EF4-FFF2-40B4-BE49-F238E27FC236}">
                <a16:creationId xmlns:a16="http://schemas.microsoft.com/office/drawing/2014/main" id="{03D38C27-66D6-E115-7EBC-A062E72A1D2A}"/>
              </a:ext>
            </a:extLst>
          </p:cNvPr>
          <p:cNvPicPr>
            <a:picLocks noChangeAspect="1"/>
          </p:cNvPicPr>
          <p:nvPr/>
        </p:nvPicPr>
        <p:blipFill>
          <a:blip r:embed="rId9"/>
          <a:stretch>
            <a:fillRect/>
          </a:stretch>
        </p:blipFill>
        <p:spPr>
          <a:xfrm>
            <a:off x="2604066" y="5612538"/>
            <a:ext cx="377671" cy="406004"/>
          </a:xfrm>
          <a:prstGeom prst="rect">
            <a:avLst/>
          </a:prstGeom>
          <a:ln w="12700" cap="flat">
            <a:noFill/>
            <a:miter lim="400000"/>
          </a:ln>
          <a:effectLst/>
        </p:spPr>
      </p:pic>
      <p:pic>
        <p:nvPicPr>
          <p:cNvPr id="235" name="Picture 2" descr="Picture 2">
            <a:extLst>
              <a:ext uri="{FF2B5EF4-FFF2-40B4-BE49-F238E27FC236}">
                <a16:creationId xmlns:a16="http://schemas.microsoft.com/office/drawing/2014/main" id="{41AEF6CC-D06A-4E14-E94C-B7816EC05B01}"/>
              </a:ext>
            </a:extLst>
          </p:cNvPr>
          <p:cNvPicPr>
            <a:picLocks noChangeAspect="1"/>
          </p:cNvPicPr>
          <p:nvPr/>
        </p:nvPicPr>
        <p:blipFill>
          <a:blip r:embed="rId10"/>
          <a:srcRect/>
          <a:stretch>
            <a:fillRect/>
          </a:stretch>
        </p:blipFill>
        <p:spPr>
          <a:xfrm>
            <a:off x="2103806" y="5633105"/>
            <a:ext cx="283139" cy="345598"/>
          </a:xfrm>
          <a:prstGeom prst="rect">
            <a:avLst/>
          </a:prstGeom>
          <a:ln w="12700" cap="flat">
            <a:noFill/>
            <a:miter lim="400000"/>
          </a:ln>
          <a:effectLst/>
        </p:spPr>
      </p:pic>
      <p:grpSp>
        <p:nvGrpSpPr>
          <p:cNvPr id="236" name="组合 235">
            <a:extLst>
              <a:ext uri="{FF2B5EF4-FFF2-40B4-BE49-F238E27FC236}">
                <a16:creationId xmlns:a16="http://schemas.microsoft.com/office/drawing/2014/main" id="{F2E18F15-8C41-AB0E-6832-C5CC4C850D5E}"/>
              </a:ext>
            </a:extLst>
          </p:cNvPr>
          <p:cNvGrpSpPr/>
          <p:nvPr/>
        </p:nvGrpSpPr>
        <p:grpSpPr>
          <a:xfrm>
            <a:off x="9144561" y="2205920"/>
            <a:ext cx="2252003" cy="2592800"/>
            <a:chOff x="9144561" y="1985515"/>
            <a:chExt cx="2252003" cy="2592800"/>
          </a:xfrm>
        </p:grpSpPr>
        <p:pic>
          <p:nvPicPr>
            <p:cNvPr id="237" name="图片 236">
              <a:extLst>
                <a:ext uri="{FF2B5EF4-FFF2-40B4-BE49-F238E27FC236}">
                  <a16:creationId xmlns:a16="http://schemas.microsoft.com/office/drawing/2014/main" id="{FEA2FAC1-A5D7-EB88-4143-9AFA302CB71F}"/>
                </a:ext>
              </a:extLst>
            </p:cNvPr>
            <p:cNvPicPr>
              <a:picLocks noChangeAspect="1"/>
            </p:cNvPicPr>
            <p:nvPr/>
          </p:nvPicPr>
          <p:blipFill>
            <a:blip r:embed="rId11" cstate="print">
              <a:extLst>
                <a:ext uri="{28A0092B-C50C-407E-A947-70E740481C1C}">
                  <a14:useLocalDpi xmlns:a14="http://schemas.microsoft.com/office/drawing/2010/main" val="0"/>
                </a:ext>
              </a:extLst>
            </a:blip>
            <a:stretch>
              <a:fillRect/>
            </a:stretch>
          </p:blipFill>
          <p:spPr>
            <a:xfrm>
              <a:off x="9179103" y="2041368"/>
              <a:ext cx="269471" cy="246953"/>
            </a:xfrm>
            <a:prstGeom prst="rect">
              <a:avLst/>
            </a:prstGeom>
          </p:spPr>
        </p:pic>
        <p:pic>
          <p:nvPicPr>
            <p:cNvPr id="238" name="图片 237">
              <a:extLst>
                <a:ext uri="{FF2B5EF4-FFF2-40B4-BE49-F238E27FC236}">
                  <a16:creationId xmlns:a16="http://schemas.microsoft.com/office/drawing/2014/main" id="{929D4911-9BB8-3217-23B8-3DAC9848BD0F}"/>
                </a:ext>
              </a:extLst>
            </p:cNvPr>
            <p:cNvPicPr>
              <a:picLocks noChangeAspect="1"/>
            </p:cNvPicPr>
            <p:nvPr/>
          </p:nvPicPr>
          <p:blipFill>
            <a:blip r:embed="rId12" cstate="print">
              <a:extLst>
                <a:ext uri="{28A0092B-C50C-407E-A947-70E740481C1C}">
                  <a14:useLocalDpi xmlns:a14="http://schemas.microsoft.com/office/drawing/2010/main" val="0"/>
                </a:ext>
              </a:extLst>
            </a:blip>
            <a:stretch>
              <a:fillRect/>
            </a:stretch>
          </p:blipFill>
          <p:spPr>
            <a:xfrm>
              <a:off x="10124227" y="2042431"/>
              <a:ext cx="269471" cy="246953"/>
            </a:xfrm>
            <a:prstGeom prst="rect">
              <a:avLst/>
            </a:prstGeom>
          </p:spPr>
        </p:pic>
        <p:pic>
          <p:nvPicPr>
            <p:cNvPr id="239" name="图片 238">
              <a:extLst>
                <a:ext uri="{FF2B5EF4-FFF2-40B4-BE49-F238E27FC236}">
                  <a16:creationId xmlns:a16="http://schemas.microsoft.com/office/drawing/2014/main" id="{F1858FFE-DA66-F829-12C0-96B60C40F3F6}"/>
                </a:ext>
              </a:extLst>
            </p:cNvPr>
            <p:cNvPicPr>
              <a:picLocks noChangeAspect="1"/>
            </p:cNvPicPr>
            <p:nvPr/>
          </p:nvPicPr>
          <p:blipFill>
            <a:blip r:embed="rId13" cstate="print">
              <a:extLst>
                <a:ext uri="{28A0092B-C50C-407E-A947-70E740481C1C}">
                  <a14:useLocalDpi xmlns:a14="http://schemas.microsoft.com/office/drawing/2010/main" val="0"/>
                </a:ext>
              </a:extLst>
            </a:blip>
            <a:stretch>
              <a:fillRect/>
            </a:stretch>
          </p:blipFill>
          <p:spPr>
            <a:xfrm>
              <a:off x="11011607" y="1985515"/>
              <a:ext cx="384957" cy="352789"/>
            </a:xfrm>
            <a:prstGeom prst="rect">
              <a:avLst/>
            </a:prstGeom>
          </p:spPr>
        </p:pic>
        <p:sp>
          <p:nvSpPr>
            <p:cNvPr id="240" name="文本框 239">
              <a:extLst>
                <a:ext uri="{FF2B5EF4-FFF2-40B4-BE49-F238E27FC236}">
                  <a16:creationId xmlns:a16="http://schemas.microsoft.com/office/drawing/2014/main" id="{BCD67CBD-EE9A-B7E7-660C-C4EB86BD4268}"/>
                </a:ext>
              </a:extLst>
            </p:cNvPr>
            <p:cNvSpPr txBox="1"/>
            <p:nvPr/>
          </p:nvSpPr>
          <p:spPr>
            <a:xfrm>
              <a:off x="9144561" y="2402078"/>
              <a:ext cx="338554" cy="1862048"/>
            </a:xfrm>
            <a:prstGeom prst="rect">
              <a:avLst/>
            </a:prstGeom>
            <a:noFill/>
          </p:spPr>
          <p:txBody>
            <a:bodyPr vert="eaVert" wrap="none" rtlCol="0" anchor="ctr">
              <a:spAutoFit/>
            </a:bodyPr>
            <a:lstStyle/>
            <a:p>
              <a:pPr defTabSz="914477" hangingPunct="0"/>
              <a:r>
                <a:rPr lang="zh-CN" altLang="en-US" sz="1000" kern="0" dirty="0">
                  <a:solidFill>
                    <a:srgbClr val="1D1D1A"/>
                  </a:solidFill>
                  <a:latin typeface="Arial" panose="020B0604020202020204" pitchFamily="34" charset="0"/>
                  <a:ea typeface="微软雅黑" panose="020B0503020204020204" pitchFamily="34" charset="-122"/>
                  <a:cs typeface="Arial" panose="020B0604020202020204" pitchFamily="34" charset="0"/>
                  <a:sym typeface="Helvetica"/>
                </a:rPr>
                <a:t>全流程开发工具链   </a:t>
              </a:r>
              <a:r>
                <a:rPr lang="en-US" altLang="zh-CN" sz="1000" kern="0" dirty="0" err="1">
                  <a:solidFill>
                    <a:srgbClr val="CB121D"/>
                  </a:solidFill>
                  <a:latin typeface="Arial" panose="020B0604020202020204" pitchFamily="34" charset="0"/>
                  <a:ea typeface="微软雅黑" panose="020B0503020204020204" pitchFamily="34" charset="-122"/>
                  <a:cs typeface="Arial" panose="020B0604020202020204" pitchFamily="34" charset="0"/>
                  <a:sym typeface="Helvetica"/>
                </a:rPr>
                <a:t>MindStudio</a:t>
              </a:r>
              <a:endParaRPr lang="en-US" altLang="zh-CN" sz="1000" kern="0" dirty="0">
                <a:solidFill>
                  <a:srgbClr val="CB121D"/>
                </a:solidFill>
                <a:latin typeface="Arial" panose="020B0604020202020204" pitchFamily="34" charset="0"/>
                <a:ea typeface="微软雅黑" panose="020B0503020204020204" pitchFamily="34" charset="-122"/>
                <a:cs typeface="Arial" panose="020B0604020202020204" pitchFamily="34" charset="0"/>
                <a:sym typeface="Helvetica"/>
              </a:endParaRPr>
            </a:p>
          </p:txBody>
        </p:sp>
        <p:sp>
          <p:nvSpPr>
            <p:cNvPr id="241" name="文本框 240">
              <a:extLst>
                <a:ext uri="{FF2B5EF4-FFF2-40B4-BE49-F238E27FC236}">
                  <a16:creationId xmlns:a16="http://schemas.microsoft.com/office/drawing/2014/main" id="{E74FE49D-13BD-F80F-8076-A4A2944434CA}"/>
                </a:ext>
              </a:extLst>
            </p:cNvPr>
            <p:cNvSpPr txBox="1"/>
            <p:nvPr/>
          </p:nvSpPr>
          <p:spPr>
            <a:xfrm>
              <a:off x="10089685" y="2402078"/>
              <a:ext cx="338554" cy="2176237"/>
            </a:xfrm>
            <a:prstGeom prst="rect">
              <a:avLst/>
            </a:prstGeom>
            <a:noFill/>
          </p:spPr>
          <p:txBody>
            <a:bodyPr vert="eaVert" wrap="none" rtlCol="0" anchor="ctr">
              <a:spAutoFit/>
            </a:bodyPr>
            <a:lstStyle/>
            <a:p>
              <a:pPr defTabSz="914477" hangingPunct="0"/>
              <a:r>
                <a:rPr lang="zh-CN" altLang="en-US" sz="1000" kern="0" dirty="0">
                  <a:solidFill>
                    <a:srgbClr val="1D1D1A"/>
                  </a:solidFill>
                  <a:latin typeface="Arial" panose="020B0604020202020204" pitchFamily="34" charset="0"/>
                  <a:ea typeface="微软雅黑" panose="020B0503020204020204" pitchFamily="34" charset="-122"/>
                  <a:cs typeface="Arial" panose="020B0604020202020204" pitchFamily="34" charset="0"/>
                  <a:sym typeface="Helvetica"/>
                </a:rPr>
                <a:t>管理运维工具   </a:t>
              </a:r>
              <a:r>
                <a:rPr lang="en-US" altLang="zh-CN" sz="1000" kern="0" dirty="0" err="1">
                  <a:solidFill>
                    <a:srgbClr val="CB121D"/>
                  </a:solidFill>
                  <a:latin typeface="Arial" panose="020B0604020202020204" pitchFamily="34" charset="0"/>
                  <a:ea typeface="微软雅黑" panose="020B0503020204020204" pitchFamily="34" charset="-122"/>
                  <a:cs typeface="Arial" panose="020B0604020202020204" pitchFamily="34" charset="0"/>
                  <a:sym typeface="Helvetica"/>
                </a:rPr>
                <a:t>FusionDirector</a:t>
              </a:r>
              <a:r>
                <a:rPr lang="en-US" altLang="zh-CN" sz="1000" kern="0" dirty="0">
                  <a:solidFill>
                    <a:srgbClr val="CB121D"/>
                  </a:solidFill>
                  <a:latin typeface="Arial" panose="020B0604020202020204" pitchFamily="34" charset="0"/>
                  <a:ea typeface="微软雅黑" panose="020B0503020204020204" pitchFamily="34" charset="-122"/>
                  <a:cs typeface="Arial" panose="020B0604020202020204" pitchFamily="34" charset="0"/>
                  <a:sym typeface="Helvetica"/>
                </a:rPr>
                <a:t>/Smart</a:t>
              </a:r>
            </a:p>
          </p:txBody>
        </p:sp>
        <p:sp>
          <p:nvSpPr>
            <p:cNvPr id="242" name="文本框 241">
              <a:extLst>
                <a:ext uri="{FF2B5EF4-FFF2-40B4-BE49-F238E27FC236}">
                  <a16:creationId xmlns:a16="http://schemas.microsoft.com/office/drawing/2014/main" id="{CBFF5B2D-F1E5-506E-94CD-9FFE6FBFF9E8}"/>
                </a:ext>
              </a:extLst>
            </p:cNvPr>
            <p:cNvSpPr txBox="1"/>
            <p:nvPr/>
          </p:nvSpPr>
          <p:spPr>
            <a:xfrm>
              <a:off x="11034808" y="2402078"/>
              <a:ext cx="338554" cy="1498167"/>
            </a:xfrm>
            <a:prstGeom prst="rect">
              <a:avLst/>
            </a:prstGeom>
            <a:noFill/>
          </p:spPr>
          <p:txBody>
            <a:bodyPr vert="eaVert" wrap="none" rtlCol="0" anchor="ctr">
              <a:spAutoFit/>
            </a:bodyPr>
            <a:lstStyle/>
            <a:p>
              <a:pPr defTabSz="914477" hangingPunct="0"/>
              <a:r>
                <a:rPr lang="zh-CN" altLang="en-US" sz="1000" kern="0" dirty="0">
                  <a:solidFill>
                    <a:srgbClr val="1D1D1A"/>
                  </a:solidFill>
                  <a:latin typeface="Arial" panose="020B0604020202020204" pitchFamily="34" charset="0"/>
                  <a:ea typeface="微软雅黑" panose="020B0503020204020204" pitchFamily="34" charset="-122"/>
                  <a:cs typeface="Arial" panose="020B0604020202020204" pitchFamily="34" charset="0"/>
                  <a:sym typeface="Helvetica"/>
                </a:rPr>
                <a:t>昇腾社区   </a:t>
              </a:r>
              <a:r>
                <a:rPr lang="en-US" altLang="zh-CN" sz="1000" kern="0" dirty="0">
                  <a:solidFill>
                    <a:srgbClr val="CB121D"/>
                  </a:solidFill>
                  <a:latin typeface="Arial" panose="020B0604020202020204" pitchFamily="34" charset="0"/>
                  <a:ea typeface="微软雅黑" panose="020B0503020204020204" pitchFamily="34" charset="-122"/>
                  <a:cs typeface="Arial" panose="020B0604020202020204" pitchFamily="34" charset="0"/>
                  <a:sym typeface="Helvetica"/>
                </a:rPr>
                <a:t>hiascend.com</a:t>
              </a:r>
            </a:p>
          </p:txBody>
        </p:sp>
      </p:grpSp>
      <p:pic>
        <p:nvPicPr>
          <p:cNvPr id="243" name="图片 242">
            <a:extLst>
              <a:ext uri="{FF2B5EF4-FFF2-40B4-BE49-F238E27FC236}">
                <a16:creationId xmlns:a16="http://schemas.microsoft.com/office/drawing/2014/main" id="{961AC655-8BDA-DFB9-65F6-D08914DD2453}"/>
              </a:ext>
            </a:extLst>
          </p:cNvPr>
          <p:cNvPicPr>
            <a:picLocks noChangeAspect="1"/>
          </p:cNvPicPr>
          <p:nvPr/>
        </p:nvPicPr>
        <p:blipFill>
          <a:blip r:embed="rId14" cstate="print">
            <a:extLst>
              <a:ext uri="{28A0092B-C50C-407E-A947-70E740481C1C}">
                <a14:useLocalDpi xmlns:a14="http://schemas.microsoft.com/office/drawing/2010/main" val="0"/>
              </a:ext>
            </a:extLst>
          </a:blip>
          <a:stretch>
            <a:fillRect/>
          </a:stretch>
        </p:blipFill>
        <p:spPr>
          <a:xfrm>
            <a:off x="9299466" y="5529001"/>
            <a:ext cx="829302" cy="570587"/>
          </a:xfrm>
          <a:prstGeom prst="rect">
            <a:avLst/>
          </a:prstGeom>
        </p:spPr>
      </p:pic>
      <p:pic>
        <p:nvPicPr>
          <p:cNvPr id="244" name="图片 243">
            <a:extLst>
              <a:ext uri="{FF2B5EF4-FFF2-40B4-BE49-F238E27FC236}">
                <a16:creationId xmlns:a16="http://schemas.microsoft.com/office/drawing/2014/main" id="{9398CBAF-8A1B-374A-4EA0-96BFEBE60082}"/>
              </a:ext>
            </a:extLst>
          </p:cNvPr>
          <p:cNvPicPr>
            <a:picLocks noChangeAspect="1"/>
          </p:cNvPicPr>
          <p:nvPr/>
        </p:nvPicPr>
        <p:blipFill>
          <a:blip r:embed="rId15" cstate="print">
            <a:extLst>
              <a:ext uri="{28A0092B-C50C-407E-A947-70E740481C1C}">
                <a14:useLocalDpi xmlns:a14="http://schemas.microsoft.com/office/drawing/2010/main" val="0"/>
              </a:ext>
            </a:extLst>
          </a:blip>
          <a:stretch>
            <a:fillRect/>
          </a:stretch>
        </p:blipFill>
        <p:spPr>
          <a:xfrm>
            <a:off x="10345891" y="5504058"/>
            <a:ext cx="836539" cy="575565"/>
          </a:xfrm>
          <a:prstGeom prst="rect">
            <a:avLst/>
          </a:prstGeom>
        </p:spPr>
      </p:pic>
      <p:pic>
        <p:nvPicPr>
          <p:cNvPr id="245" name="图片 244">
            <a:extLst>
              <a:ext uri="{FF2B5EF4-FFF2-40B4-BE49-F238E27FC236}">
                <a16:creationId xmlns:a16="http://schemas.microsoft.com/office/drawing/2014/main" id="{3017ABED-8ABC-A0DE-6D1E-EE4B6791527D}"/>
              </a:ext>
            </a:extLst>
          </p:cNvPr>
          <p:cNvPicPr>
            <a:picLocks noChangeAspect="1"/>
          </p:cNvPicPr>
          <p:nvPr/>
        </p:nvPicPr>
        <p:blipFill>
          <a:blip r:embed="rId16" cstate="print">
            <a:extLst>
              <a:ext uri="{28A0092B-C50C-407E-A947-70E740481C1C}">
                <a14:useLocalDpi xmlns:a14="http://schemas.microsoft.com/office/drawing/2010/main" val="0"/>
              </a:ext>
            </a:extLst>
          </a:blip>
          <a:stretch>
            <a:fillRect/>
          </a:stretch>
        </p:blipFill>
        <p:spPr>
          <a:xfrm>
            <a:off x="3198858" y="5585298"/>
            <a:ext cx="665456" cy="457855"/>
          </a:xfrm>
          <a:prstGeom prst="rect">
            <a:avLst/>
          </a:prstGeom>
        </p:spPr>
      </p:pic>
      <p:pic>
        <p:nvPicPr>
          <p:cNvPr id="246" name="图片 245">
            <a:extLst>
              <a:ext uri="{FF2B5EF4-FFF2-40B4-BE49-F238E27FC236}">
                <a16:creationId xmlns:a16="http://schemas.microsoft.com/office/drawing/2014/main" id="{19B9609F-FF55-469A-A963-4B517C720405}"/>
              </a:ext>
            </a:extLst>
          </p:cNvPr>
          <p:cNvPicPr>
            <a:picLocks noChangeAspect="1"/>
          </p:cNvPicPr>
          <p:nvPr/>
        </p:nvPicPr>
        <p:blipFill>
          <a:blip r:embed="rId17" cstate="print">
            <a:extLst>
              <a:ext uri="{28A0092B-C50C-407E-A947-70E740481C1C}">
                <a14:useLocalDpi xmlns:a14="http://schemas.microsoft.com/office/drawing/2010/main" val="0"/>
              </a:ext>
            </a:extLst>
          </a:blip>
          <a:stretch>
            <a:fillRect/>
          </a:stretch>
        </p:blipFill>
        <p:spPr>
          <a:xfrm>
            <a:off x="4298556" y="5603403"/>
            <a:ext cx="686381" cy="472254"/>
          </a:xfrm>
          <a:prstGeom prst="rect">
            <a:avLst/>
          </a:prstGeom>
        </p:spPr>
      </p:pic>
      <p:pic>
        <p:nvPicPr>
          <p:cNvPr id="247" name="图片 246">
            <a:extLst>
              <a:ext uri="{FF2B5EF4-FFF2-40B4-BE49-F238E27FC236}">
                <a16:creationId xmlns:a16="http://schemas.microsoft.com/office/drawing/2014/main" id="{59E08D32-957B-9D8C-0243-42CB92C86FC8}"/>
              </a:ext>
            </a:extLst>
          </p:cNvPr>
          <p:cNvPicPr>
            <a:picLocks noChangeAspect="1"/>
          </p:cNvPicPr>
          <p:nvPr/>
        </p:nvPicPr>
        <p:blipFill>
          <a:blip r:embed="rId18" cstate="print">
            <a:extLst>
              <a:ext uri="{28A0092B-C50C-407E-A947-70E740481C1C}">
                <a14:useLocalDpi xmlns:a14="http://schemas.microsoft.com/office/drawing/2010/main" val="0"/>
              </a:ext>
            </a:extLst>
          </a:blip>
          <a:stretch>
            <a:fillRect/>
          </a:stretch>
        </p:blipFill>
        <p:spPr>
          <a:xfrm>
            <a:off x="7261993" y="5528306"/>
            <a:ext cx="840481" cy="578277"/>
          </a:xfrm>
          <a:prstGeom prst="rect">
            <a:avLst/>
          </a:prstGeom>
        </p:spPr>
      </p:pic>
      <p:pic>
        <p:nvPicPr>
          <p:cNvPr id="248" name="图片 247">
            <a:extLst>
              <a:ext uri="{FF2B5EF4-FFF2-40B4-BE49-F238E27FC236}">
                <a16:creationId xmlns:a16="http://schemas.microsoft.com/office/drawing/2014/main" id="{A4B412AC-CF57-415E-70A7-B19B3D93AA2A}"/>
              </a:ext>
            </a:extLst>
          </p:cNvPr>
          <p:cNvPicPr>
            <a:picLocks noChangeAspect="1"/>
          </p:cNvPicPr>
          <p:nvPr/>
        </p:nvPicPr>
        <p:blipFill>
          <a:blip r:embed="rId19" cstate="print">
            <a:extLst>
              <a:ext uri="{28A0092B-C50C-407E-A947-70E740481C1C}">
                <a14:useLocalDpi xmlns:a14="http://schemas.microsoft.com/office/drawing/2010/main" val="0"/>
              </a:ext>
            </a:extLst>
          </a:blip>
          <a:stretch>
            <a:fillRect/>
          </a:stretch>
        </p:blipFill>
        <p:spPr>
          <a:xfrm>
            <a:off x="5202058" y="5602898"/>
            <a:ext cx="618689" cy="425679"/>
          </a:xfrm>
          <a:prstGeom prst="rect">
            <a:avLst/>
          </a:prstGeom>
        </p:spPr>
      </p:pic>
      <p:pic>
        <p:nvPicPr>
          <p:cNvPr id="249" name="图片 248">
            <a:extLst>
              <a:ext uri="{FF2B5EF4-FFF2-40B4-BE49-F238E27FC236}">
                <a16:creationId xmlns:a16="http://schemas.microsoft.com/office/drawing/2014/main" id="{7D8C95C1-37A5-2C00-22AF-F632FA58D771}"/>
              </a:ext>
            </a:extLst>
          </p:cNvPr>
          <p:cNvPicPr>
            <a:picLocks noChangeAspect="1"/>
          </p:cNvPicPr>
          <p:nvPr/>
        </p:nvPicPr>
        <p:blipFill>
          <a:blip r:embed="rId20" cstate="print">
            <a:extLst>
              <a:ext uri="{28A0092B-C50C-407E-A947-70E740481C1C}">
                <a14:useLocalDpi xmlns:a14="http://schemas.microsoft.com/office/drawing/2010/main" val="0"/>
              </a:ext>
            </a:extLst>
          </a:blip>
          <a:stretch>
            <a:fillRect/>
          </a:stretch>
        </p:blipFill>
        <p:spPr>
          <a:xfrm>
            <a:off x="6037868" y="5543171"/>
            <a:ext cx="789883" cy="543465"/>
          </a:xfrm>
          <a:prstGeom prst="rect">
            <a:avLst/>
          </a:prstGeom>
        </p:spPr>
      </p:pic>
      <p:pic>
        <p:nvPicPr>
          <p:cNvPr id="250" name="图片 249">
            <a:extLst>
              <a:ext uri="{FF2B5EF4-FFF2-40B4-BE49-F238E27FC236}">
                <a16:creationId xmlns:a16="http://schemas.microsoft.com/office/drawing/2014/main" id="{BC6818AC-6A35-D57A-C438-9989A4A21E7A}"/>
              </a:ext>
            </a:extLst>
          </p:cNvPr>
          <p:cNvPicPr>
            <a:picLocks noChangeAspect="1"/>
          </p:cNvPicPr>
          <p:nvPr/>
        </p:nvPicPr>
        <p:blipFill>
          <a:blip r:embed="rId21" cstate="print">
            <a:extLst>
              <a:ext uri="{28A0092B-C50C-407E-A947-70E740481C1C}">
                <a14:useLocalDpi xmlns:a14="http://schemas.microsoft.com/office/drawing/2010/main" val="0"/>
              </a:ext>
            </a:extLst>
          </a:blip>
          <a:stretch>
            <a:fillRect/>
          </a:stretch>
        </p:blipFill>
        <p:spPr>
          <a:xfrm>
            <a:off x="8319595" y="5552505"/>
            <a:ext cx="762750" cy="524798"/>
          </a:xfrm>
          <a:prstGeom prst="rect">
            <a:avLst/>
          </a:prstGeom>
        </p:spPr>
      </p:pic>
      <p:cxnSp>
        <p:nvCxnSpPr>
          <p:cNvPr id="251" name="直接连接符 56">
            <a:extLst>
              <a:ext uri="{FF2B5EF4-FFF2-40B4-BE49-F238E27FC236}">
                <a16:creationId xmlns:a16="http://schemas.microsoft.com/office/drawing/2014/main" id="{5F976951-0CC4-5B04-7B03-BD0D8033CE1B}"/>
              </a:ext>
            </a:extLst>
          </p:cNvPr>
          <p:cNvCxnSpPr/>
          <p:nvPr/>
        </p:nvCxnSpPr>
        <p:spPr>
          <a:xfrm flipH="1">
            <a:off x="4734355" y="5501680"/>
            <a:ext cx="1" cy="9134"/>
          </a:xfrm>
          <a:prstGeom prst="line">
            <a:avLst/>
          </a:prstGeom>
          <a:noFill/>
          <a:ln w="12700" cap="flat" cmpd="sng" algn="ctr">
            <a:solidFill>
              <a:srgbClr val="A7A7A7">
                <a:lumMod val="85000"/>
              </a:srgbClr>
            </a:solidFill>
            <a:prstDash val="solid"/>
          </a:ln>
          <a:effectLst/>
        </p:spPr>
      </p:cxnSp>
      <p:cxnSp>
        <p:nvCxnSpPr>
          <p:cNvPr id="252" name="直接连接符 57">
            <a:extLst>
              <a:ext uri="{FF2B5EF4-FFF2-40B4-BE49-F238E27FC236}">
                <a16:creationId xmlns:a16="http://schemas.microsoft.com/office/drawing/2014/main" id="{329A3230-9B12-D288-0DD0-8466DF6810A2}"/>
              </a:ext>
            </a:extLst>
          </p:cNvPr>
          <p:cNvCxnSpPr/>
          <p:nvPr/>
        </p:nvCxnSpPr>
        <p:spPr>
          <a:xfrm flipH="1">
            <a:off x="7495533" y="5501680"/>
            <a:ext cx="1" cy="9134"/>
          </a:xfrm>
          <a:prstGeom prst="line">
            <a:avLst/>
          </a:prstGeom>
          <a:noFill/>
          <a:ln w="12700" cap="flat" cmpd="sng" algn="ctr">
            <a:solidFill>
              <a:srgbClr val="A7A7A7">
                <a:lumMod val="85000"/>
              </a:srgbClr>
            </a:solidFill>
            <a:prstDash val="solid"/>
          </a:ln>
          <a:effectLst/>
        </p:spPr>
      </p:cxnSp>
      <p:sp>
        <p:nvSpPr>
          <p:cNvPr id="253" name="文本框 252">
            <a:extLst>
              <a:ext uri="{FF2B5EF4-FFF2-40B4-BE49-F238E27FC236}">
                <a16:creationId xmlns:a16="http://schemas.microsoft.com/office/drawing/2014/main" id="{1E2B5755-30ED-2F46-D898-49DEDD6763FC}"/>
              </a:ext>
            </a:extLst>
          </p:cNvPr>
          <p:cNvSpPr txBox="1"/>
          <p:nvPr/>
        </p:nvSpPr>
        <p:spPr>
          <a:xfrm>
            <a:off x="2604066" y="5386673"/>
            <a:ext cx="348311" cy="253916"/>
          </a:xfrm>
          <a:prstGeom prst="rect">
            <a:avLst/>
          </a:prstGeom>
          <a:noFill/>
        </p:spPr>
        <p:txBody>
          <a:bodyPr wrap="square" rtlCol="0" anchor="ctr">
            <a:spAutoFit/>
          </a:bodyPr>
          <a:lstStyle/>
          <a:p>
            <a:pPr algn="just" defTabSz="914477" hangingPunct="0"/>
            <a:r>
              <a:rPr lang="zh-CN" altLang="en-US" sz="1000" b="1" kern="0" dirty="0">
                <a:solidFill>
                  <a:srgbClr val="000000"/>
                </a:solidFill>
                <a:latin typeface="Arial" panose="020B0604020202020204" pitchFamily="34" charset="0"/>
                <a:ea typeface="微软雅黑" panose="020B0503020204020204" pitchFamily="34" charset="-122"/>
                <a:cs typeface="Arial" panose="020B0604020202020204" pitchFamily="34" charset="0"/>
                <a:sym typeface="Helvetica"/>
              </a:rPr>
              <a:t>端</a:t>
            </a:r>
          </a:p>
        </p:txBody>
      </p:sp>
      <p:sp>
        <p:nvSpPr>
          <p:cNvPr id="254" name="文本框 253">
            <a:extLst>
              <a:ext uri="{FF2B5EF4-FFF2-40B4-BE49-F238E27FC236}">
                <a16:creationId xmlns:a16="http://schemas.microsoft.com/office/drawing/2014/main" id="{D236AB45-0792-F3C5-6951-D0D26D172A03}"/>
              </a:ext>
            </a:extLst>
          </p:cNvPr>
          <p:cNvSpPr txBox="1"/>
          <p:nvPr/>
        </p:nvSpPr>
        <p:spPr>
          <a:xfrm>
            <a:off x="5340674" y="5386672"/>
            <a:ext cx="341456" cy="253916"/>
          </a:xfrm>
          <a:prstGeom prst="rect">
            <a:avLst/>
          </a:prstGeom>
          <a:noFill/>
        </p:spPr>
        <p:txBody>
          <a:bodyPr wrap="square" rtlCol="0" anchor="ctr">
            <a:spAutoFit/>
          </a:bodyPr>
          <a:lstStyle/>
          <a:p>
            <a:pPr algn="just" defTabSz="914477" hangingPunct="0"/>
            <a:r>
              <a:rPr lang="zh-CN" altLang="en-US" sz="1000" b="1" kern="0" dirty="0">
                <a:solidFill>
                  <a:srgbClr val="000000"/>
                </a:solidFill>
                <a:latin typeface="Arial" panose="020B0604020202020204" pitchFamily="34" charset="0"/>
                <a:ea typeface="微软雅黑" panose="020B0503020204020204" pitchFamily="34" charset="-122"/>
                <a:cs typeface="Arial" panose="020B0604020202020204" pitchFamily="34" charset="0"/>
                <a:sym typeface="Helvetica"/>
              </a:rPr>
              <a:t>边</a:t>
            </a:r>
          </a:p>
        </p:txBody>
      </p:sp>
      <p:sp>
        <p:nvSpPr>
          <p:cNvPr id="255" name="文本框 254">
            <a:extLst>
              <a:ext uri="{FF2B5EF4-FFF2-40B4-BE49-F238E27FC236}">
                <a16:creationId xmlns:a16="http://schemas.microsoft.com/office/drawing/2014/main" id="{54D9D15D-7CFE-6002-6729-AAEFAC8A1820}"/>
              </a:ext>
            </a:extLst>
          </p:cNvPr>
          <p:cNvSpPr txBox="1"/>
          <p:nvPr/>
        </p:nvSpPr>
        <p:spPr>
          <a:xfrm>
            <a:off x="9020177" y="5386672"/>
            <a:ext cx="341456" cy="253916"/>
          </a:xfrm>
          <a:prstGeom prst="rect">
            <a:avLst/>
          </a:prstGeom>
          <a:noFill/>
        </p:spPr>
        <p:txBody>
          <a:bodyPr wrap="square" rtlCol="0" anchor="ctr">
            <a:spAutoFit/>
          </a:bodyPr>
          <a:lstStyle/>
          <a:p>
            <a:pPr algn="just" defTabSz="914477" hangingPunct="0"/>
            <a:r>
              <a:rPr lang="zh-CN" altLang="en-US" sz="1000" b="1" kern="0" dirty="0">
                <a:solidFill>
                  <a:srgbClr val="000000"/>
                </a:solidFill>
                <a:latin typeface="Arial" panose="020B0604020202020204" pitchFamily="34" charset="0"/>
                <a:ea typeface="微软雅黑" panose="020B0503020204020204" pitchFamily="34" charset="-122"/>
                <a:cs typeface="Arial" panose="020B0604020202020204" pitchFamily="34" charset="0"/>
                <a:sym typeface="Helvetica"/>
              </a:rPr>
              <a:t>云</a:t>
            </a:r>
          </a:p>
        </p:txBody>
      </p:sp>
      <p:sp>
        <p:nvSpPr>
          <p:cNvPr id="256" name="文本框 255">
            <a:extLst>
              <a:ext uri="{FF2B5EF4-FFF2-40B4-BE49-F238E27FC236}">
                <a16:creationId xmlns:a16="http://schemas.microsoft.com/office/drawing/2014/main" id="{F18BDDDB-A6D1-0244-0B2E-2CC636E9072A}"/>
              </a:ext>
            </a:extLst>
          </p:cNvPr>
          <p:cNvSpPr txBox="1"/>
          <p:nvPr/>
        </p:nvSpPr>
        <p:spPr>
          <a:xfrm>
            <a:off x="3769130" y="1266592"/>
            <a:ext cx="5355168" cy="282834"/>
          </a:xfrm>
          <a:prstGeom prst="rect">
            <a:avLst/>
          </a:prstGeom>
          <a:noFill/>
        </p:spPr>
        <p:txBody>
          <a:bodyPr wrap="square" rtlCol="0" anchor="ctr">
            <a:spAutoFit/>
          </a:bodyPr>
          <a:lstStyle/>
          <a:p>
            <a:pPr algn="ctr" defTabSz="914477" hangingPunct="0">
              <a:lnSpc>
                <a:spcPts val="1599"/>
              </a:lnSpc>
            </a:pPr>
            <a:r>
              <a:rPr lang="zh-CN" altLang="en-US" sz="1000" kern="0" dirty="0">
                <a:solidFill>
                  <a:srgbClr val="000000"/>
                </a:solidFill>
                <a:latin typeface="Arial" panose="020B0604020202020204" pitchFamily="34" charset="0"/>
                <a:ea typeface="微软雅黑" panose="020B0503020204020204" pitchFamily="34" charset="-122"/>
                <a:cs typeface="Arial" panose="020B0604020202020204" pitchFamily="34" charset="0"/>
                <a:sym typeface="Helvetica"/>
              </a:rPr>
              <a:t>智慧城市、制造、能源、交通、金融、运营商、教育等更多行业应用</a:t>
            </a:r>
          </a:p>
        </p:txBody>
      </p:sp>
      <p:grpSp>
        <p:nvGrpSpPr>
          <p:cNvPr id="257" name="组合 256">
            <a:extLst>
              <a:ext uri="{FF2B5EF4-FFF2-40B4-BE49-F238E27FC236}">
                <a16:creationId xmlns:a16="http://schemas.microsoft.com/office/drawing/2014/main" id="{9FF7D544-C72E-6022-1EAD-DC64FF4D1243}"/>
              </a:ext>
            </a:extLst>
          </p:cNvPr>
          <p:cNvGrpSpPr/>
          <p:nvPr/>
        </p:nvGrpSpPr>
        <p:grpSpPr>
          <a:xfrm>
            <a:off x="3358598" y="4588991"/>
            <a:ext cx="3337334" cy="476864"/>
            <a:chOff x="3703112" y="4526377"/>
            <a:chExt cx="3337334" cy="476864"/>
          </a:xfrm>
        </p:grpSpPr>
        <p:sp>
          <p:nvSpPr>
            <p:cNvPr id="258" name="文本框 257">
              <a:extLst>
                <a:ext uri="{FF2B5EF4-FFF2-40B4-BE49-F238E27FC236}">
                  <a16:creationId xmlns:a16="http://schemas.microsoft.com/office/drawing/2014/main" id="{62C2A719-9325-33CD-88CF-199604CF6531}"/>
                </a:ext>
              </a:extLst>
            </p:cNvPr>
            <p:cNvSpPr txBox="1"/>
            <p:nvPr/>
          </p:nvSpPr>
          <p:spPr>
            <a:xfrm>
              <a:off x="3703112" y="4757020"/>
              <a:ext cx="3337334" cy="246221"/>
            </a:xfrm>
            <a:prstGeom prst="rect">
              <a:avLst/>
            </a:prstGeom>
            <a:noFill/>
          </p:spPr>
          <p:txBody>
            <a:bodyPr wrap="square" rtlCol="0" anchor="ctr">
              <a:spAutoFit/>
            </a:bodyPr>
            <a:lstStyle/>
            <a:p>
              <a:pPr algn="ctr" defTabSz="914477" hangingPunct="0"/>
              <a:r>
                <a:rPr lang="zh-CN" altLang="en-US" sz="1000" kern="0" dirty="0">
                  <a:solidFill>
                    <a:srgbClr val="000000"/>
                  </a:solidFill>
                  <a:latin typeface="Arial" panose="020B0604020202020204" pitchFamily="34" charset="0"/>
                  <a:ea typeface="微软雅黑" panose="020B0503020204020204" pitchFamily="34" charset="-122"/>
                  <a:cs typeface="Arial" panose="020B0604020202020204" pitchFamily="34" charset="0"/>
                  <a:sym typeface="Helvetica"/>
                </a:rPr>
                <a:t>统一异构计算架构，释放昇腾硬件澎湃算力</a:t>
              </a:r>
            </a:p>
          </p:txBody>
        </p:sp>
        <p:pic>
          <p:nvPicPr>
            <p:cNvPr id="259" name="图片 258">
              <a:extLst>
                <a:ext uri="{FF2B5EF4-FFF2-40B4-BE49-F238E27FC236}">
                  <a16:creationId xmlns:a16="http://schemas.microsoft.com/office/drawing/2014/main" id="{46F2ADC3-4B7B-8CFD-4204-34C3717D5DBC}"/>
                </a:ext>
              </a:extLst>
            </p:cNvPr>
            <p:cNvPicPr>
              <a:picLocks noChangeAspect="1"/>
            </p:cNvPicPr>
            <p:nvPr/>
          </p:nvPicPr>
          <p:blipFill>
            <a:blip r:embed="rId22" cstate="print">
              <a:extLst>
                <a:ext uri="{28A0092B-C50C-407E-A947-70E740481C1C}">
                  <a14:useLocalDpi xmlns:a14="http://schemas.microsoft.com/office/drawing/2010/main" val="0"/>
                </a:ext>
              </a:extLst>
            </a:blip>
            <a:stretch>
              <a:fillRect/>
            </a:stretch>
          </p:blipFill>
          <p:spPr>
            <a:xfrm>
              <a:off x="5016216" y="4526377"/>
              <a:ext cx="711127" cy="173613"/>
            </a:xfrm>
            <a:prstGeom prst="rect">
              <a:avLst/>
            </a:prstGeom>
          </p:spPr>
        </p:pic>
      </p:grpSp>
      <p:cxnSp>
        <p:nvCxnSpPr>
          <p:cNvPr id="260" name="直接连接符 33">
            <a:extLst>
              <a:ext uri="{FF2B5EF4-FFF2-40B4-BE49-F238E27FC236}">
                <a16:creationId xmlns:a16="http://schemas.microsoft.com/office/drawing/2014/main" id="{D096FE01-706A-E81A-E37B-97D37B91BA50}"/>
              </a:ext>
            </a:extLst>
          </p:cNvPr>
          <p:cNvCxnSpPr/>
          <p:nvPr/>
        </p:nvCxnSpPr>
        <p:spPr>
          <a:xfrm>
            <a:off x="4081435" y="5501679"/>
            <a:ext cx="0" cy="477025"/>
          </a:xfrm>
          <a:prstGeom prst="line">
            <a:avLst/>
          </a:prstGeom>
          <a:noFill/>
          <a:ln w="6350" cap="flat" cmpd="sng" algn="ctr">
            <a:solidFill>
              <a:schemeClr val="bg1">
                <a:lumMod val="40000"/>
                <a:lumOff val="60000"/>
              </a:schemeClr>
            </a:solidFill>
            <a:prstDash val="solid"/>
          </a:ln>
          <a:effectLst/>
        </p:spPr>
      </p:cxnSp>
      <p:cxnSp>
        <p:nvCxnSpPr>
          <p:cNvPr id="261" name="直接连接符 74">
            <a:extLst>
              <a:ext uri="{FF2B5EF4-FFF2-40B4-BE49-F238E27FC236}">
                <a16:creationId xmlns:a16="http://schemas.microsoft.com/office/drawing/2014/main" id="{73565B53-1F92-4A3A-7B57-36DC29C9B25E}"/>
              </a:ext>
            </a:extLst>
          </p:cNvPr>
          <p:cNvCxnSpPr/>
          <p:nvPr/>
        </p:nvCxnSpPr>
        <p:spPr>
          <a:xfrm>
            <a:off x="7044872" y="5501679"/>
            <a:ext cx="0" cy="477025"/>
          </a:xfrm>
          <a:prstGeom prst="line">
            <a:avLst/>
          </a:prstGeom>
          <a:noFill/>
          <a:ln w="6350" cap="flat" cmpd="sng" algn="ctr">
            <a:solidFill>
              <a:schemeClr val="bg1">
                <a:lumMod val="40000"/>
                <a:lumOff val="60000"/>
              </a:schemeClr>
            </a:solidFill>
            <a:prstDash val="solid"/>
          </a:ln>
          <a:effectLst/>
        </p:spPr>
      </p:cxnSp>
      <p:cxnSp>
        <p:nvCxnSpPr>
          <p:cNvPr id="262" name="直接连接符 72">
            <a:extLst>
              <a:ext uri="{FF2B5EF4-FFF2-40B4-BE49-F238E27FC236}">
                <a16:creationId xmlns:a16="http://schemas.microsoft.com/office/drawing/2014/main" id="{EB9EA6E9-6CFC-5604-23EE-D72B2A7CCAD4}"/>
              </a:ext>
            </a:extLst>
          </p:cNvPr>
          <p:cNvCxnSpPr>
            <a:cxnSpLocks/>
          </p:cNvCxnSpPr>
          <p:nvPr/>
        </p:nvCxnSpPr>
        <p:spPr>
          <a:xfrm>
            <a:off x="3358598" y="6040229"/>
            <a:ext cx="0" cy="190006"/>
          </a:xfrm>
          <a:prstGeom prst="line">
            <a:avLst/>
          </a:prstGeom>
          <a:noFill/>
          <a:ln w="6350" cap="flat" cmpd="sng" algn="ctr">
            <a:solidFill>
              <a:schemeClr val="bg1">
                <a:lumMod val="40000"/>
                <a:lumOff val="60000"/>
              </a:schemeClr>
            </a:solidFill>
            <a:prstDash val="solid"/>
          </a:ln>
          <a:effectLst/>
        </p:spPr>
      </p:cxnSp>
      <p:cxnSp>
        <p:nvCxnSpPr>
          <p:cNvPr id="263" name="直接连接符 73">
            <a:extLst>
              <a:ext uri="{FF2B5EF4-FFF2-40B4-BE49-F238E27FC236}">
                <a16:creationId xmlns:a16="http://schemas.microsoft.com/office/drawing/2014/main" id="{C493C025-8EEB-A127-B2DB-F62FDAF651EE}"/>
              </a:ext>
            </a:extLst>
          </p:cNvPr>
          <p:cNvCxnSpPr>
            <a:cxnSpLocks/>
          </p:cNvCxnSpPr>
          <p:nvPr/>
        </p:nvCxnSpPr>
        <p:spPr>
          <a:xfrm>
            <a:off x="11115327" y="6040229"/>
            <a:ext cx="0" cy="190006"/>
          </a:xfrm>
          <a:prstGeom prst="line">
            <a:avLst/>
          </a:prstGeom>
          <a:noFill/>
          <a:ln w="6350" cap="flat" cmpd="sng" algn="ctr">
            <a:solidFill>
              <a:schemeClr val="bg1">
                <a:lumMod val="40000"/>
                <a:lumOff val="60000"/>
              </a:schemeClr>
            </a:solidFill>
            <a:prstDash val="solid"/>
          </a:ln>
          <a:effectLst/>
        </p:spPr>
      </p:cxnSp>
      <p:cxnSp>
        <p:nvCxnSpPr>
          <p:cNvPr id="264" name="直接箭头连接符 35">
            <a:extLst>
              <a:ext uri="{FF2B5EF4-FFF2-40B4-BE49-F238E27FC236}">
                <a16:creationId xmlns:a16="http://schemas.microsoft.com/office/drawing/2014/main" id="{3CEA247C-94F9-5D9B-AF99-F5370DE0CC69}"/>
              </a:ext>
            </a:extLst>
          </p:cNvPr>
          <p:cNvCxnSpPr>
            <a:cxnSpLocks/>
          </p:cNvCxnSpPr>
          <p:nvPr/>
        </p:nvCxnSpPr>
        <p:spPr>
          <a:xfrm flipH="1">
            <a:off x="3358598" y="6135232"/>
            <a:ext cx="2952000" cy="0"/>
          </a:xfrm>
          <a:prstGeom prst="straightConnector1">
            <a:avLst/>
          </a:prstGeom>
          <a:noFill/>
          <a:ln w="6350" cap="flat" cmpd="sng" algn="ctr">
            <a:solidFill>
              <a:schemeClr val="bg1">
                <a:lumMod val="40000"/>
                <a:lumOff val="60000"/>
              </a:schemeClr>
            </a:solidFill>
            <a:prstDash val="solid"/>
            <a:tailEnd type="triangle"/>
          </a:ln>
          <a:effectLst/>
        </p:spPr>
      </p:cxnSp>
      <p:cxnSp>
        <p:nvCxnSpPr>
          <p:cNvPr id="265" name="直接箭头连接符 75">
            <a:extLst>
              <a:ext uri="{FF2B5EF4-FFF2-40B4-BE49-F238E27FC236}">
                <a16:creationId xmlns:a16="http://schemas.microsoft.com/office/drawing/2014/main" id="{96BAF699-98B8-E1EE-18BF-8CE905D4FF68}"/>
              </a:ext>
            </a:extLst>
          </p:cNvPr>
          <p:cNvCxnSpPr>
            <a:cxnSpLocks/>
          </p:cNvCxnSpPr>
          <p:nvPr/>
        </p:nvCxnSpPr>
        <p:spPr>
          <a:xfrm>
            <a:off x="8148315" y="6135232"/>
            <a:ext cx="2952000" cy="0"/>
          </a:xfrm>
          <a:prstGeom prst="straightConnector1">
            <a:avLst/>
          </a:prstGeom>
          <a:noFill/>
          <a:ln w="6350" cap="flat" cmpd="sng" algn="ctr">
            <a:solidFill>
              <a:schemeClr val="bg1">
                <a:lumMod val="40000"/>
                <a:lumOff val="60000"/>
              </a:schemeClr>
            </a:solidFill>
            <a:prstDash val="solid"/>
            <a:tailEnd type="triangle"/>
          </a:ln>
          <a:effectLst/>
        </p:spPr>
      </p:cxnSp>
      <p:sp>
        <p:nvSpPr>
          <p:cNvPr id="266" name="文本框 265">
            <a:extLst>
              <a:ext uri="{FF2B5EF4-FFF2-40B4-BE49-F238E27FC236}">
                <a16:creationId xmlns:a16="http://schemas.microsoft.com/office/drawing/2014/main" id="{F0C5CC68-DCC0-4ED6-1D65-D7C203FBAA49}"/>
              </a:ext>
            </a:extLst>
          </p:cNvPr>
          <p:cNvSpPr txBox="1"/>
          <p:nvPr/>
        </p:nvSpPr>
        <p:spPr>
          <a:xfrm>
            <a:off x="5421955" y="6012122"/>
            <a:ext cx="3630015" cy="246221"/>
          </a:xfrm>
          <a:prstGeom prst="rect">
            <a:avLst/>
          </a:prstGeom>
          <a:noFill/>
        </p:spPr>
        <p:txBody>
          <a:bodyPr wrap="square" rtlCol="0" anchor="ctr">
            <a:spAutoFit/>
          </a:bodyPr>
          <a:lstStyle/>
          <a:p>
            <a:pPr algn="ctr" defTabSz="914477" hangingPunct="0"/>
            <a:r>
              <a:rPr lang="en-US" altLang="zh-CN" sz="1000" b="1" kern="0" dirty="0">
                <a:solidFill>
                  <a:srgbClr val="C00000"/>
                </a:solidFill>
                <a:latin typeface="Arial" panose="020B0604020202020204" pitchFamily="34" charset="0"/>
                <a:ea typeface="微软雅黑" panose="020B0503020204020204" pitchFamily="34" charset="-122"/>
                <a:cs typeface="Arial" panose="020B0604020202020204" pitchFamily="34" charset="0"/>
                <a:sym typeface="Helvetica"/>
              </a:rPr>
              <a:t>Atlas</a:t>
            </a:r>
            <a:r>
              <a:rPr lang="zh-CN" altLang="en-US" sz="1000" b="1" kern="0" dirty="0">
                <a:solidFill>
                  <a:srgbClr val="C00000"/>
                </a:solidFill>
                <a:latin typeface="Arial" panose="020B0604020202020204" pitchFamily="34" charset="0"/>
                <a:ea typeface="微软雅黑" panose="020B0503020204020204" pitchFamily="34" charset="-122"/>
                <a:cs typeface="Arial" panose="020B0604020202020204" pitchFamily="34" charset="0"/>
                <a:sym typeface="Helvetica"/>
              </a:rPr>
              <a:t>系列硬件及伙伴硬件</a:t>
            </a:r>
          </a:p>
        </p:txBody>
      </p:sp>
      <p:grpSp>
        <p:nvGrpSpPr>
          <p:cNvPr id="267" name="组合 266">
            <a:extLst>
              <a:ext uri="{FF2B5EF4-FFF2-40B4-BE49-F238E27FC236}">
                <a16:creationId xmlns:a16="http://schemas.microsoft.com/office/drawing/2014/main" id="{6540553A-E8E5-6B8E-4B5D-4FD15C9E5300}"/>
              </a:ext>
            </a:extLst>
          </p:cNvPr>
          <p:cNvGrpSpPr/>
          <p:nvPr/>
        </p:nvGrpSpPr>
        <p:grpSpPr>
          <a:xfrm>
            <a:off x="1631763" y="3641475"/>
            <a:ext cx="3334481" cy="610403"/>
            <a:chOff x="1711067" y="3625152"/>
            <a:chExt cx="3334481" cy="610403"/>
          </a:xfrm>
        </p:grpSpPr>
        <p:sp>
          <p:nvSpPr>
            <p:cNvPr id="268" name="文本框 267">
              <a:extLst>
                <a:ext uri="{FF2B5EF4-FFF2-40B4-BE49-F238E27FC236}">
                  <a16:creationId xmlns:a16="http://schemas.microsoft.com/office/drawing/2014/main" id="{E17834DA-0DF5-D7F0-F19E-4FD679B87292}"/>
                </a:ext>
              </a:extLst>
            </p:cNvPr>
            <p:cNvSpPr txBox="1"/>
            <p:nvPr/>
          </p:nvSpPr>
          <p:spPr>
            <a:xfrm>
              <a:off x="1711067" y="3989334"/>
              <a:ext cx="3334481" cy="246221"/>
            </a:xfrm>
            <a:prstGeom prst="rect">
              <a:avLst/>
            </a:prstGeom>
            <a:noFill/>
          </p:spPr>
          <p:txBody>
            <a:bodyPr wrap="square" rtlCol="0" anchor="ctr">
              <a:spAutoFit/>
            </a:bodyPr>
            <a:lstStyle/>
            <a:p>
              <a:pPr algn="ctr" defTabSz="914477" hangingPunct="0"/>
              <a:r>
                <a:rPr lang="zh-CN" altLang="en-US" sz="1000" kern="0" dirty="0">
                  <a:solidFill>
                    <a:srgbClr val="000000"/>
                  </a:solidFill>
                  <a:latin typeface="Arial" panose="020B0604020202020204" pitchFamily="34" charset="0"/>
                  <a:ea typeface="微软雅黑" panose="020B0503020204020204" pitchFamily="34" charset="-122"/>
                  <a:cs typeface="Arial" panose="020B0604020202020204" pitchFamily="34" charset="0"/>
                  <a:sym typeface="Helvetica"/>
                </a:rPr>
                <a:t>最佳匹配昇腾</a:t>
              </a:r>
              <a:r>
                <a:rPr lang="en-US" altLang="zh-CN" sz="1000" kern="0" dirty="0">
                  <a:solidFill>
                    <a:srgbClr val="000000"/>
                  </a:solidFill>
                  <a:latin typeface="Arial" panose="020B0604020202020204" pitchFamily="34" charset="0"/>
                  <a:ea typeface="微软雅黑" panose="020B0503020204020204" pitchFamily="34" charset="-122"/>
                  <a:cs typeface="Arial" panose="020B0604020202020204" pitchFamily="34" charset="0"/>
                  <a:sym typeface="Helvetica"/>
                </a:rPr>
                <a:t>AI</a:t>
              </a:r>
              <a:r>
                <a:rPr lang="zh-CN" altLang="en-US" sz="1000" kern="0" dirty="0">
                  <a:solidFill>
                    <a:srgbClr val="000000"/>
                  </a:solidFill>
                  <a:latin typeface="Arial" panose="020B0604020202020204" pitchFamily="34" charset="0"/>
                  <a:ea typeface="微软雅黑" panose="020B0503020204020204" pitchFamily="34" charset="-122"/>
                  <a:cs typeface="Arial" panose="020B0604020202020204" pitchFamily="34" charset="0"/>
                  <a:sym typeface="Helvetica"/>
                </a:rPr>
                <a:t>处理器算力的全场景</a:t>
              </a:r>
              <a:r>
                <a:rPr lang="en-US" altLang="zh-CN" sz="1000" kern="0" dirty="0">
                  <a:solidFill>
                    <a:srgbClr val="000000"/>
                  </a:solidFill>
                  <a:latin typeface="Arial" panose="020B0604020202020204" pitchFamily="34" charset="0"/>
                  <a:ea typeface="微软雅黑" panose="020B0503020204020204" pitchFamily="34" charset="-122"/>
                  <a:cs typeface="Arial" panose="020B0604020202020204" pitchFamily="34" charset="0"/>
                  <a:sym typeface="Helvetica"/>
                </a:rPr>
                <a:t>AI</a:t>
              </a:r>
              <a:r>
                <a:rPr lang="zh-CN" altLang="en-US" sz="1000" kern="0" dirty="0">
                  <a:solidFill>
                    <a:srgbClr val="000000"/>
                  </a:solidFill>
                  <a:latin typeface="Arial" panose="020B0604020202020204" pitchFamily="34" charset="0"/>
                  <a:ea typeface="微软雅黑" panose="020B0503020204020204" pitchFamily="34" charset="-122"/>
                  <a:cs typeface="Arial" panose="020B0604020202020204" pitchFamily="34" charset="0"/>
                  <a:sym typeface="Helvetica"/>
                </a:rPr>
                <a:t>框架</a:t>
              </a:r>
            </a:p>
          </p:txBody>
        </p:sp>
        <p:pic>
          <p:nvPicPr>
            <p:cNvPr id="269" name="图片 268">
              <a:extLst>
                <a:ext uri="{FF2B5EF4-FFF2-40B4-BE49-F238E27FC236}">
                  <a16:creationId xmlns:a16="http://schemas.microsoft.com/office/drawing/2014/main" id="{3C984954-E0C4-862A-A408-957B52C859F9}"/>
                </a:ext>
              </a:extLst>
            </p:cNvPr>
            <p:cNvPicPr>
              <a:picLocks noChangeAspect="1"/>
            </p:cNvPicPr>
            <p:nvPr/>
          </p:nvPicPr>
          <p:blipFill>
            <a:blip r:embed="rId23" cstate="print">
              <a:extLst>
                <a:ext uri="{28A0092B-C50C-407E-A947-70E740481C1C}">
                  <a14:useLocalDpi xmlns:a14="http://schemas.microsoft.com/office/drawing/2010/main" val="0"/>
                </a:ext>
              </a:extLst>
            </a:blip>
            <a:stretch>
              <a:fillRect/>
            </a:stretch>
          </p:blipFill>
          <p:spPr>
            <a:xfrm>
              <a:off x="2872491" y="3625152"/>
              <a:ext cx="1011633" cy="333264"/>
            </a:xfrm>
            <a:prstGeom prst="rect">
              <a:avLst/>
            </a:prstGeom>
          </p:spPr>
        </p:pic>
      </p:grpSp>
      <p:sp>
        <p:nvSpPr>
          <p:cNvPr id="270" name="文本框 269">
            <a:extLst>
              <a:ext uri="{FF2B5EF4-FFF2-40B4-BE49-F238E27FC236}">
                <a16:creationId xmlns:a16="http://schemas.microsoft.com/office/drawing/2014/main" id="{EBBA8C2A-65FC-7686-861D-30DF674E793E}"/>
              </a:ext>
            </a:extLst>
          </p:cNvPr>
          <p:cNvSpPr txBox="1"/>
          <p:nvPr/>
        </p:nvSpPr>
        <p:spPr>
          <a:xfrm>
            <a:off x="5928937" y="3624731"/>
            <a:ext cx="1638589" cy="400110"/>
          </a:xfrm>
          <a:prstGeom prst="rect">
            <a:avLst/>
          </a:prstGeom>
          <a:noFill/>
        </p:spPr>
        <p:txBody>
          <a:bodyPr wrap="none" rtlCol="0">
            <a:spAutoFit/>
          </a:bodyPr>
          <a:lstStyle/>
          <a:p>
            <a:pPr algn="ctr" defTabSz="913580" hangingPunct="0">
              <a:defRPr/>
            </a:pPr>
            <a:r>
              <a:rPr lang="en-US" altLang="zh-CN" sz="1000" kern="0" dirty="0">
                <a:solidFill>
                  <a:srgbClr val="C00000"/>
                </a:solidFill>
                <a:latin typeface="Arial" panose="020B0604020202020204" pitchFamily="34" charset="0"/>
                <a:ea typeface="微软雅黑" panose="020B0503020204020204" pitchFamily="34" charset="-122"/>
                <a:cs typeface="Arial" panose="020B0604020202020204" pitchFamily="34" charset="0"/>
                <a:sym typeface="Helvetica"/>
              </a:rPr>
              <a:t>TensorFlow/</a:t>
            </a:r>
            <a:r>
              <a:rPr lang="en-US" altLang="zh-CN" sz="1000" kern="0" dirty="0" err="1">
                <a:solidFill>
                  <a:srgbClr val="C00000"/>
                </a:solidFill>
                <a:latin typeface="Arial" panose="020B0604020202020204" pitchFamily="34" charset="0"/>
                <a:ea typeface="微软雅黑" panose="020B0503020204020204" pitchFamily="34" charset="-122"/>
                <a:cs typeface="Arial" panose="020B0604020202020204" pitchFamily="34" charset="0"/>
                <a:sym typeface="Helvetica"/>
              </a:rPr>
              <a:t>PyTorch</a:t>
            </a:r>
            <a:r>
              <a:rPr lang="zh-CN" altLang="en-US" sz="1000" kern="0" dirty="0">
                <a:solidFill>
                  <a:srgbClr val="C00000"/>
                </a:solidFill>
                <a:latin typeface="Arial" panose="020B0604020202020204" pitchFamily="34" charset="0"/>
                <a:ea typeface="微软雅黑" panose="020B0503020204020204" pitchFamily="34" charset="-122"/>
                <a:cs typeface="Arial" panose="020B0604020202020204" pitchFamily="34" charset="0"/>
                <a:sym typeface="Helvetica"/>
              </a:rPr>
              <a:t>等</a:t>
            </a:r>
            <a:r>
              <a:rPr lang="en-US" altLang="zh-CN" sz="1000" kern="0" dirty="0">
                <a:solidFill>
                  <a:srgbClr val="C00000"/>
                </a:solidFill>
                <a:latin typeface="Arial" panose="020B0604020202020204" pitchFamily="34" charset="0"/>
                <a:ea typeface="微软雅黑" panose="020B0503020204020204" pitchFamily="34" charset="-122"/>
                <a:cs typeface="Arial" panose="020B0604020202020204" pitchFamily="34" charset="0"/>
                <a:sym typeface="Helvetica"/>
              </a:rPr>
              <a:t>6+</a:t>
            </a:r>
          </a:p>
          <a:p>
            <a:pPr algn="ctr" defTabSz="913580" hangingPunct="0">
              <a:defRPr/>
            </a:pPr>
            <a:r>
              <a:rPr lang="zh-CN" altLang="en-US" sz="1000" kern="0" dirty="0">
                <a:solidFill>
                  <a:srgbClr val="C00000"/>
                </a:solidFill>
                <a:latin typeface="Arial" panose="020B0604020202020204" pitchFamily="34" charset="0"/>
                <a:ea typeface="微软雅黑" panose="020B0503020204020204" pitchFamily="34" charset="-122"/>
                <a:cs typeface="Arial" panose="020B0604020202020204" pitchFamily="34" charset="0"/>
                <a:sym typeface="Helvetica"/>
              </a:rPr>
              <a:t>业界主流第三方框架</a:t>
            </a:r>
          </a:p>
        </p:txBody>
      </p:sp>
      <p:sp>
        <p:nvSpPr>
          <p:cNvPr id="271" name="文本框 270">
            <a:extLst>
              <a:ext uri="{FF2B5EF4-FFF2-40B4-BE49-F238E27FC236}">
                <a16:creationId xmlns:a16="http://schemas.microsoft.com/office/drawing/2014/main" id="{11F681B8-7B9A-EFC0-BF3D-4A27F5659FFF}"/>
              </a:ext>
            </a:extLst>
          </p:cNvPr>
          <p:cNvSpPr txBox="1"/>
          <p:nvPr/>
        </p:nvSpPr>
        <p:spPr>
          <a:xfrm>
            <a:off x="5052895" y="4022272"/>
            <a:ext cx="3390673" cy="246349"/>
          </a:xfrm>
          <a:prstGeom prst="rect">
            <a:avLst/>
          </a:prstGeom>
          <a:noFill/>
        </p:spPr>
        <p:txBody>
          <a:bodyPr wrap="none" rtlCol="0">
            <a:spAutoFit/>
          </a:bodyPr>
          <a:lstStyle/>
          <a:p>
            <a:pPr algn="ctr" defTabSz="913580" hangingPunct="0">
              <a:defRPr/>
            </a:pPr>
            <a:r>
              <a:rPr lang="zh-CN" altLang="en-US" sz="1000" kern="0" dirty="0">
                <a:solidFill>
                  <a:srgbClr val="000000"/>
                </a:solidFill>
                <a:latin typeface="Arial" panose="020B0604020202020204" pitchFamily="34" charset="0"/>
                <a:ea typeface="微软雅黑" panose="020B0503020204020204" pitchFamily="34" charset="-122"/>
                <a:cs typeface="Arial" panose="020B0604020202020204" pitchFamily="34" charset="0"/>
                <a:sym typeface="Helvetica"/>
              </a:rPr>
              <a:t>可基于第三方框架开发的模型进行二次开发、训练和推理</a:t>
            </a:r>
          </a:p>
        </p:txBody>
      </p:sp>
      <p:sp>
        <p:nvSpPr>
          <p:cNvPr id="272" name="文本框 271">
            <a:extLst>
              <a:ext uri="{FF2B5EF4-FFF2-40B4-BE49-F238E27FC236}">
                <a16:creationId xmlns:a16="http://schemas.microsoft.com/office/drawing/2014/main" id="{6E87FD31-DBED-1127-BB89-6BA2AEC8EEC2}"/>
              </a:ext>
            </a:extLst>
          </p:cNvPr>
          <p:cNvSpPr txBox="1"/>
          <p:nvPr/>
        </p:nvSpPr>
        <p:spPr>
          <a:xfrm>
            <a:off x="6512677" y="4704313"/>
            <a:ext cx="774571" cy="246221"/>
          </a:xfrm>
          <a:prstGeom prst="rect">
            <a:avLst/>
          </a:prstGeom>
          <a:noFill/>
          <a:ln>
            <a:noFill/>
          </a:ln>
          <a:effectLst/>
        </p:spPr>
        <p:txBody>
          <a:bodyPr wrap="none" rtlCol="0">
            <a:spAutoFit/>
          </a:bodyPr>
          <a:lstStyle/>
          <a:p>
            <a:pPr marL="0" marR="0" lvl="0" indent="0" algn="ctr" defTabSz="913580" eaLnBrk="1" fontAlgn="auto" latinLnBrk="0" hangingPunct="0">
              <a:lnSpc>
                <a:spcPct val="100000"/>
              </a:lnSpc>
              <a:spcBef>
                <a:spcPts val="0"/>
              </a:spcBef>
              <a:spcAft>
                <a:spcPts val="0"/>
              </a:spcAft>
              <a:buClrTx/>
              <a:buSzTx/>
              <a:buFontTx/>
              <a:buNone/>
              <a:tabLst/>
              <a:defRPr/>
            </a:pPr>
            <a:r>
              <a:rPr kumimoji="0" lang="en-US" altLang="zh-CN" sz="1000" b="1" i="0" u="none" strike="noStrike" kern="0" cap="none" spc="0" normalizeH="0" baseline="0" noProof="0" dirty="0">
                <a:ln>
                  <a:noFill/>
                </a:ln>
                <a:solidFill>
                  <a:srgbClr val="C00000"/>
                </a:solidFill>
                <a:effectLst/>
                <a:uLnTx/>
                <a:uFillTx/>
                <a:latin typeface="Arial" panose="020B0604020202020204" pitchFamily="34" charset="0"/>
                <a:ea typeface="微软雅黑" panose="020B0503020204020204" pitchFamily="34" charset="-122"/>
                <a:cs typeface="Arial" panose="020B0604020202020204" pitchFamily="34" charset="0"/>
                <a:sym typeface="Helvetica"/>
              </a:rPr>
              <a:t>Ascend</a:t>
            </a:r>
            <a:r>
              <a:rPr kumimoji="0" lang="zh-CN" altLang="en-US" sz="1000" b="1" i="0" u="none" strike="noStrike" kern="0" cap="none" spc="0" normalizeH="0" baseline="0" noProof="0" dirty="0">
                <a:ln>
                  <a:noFill/>
                </a:ln>
                <a:solidFill>
                  <a:srgbClr val="C00000"/>
                </a:solidFill>
                <a:effectLst/>
                <a:uLnTx/>
                <a:uFillTx/>
                <a:latin typeface="Arial" panose="020B0604020202020204" pitchFamily="34" charset="0"/>
                <a:ea typeface="微软雅黑" panose="020B0503020204020204" pitchFamily="34" charset="-122"/>
                <a:cs typeface="Arial" panose="020B0604020202020204" pitchFamily="34" charset="0"/>
                <a:sym typeface="Helvetica"/>
              </a:rPr>
              <a:t> </a:t>
            </a:r>
            <a:r>
              <a:rPr kumimoji="0" lang="en-US" altLang="zh-CN" sz="1000" b="1" i="0" u="none" strike="noStrike" kern="0" cap="none" spc="0" normalizeH="0" baseline="0" noProof="0" dirty="0">
                <a:ln>
                  <a:noFill/>
                </a:ln>
                <a:solidFill>
                  <a:srgbClr val="C00000"/>
                </a:solidFill>
                <a:effectLst/>
                <a:uLnTx/>
                <a:uFillTx/>
                <a:latin typeface="Arial" panose="020B0604020202020204" pitchFamily="34" charset="0"/>
                <a:ea typeface="微软雅黑" panose="020B0503020204020204" pitchFamily="34" charset="-122"/>
                <a:cs typeface="Arial" panose="020B0604020202020204" pitchFamily="34" charset="0"/>
                <a:sym typeface="Helvetica"/>
              </a:rPr>
              <a:t>C</a:t>
            </a:r>
            <a:endParaRPr kumimoji="0" lang="zh-CN" altLang="en-US" sz="1000" b="1" i="0" u="none" strike="noStrike" kern="0" cap="none" spc="0" normalizeH="0" baseline="0" noProof="0" dirty="0">
              <a:ln>
                <a:noFill/>
              </a:ln>
              <a:solidFill>
                <a:srgbClr val="C00000"/>
              </a:solidFill>
              <a:effectLst/>
              <a:uLnTx/>
              <a:uFillTx/>
              <a:latin typeface="Arial" panose="020B0604020202020204" pitchFamily="34" charset="0"/>
              <a:ea typeface="微软雅黑" panose="020B0503020204020204" pitchFamily="34" charset="-122"/>
              <a:cs typeface="Arial" panose="020B0604020202020204" pitchFamily="34" charset="0"/>
              <a:sym typeface="Helvetica"/>
            </a:endParaRPr>
          </a:p>
        </p:txBody>
      </p:sp>
    </p:spTree>
    <p:extLst>
      <p:ext uri="{BB962C8B-B14F-4D97-AF65-F5344CB8AC3E}">
        <p14:creationId xmlns:p14="http://schemas.microsoft.com/office/powerpoint/2010/main" val="265741763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2BD1EF-9C9F-0A43-AA6B-F4BC130E6531}"/>
            </a:ext>
          </a:extLst>
        </p:cNvPr>
        <p:cNvGrpSpPr/>
        <p:nvPr/>
      </p:nvGrpSpPr>
      <p:grpSpPr>
        <a:xfrm>
          <a:off x="0" y="0"/>
          <a:ext cx="0" cy="0"/>
          <a:chOff x="0" y="0"/>
          <a:chExt cx="0" cy="0"/>
        </a:xfrm>
      </p:grpSpPr>
      <p:sp>
        <p:nvSpPr>
          <p:cNvPr id="11" name="标题 1">
            <a:extLst>
              <a:ext uri="{FF2B5EF4-FFF2-40B4-BE49-F238E27FC236}">
                <a16:creationId xmlns:a16="http://schemas.microsoft.com/office/drawing/2014/main" id="{F1BF4B9B-1A06-7882-BDB1-210FBD2E0DB8}"/>
              </a:ext>
            </a:extLst>
          </p:cNvPr>
          <p:cNvSpPr txBox="1">
            <a:spLocks/>
          </p:cNvSpPr>
          <p:nvPr/>
        </p:nvSpPr>
        <p:spPr>
          <a:xfrm>
            <a:off x="5185309" y="411900"/>
            <a:ext cx="1826141" cy="584775"/>
          </a:xfrm>
          <a:prstGeom prst="rect">
            <a:avLst/>
          </a:prstGeom>
        </p:spPr>
        <p:txBody>
          <a:bodyPr wrap="none">
            <a:spAutoFit/>
          </a:bodyPr>
          <a:lstStyle>
            <a:lvl1pPr algn="l" defTabSz="1187798" rtl="0" eaLnBrk="1" latinLnBrk="0" hangingPunct="1">
              <a:lnSpc>
                <a:spcPct val="90000"/>
              </a:lnSpc>
              <a:spcBef>
                <a:spcPct val="0"/>
              </a:spcBef>
              <a:buNone/>
              <a:defRPr sz="5716" kern="1200">
                <a:solidFill>
                  <a:schemeClr val="tx1"/>
                </a:solidFill>
                <a:latin typeface="+mj-lt"/>
                <a:ea typeface="+mj-ea"/>
                <a:cs typeface="+mj-cs"/>
              </a:defRPr>
            </a:lvl1pPr>
          </a:lstStyle>
          <a:p>
            <a:pPr algn="ctr">
              <a:lnSpc>
                <a:spcPct val="100000"/>
              </a:lnSpc>
            </a:pPr>
            <a:r>
              <a:rPr lang="zh-CN" altLang="en-US" sz="3200" b="1" dirty="0">
                <a:solidFill>
                  <a:srgbClr val="000000"/>
                </a:solidFill>
                <a:latin typeface="Arial" panose="020B0604020202020204" pitchFamily="34" charset="0"/>
                <a:ea typeface="微软雅黑" panose="020B0503020204020204" pitchFamily="34" charset="-122"/>
                <a:cs typeface="Arial" panose="020B0604020202020204" pitchFamily="34" charset="0"/>
              </a:rPr>
              <a:t>本章内容</a:t>
            </a:r>
          </a:p>
        </p:txBody>
      </p:sp>
      <p:sp>
        <p:nvSpPr>
          <p:cNvPr id="21" name="矩形: 圆角 20">
            <a:extLst>
              <a:ext uri="{FF2B5EF4-FFF2-40B4-BE49-F238E27FC236}">
                <a16:creationId xmlns:a16="http://schemas.microsoft.com/office/drawing/2014/main" id="{47E62D1E-393D-BCDA-9DB3-E99D2821E41F}"/>
              </a:ext>
            </a:extLst>
          </p:cNvPr>
          <p:cNvSpPr/>
          <p:nvPr/>
        </p:nvSpPr>
        <p:spPr>
          <a:xfrm>
            <a:off x="3998601" y="2169545"/>
            <a:ext cx="457200" cy="457200"/>
          </a:xfrm>
          <a:prstGeom prst="round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altLang="zh-CN" b="1" dirty="0">
                <a:solidFill>
                  <a:schemeClr val="tx2"/>
                </a:solidFill>
                <a:latin typeface="Arial" panose="020B0604020202020204" pitchFamily="34" charset="0"/>
                <a:ea typeface="微软雅黑" panose="020B0503020204020204" pitchFamily="34" charset="-122"/>
                <a:cs typeface="Arial" panose="020B0604020202020204" pitchFamily="34" charset="0"/>
              </a:rPr>
              <a:t>1</a:t>
            </a:r>
            <a:endParaRPr lang="zh-CN" altLang="en-US" b="1" dirty="0">
              <a:solidFill>
                <a:schemeClr val="tx2"/>
              </a:solidFill>
              <a:latin typeface="Arial" panose="020B0604020202020204" pitchFamily="34" charset="0"/>
              <a:ea typeface="微软雅黑" panose="020B0503020204020204" pitchFamily="34" charset="-122"/>
              <a:cs typeface="Arial" panose="020B0604020202020204" pitchFamily="34" charset="0"/>
            </a:endParaRPr>
          </a:p>
        </p:txBody>
      </p:sp>
      <p:sp>
        <p:nvSpPr>
          <p:cNvPr id="22" name="文本框 21">
            <a:extLst>
              <a:ext uri="{FF2B5EF4-FFF2-40B4-BE49-F238E27FC236}">
                <a16:creationId xmlns:a16="http://schemas.microsoft.com/office/drawing/2014/main" id="{318D92DA-4958-D785-5DB7-204C5EEE13D1}"/>
              </a:ext>
            </a:extLst>
          </p:cNvPr>
          <p:cNvSpPr txBox="1"/>
          <p:nvPr/>
        </p:nvSpPr>
        <p:spPr>
          <a:xfrm>
            <a:off x="4551010" y="2213479"/>
            <a:ext cx="3647152" cy="369332"/>
          </a:xfrm>
          <a:prstGeom prst="rect">
            <a:avLst/>
          </a:prstGeom>
          <a:noFill/>
        </p:spPr>
        <p:txBody>
          <a:bodyPr wrap="none">
            <a:spAutoFit/>
          </a:bodyPr>
          <a:lstStyle/>
          <a:p>
            <a:pPr marL="642915" indent="-822915">
              <a:buSzTx/>
              <a:buNone/>
              <a:defRPr sz="3600">
                <a:solidFill>
                  <a:srgbClr val="FF2600"/>
                </a:solidFill>
              </a:defRPr>
            </a:pPr>
            <a:r>
              <a:rPr lang="zh-CN" altLang="en-US" sz="1800" b="1" dirty="0">
                <a:solidFill>
                  <a:srgbClr val="C00000"/>
                </a:solidFill>
                <a:latin typeface="Arial" panose="020B0604020202020204" pitchFamily="34" charset="0"/>
                <a:ea typeface="微软雅黑" panose="020B0503020204020204" pitchFamily="34" charset="-122"/>
                <a:cs typeface="Arial" panose="020B0604020202020204" pitchFamily="34" charset="0"/>
              </a:rPr>
              <a:t>大模型与自注意力算子的基础知识</a:t>
            </a:r>
          </a:p>
        </p:txBody>
      </p:sp>
      <p:sp>
        <p:nvSpPr>
          <p:cNvPr id="23" name="矩形: 圆角 22">
            <a:extLst>
              <a:ext uri="{FF2B5EF4-FFF2-40B4-BE49-F238E27FC236}">
                <a16:creationId xmlns:a16="http://schemas.microsoft.com/office/drawing/2014/main" id="{06BAC864-5E5C-03F3-E998-1E10F17F38E9}"/>
              </a:ext>
            </a:extLst>
          </p:cNvPr>
          <p:cNvSpPr/>
          <p:nvPr/>
        </p:nvSpPr>
        <p:spPr>
          <a:xfrm>
            <a:off x="3998601" y="2856782"/>
            <a:ext cx="457200" cy="457200"/>
          </a:xfrm>
          <a:prstGeom prst="roundRect">
            <a:avLst/>
          </a:prstGeom>
          <a:solidFill>
            <a:schemeClr val="bg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altLang="zh-CN" b="1" dirty="0">
                <a:solidFill>
                  <a:schemeClr val="bg1">
                    <a:lumMod val="60000"/>
                    <a:lumOff val="40000"/>
                  </a:schemeClr>
                </a:solidFill>
                <a:latin typeface="Arial" panose="020B0604020202020204" pitchFamily="34" charset="0"/>
                <a:ea typeface="微软雅黑" panose="020B0503020204020204" pitchFamily="34" charset="-122"/>
                <a:cs typeface="Arial" panose="020B0604020202020204" pitchFamily="34" charset="0"/>
              </a:rPr>
              <a:t>2</a:t>
            </a:r>
            <a:endParaRPr lang="zh-CN" altLang="en-US" b="1" dirty="0">
              <a:solidFill>
                <a:schemeClr val="bg1">
                  <a:lumMod val="60000"/>
                  <a:lumOff val="40000"/>
                </a:schemeClr>
              </a:solidFill>
              <a:latin typeface="Arial" panose="020B0604020202020204" pitchFamily="34" charset="0"/>
              <a:ea typeface="微软雅黑" panose="020B0503020204020204" pitchFamily="34" charset="-122"/>
              <a:cs typeface="Arial" panose="020B0604020202020204" pitchFamily="34" charset="0"/>
            </a:endParaRPr>
          </a:p>
        </p:txBody>
      </p:sp>
      <p:sp>
        <p:nvSpPr>
          <p:cNvPr id="24" name="文本框 23">
            <a:extLst>
              <a:ext uri="{FF2B5EF4-FFF2-40B4-BE49-F238E27FC236}">
                <a16:creationId xmlns:a16="http://schemas.microsoft.com/office/drawing/2014/main" id="{30C93014-38A0-9C1D-4DBD-77867E9A1699}"/>
              </a:ext>
            </a:extLst>
          </p:cNvPr>
          <p:cNvSpPr txBox="1"/>
          <p:nvPr/>
        </p:nvSpPr>
        <p:spPr>
          <a:xfrm>
            <a:off x="4551010" y="2900716"/>
            <a:ext cx="2723823" cy="369332"/>
          </a:xfrm>
          <a:prstGeom prst="rect">
            <a:avLst/>
          </a:prstGeom>
          <a:noFill/>
        </p:spPr>
        <p:txBody>
          <a:bodyPr wrap="none">
            <a:spAutoFit/>
          </a:bodyPr>
          <a:lstStyle/>
          <a:p>
            <a:pPr marL="642915" indent="-822915">
              <a:buSzTx/>
              <a:buNone/>
              <a:defRPr sz="3600">
                <a:solidFill>
                  <a:srgbClr val="FF2600"/>
                </a:solidFill>
              </a:defRPr>
            </a:pPr>
            <a:r>
              <a:rPr lang="zh-CN" altLang="en-US" sz="1800" dirty="0">
                <a:solidFill>
                  <a:schemeClr val="bg1">
                    <a:lumMod val="60000"/>
                    <a:lumOff val="40000"/>
                  </a:schemeClr>
                </a:solidFill>
                <a:latin typeface="Arial" panose="020B0604020202020204" pitchFamily="34" charset="0"/>
                <a:ea typeface="微软雅黑" panose="020B0503020204020204" pitchFamily="34" charset="-122"/>
                <a:cs typeface="Arial" panose="020B0604020202020204" pitchFamily="34" charset="0"/>
              </a:rPr>
              <a:t>自注意力算子的优化算法</a:t>
            </a:r>
          </a:p>
        </p:txBody>
      </p:sp>
      <p:sp>
        <p:nvSpPr>
          <p:cNvPr id="25" name="矩形: 圆角 24">
            <a:extLst>
              <a:ext uri="{FF2B5EF4-FFF2-40B4-BE49-F238E27FC236}">
                <a16:creationId xmlns:a16="http://schemas.microsoft.com/office/drawing/2014/main" id="{22E2F14C-413A-ADCC-8DED-C56A04BEC070}"/>
              </a:ext>
            </a:extLst>
          </p:cNvPr>
          <p:cNvSpPr/>
          <p:nvPr/>
        </p:nvSpPr>
        <p:spPr>
          <a:xfrm>
            <a:off x="3998601" y="3544019"/>
            <a:ext cx="457200" cy="457200"/>
          </a:xfrm>
          <a:prstGeom prst="roundRect">
            <a:avLst/>
          </a:prstGeom>
          <a:solidFill>
            <a:schemeClr val="bg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altLang="zh-CN" b="1" dirty="0">
                <a:solidFill>
                  <a:schemeClr val="bg1">
                    <a:lumMod val="60000"/>
                    <a:lumOff val="40000"/>
                  </a:schemeClr>
                </a:solidFill>
                <a:latin typeface="Arial" panose="020B0604020202020204" pitchFamily="34" charset="0"/>
                <a:ea typeface="微软雅黑" panose="020B0503020204020204" pitchFamily="34" charset="-122"/>
                <a:cs typeface="Arial" panose="020B0604020202020204" pitchFamily="34" charset="0"/>
              </a:rPr>
              <a:t>3</a:t>
            </a:r>
            <a:endParaRPr lang="zh-CN" altLang="en-US" b="1" dirty="0">
              <a:solidFill>
                <a:schemeClr val="bg1">
                  <a:lumMod val="60000"/>
                  <a:lumOff val="40000"/>
                </a:schemeClr>
              </a:solidFill>
              <a:latin typeface="Arial" panose="020B0604020202020204" pitchFamily="34" charset="0"/>
              <a:ea typeface="微软雅黑" panose="020B0503020204020204" pitchFamily="34" charset="-122"/>
              <a:cs typeface="Arial" panose="020B0604020202020204" pitchFamily="34" charset="0"/>
            </a:endParaRPr>
          </a:p>
        </p:txBody>
      </p:sp>
      <p:sp>
        <p:nvSpPr>
          <p:cNvPr id="26" name="文本框 25">
            <a:extLst>
              <a:ext uri="{FF2B5EF4-FFF2-40B4-BE49-F238E27FC236}">
                <a16:creationId xmlns:a16="http://schemas.microsoft.com/office/drawing/2014/main" id="{B2370EA2-5F76-B7D3-9404-ABCDA7D6E08A}"/>
              </a:ext>
            </a:extLst>
          </p:cNvPr>
          <p:cNvSpPr txBox="1"/>
          <p:nvPr/>
        </p:nvSpPr>
        <p:spPr>
          <a:xfrm>
            <a:off x="4551010" y="3587953"/>
            <a:ext cx="3185487" cy="369332"/>
          </a:xfrm>
          <a:prstGeom prst="rect">
            <a:avLst/>
          </a:prstGeom>
          <a:noFill/>
        </p:spPr>
        <p:txBody>
          <a:bodyPr wrap="none">
            <a:spAutoFit/>
          </a:bodyPr>
          <a:lstStyle/>
          <a:p>
            <a:pPr marL="642915" indent="-822915">
              <a:buSzTx/>
              <a:buNone/>
              <a:defRPr sz="3600">
                <a:solidFill>
                  <a:srgbClr val="FF2600"/>
                </a:solidFill>
              </a:defRPr>
            </a:pPr>
            <a:r>
              <a:rPr lang="zh-CN" altLang="en-US" sz="1800" dirty="0">
                <a:solidFill>
                  <a:schemeClr val="bg1">
                    <a:lumMod val="60000"/>
                    <a:lumOff val="40000"/>
                  </a:schemeClr>
                </a:solidFill>
                <a:latin typeface="Arial" panose="020B0604020202020204" pitchFamily="34" charset="0"/>
                <a:ea typeface="微软雅黑" panose="020B0503020204020204" pitchFamily="34" charset="-122"/>
                <a:cs typeface="Arial" panose="020B0604020202020204" pitchFamily="34" charset="0"/>
              </a:rPr>
              <a:t>自注意力算子前向传播的实现</a:t>
            </a:r>
          </a:p>
        </p:txBody>
      </p:sp>
      <p:sp>
        <p:nvSpPr>
          <p:cNvPr id="27" name="矩形: 圆角 26">
            <a:extLst>
              <a:ext uri="{FF2B5EF4-FFF2-40B4-BE49-F238E27FC236}">
                <a16:creationId xmlns:a16="http://schemas.microsoft.com/office/drawing/2014/main" id="{9D64C948-95A7-085B-7721-2569F24C280B}"/>
              </a:ext>
            </a:extLst>
          </p:cNvPr>
          <p:cNvSpPr/>
          <p:nvPr/>
        </p:nvSpPr>
        <p:spPr>
          <a:xfrm>
            <a:off x="3998601" y="4231256"/>
            <a:ext cx="457200" cy="457200"/>
          </a:xfrm>
          <a:prstGeom prst="roundRect">
            <a:avLst/>
          </a:prstGeom>
          <a:solidFill>
            <a:schemeClr val="bg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altLang="zh-CN" b="1" dirty="0">
                <a:solidFill>
                  <a:schemeClr val="bg1">
                    <a:lumMod val="60000"/>
                    <a:lumOff val="40000"/>
                  </a:schemeClr>
                </a:solidFill>
                <a:latin typeface="Arial" panose="020B0604020202020204" pitchFamily="34" charset="0"/>
                <a:ea typeface="微软雅黑" panose="020B0503020204020204" pitchFamily="34" charset="-122"/>
                <a:cs typeface="Arial" panose="020B0604020202020204" pitchFamily="34" charset="0"/>
              </a:rPr>
              <a:t>4</a:t>
            </a:r>
            <a:endParaRPr lang="zh-CN" altLang="en-US" b="1" dirty="0">
              <a:solidFill>
                <a:schemeClr val="bg1">
                  <a:lumMod val="60000"/>
                  <a:lumOff val="40000"/>
                </a:schemeClr>
              </a:solidFill>
              <a:latin typeface="Arial" panose="020B0604020202020204" pitchFamily="34" charset="0"/>
              <a:ea typeface="微软雅黑" panose="020B0503020204020204" pitchFamily="34" charset="-122"/>
              <a:cs typeface="Arial" panose="020B0604020202020204" pitchFamily="34" charset="0"/>
            </a:endParaRPr>
          </a:p>
        </p:txBody>
      </p:sp>
      <p:sp>
        <p:nvSpPr>
          <p:cNvPr id="28" name="文本框 27">
            <a:extLst>
              <a:ext uri="{FF2B5EF4-FFF2-40B4-BE49-F238E27FC236}">
                <a16:creationId xmlns:a16="http://schemas.microsoft.com/office/drawing/2014/main" id="{F3A1C633-2EA2-16F3-6ECF-688BD66A8432}"/>
              </a:ext>
            </a:extLst>
          </p:cNvPr>
          <p:cNvSpPr txBox="1"/>
          <p:nvPr/>
        </p:nvSpPr>
        <p:spPr>
          <a:xfrm>
            <a:off x="4551010" y="4275190"/>
            <a:ext cx="2031325" cy="369332"/>
          </a:xfrm>
          <a:prstGeom prst="rect">
            <a:avLst/>
          </a:prstGeom>
          <a:noFill/>
        </p:spPr>
        <p:txBody>
          <a:bodyPr wrap="none">
            <a:spAutoFit/>
          </a:bodyPr>
          <a:lstStyle/>
          <a:p>
            <a:pPr marL="642915" indent="-822915">
              <a:buSzTx/>
              <a:buNone/>
              <a:defRPr sz="3600">
                <a:solidFill>
                  <a:srgbClr val="0433FF"/>
                </a:solidFill>
              </a:defRPr>
            </a:pPr>
            <a:r>
              <a:rPr lang="zh-CN" altLang="en-US" sz="1800" dirty="0">
                <a:solidFill>
                  <a:schemeClr val="bg1">
                    <a:lumMod val="60000"/>
                    <a:lumOff val="40000"/>
                  </a:schemeClr>
                </a:solidFill>
                <a:latin typeface="Arial" panose="020B0604020202020204" pitchFamily="34" charset="0"/>
                <a:ea typeface="微软雅黑" panose="020B0503020204020204" pitchFamily="34" charset="-122"/>
                <a:cs typeface="Arial" panose="020B0604020202020204" pitchFamily="34" charset="0"/>
              </a:rPr>
              <a:t>自注意力算子测试</a:t>
            </a:r>
          </a:p>
        </p:txBody>
      </p:sp>
    </p:spTree>
    <p:extLst>
      <p:ext uri="{BB962C8B-B14F-4D97-AF65-F5344CB8AC3E}">
        <p14:creationId xmlns:p14="http://schemas.microsoft.com/office/powerpoint/2010/main" val="233087802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19F8D44-5E55-DDB7-1379-45572089641F}"/>
              </a:ext>
            </a:extLst>
          </p:cNvPr>
          <p:cNvSpPr txBox="1">
            <a:spLocks/>
          </p:cNvSpPr>
          <p:nvPr/>
        </p:nvSpPr>
        <p:spPr>
          <a:xfrm>
            <a:off x="2860538" y="411900"/>
            <a:ext cx="6475684" cy="584775"/>
          </a:xfrm>
          <a:prstGeom prst="rect">
            <a:avLst/>
          </a:prstGeom>
        </p:spPr>
        <p:txBody>
          <a:bodyPr wrap="none">
            <a:spAutoFit/>
          </a:bodyPr>
          <a:lstStyle>
            <a:lvl1pPr algn="l" defTabSz="1187798" rtl="0" eaLnBrk="1" latinLnBrk="0" hangingPunct="1">
              <a:lnSpc>
                <a:spcPct val="90000"/>
              </a:lnSpc>
              <a:spcBef>
                <a:spcPct val="0"/>
              </a:spcBef>
              <a:buNone/>
              <a:defRPr sz="5716" kern="1200">
                <a:solidFill>
                  <a:schemeClr val="tx1"/>
                </a:solidFill>
                <a:latin typeface="+mj-lt"/>
                <a:ea typeface="+mj-ea"/>
                <a:cs typeface="+mj-cs"/>
              </a:defRPr>
            </a:lvl1pPr>
          </a:lstStyle>
          <a:p>
            <a:pPr algn="ctr">
              <a:lnSpc>
                <a:spcPct val="100000"/>
              </a:lnSpc>
            </a:pPr>
            <a:r>
              <a:rPr lang="zh-CN" altLang="en-US" sz="3200" b="1" dirty="0">
                <a:solidFill>
                  <a:srgbClr val="000000"/>
                </a:solidFill>
                <a:latin typeface="Arial" panose="020B0604020202020204" pitchFamily="34" charset="0"/>
                <a:ea typeface="微软雅黑" panose="020B0503020204020204" pitchFamily="34" charset="-122"/>
                <a:cs typeface="Arial" panose="020B0604020202020204" pitchFamily="34" charset="0"/>
              </a:rPr>
              <a:t>大模型的奠基石</a:t>
            </a:r>
            <a:r>
              <a:rPr lang="en-US" altLang="zh-CN" sz="3200" b="1" dirty="0">
                <a:solidFill>
                  <a:srgbClr val="000000"/>
                </a:solidFill>
                <a:latin typeface="Arial" panose="020B0604020202020204" pitchFamily="34" charset="0"/>
                <a:ea typeface="微软雅黑" panose="020B0503020204020204" pitchFamily="34" charset="-122"/>
                <a:cs typeface="Arial" panose="020B0604020202020204" pitchFamily="34" charset="0"/>
              </a:rPr>
              <a:t>——Transformer</a:t>
            </a:r>
            <a:endParaRPr lang="zh-CN" altLang="en-US" sz="3200" b="1" dirty="0">
              <a:solidFill>
                <a:srgbClr val="000000"/>
              </a:solidFill>
              <a:latin typeface="Arial" panose="020B0604020202020204" pitchFamily="34" charset="0"/>
              <a:ea typeface="微软雅黑" panose="020B0503020204020204" pitchFamily="34" charset="-122"/>
              <a:cs typeface="Arial" panose="020B0604020202020204" pitchFamily="34" charset="0"/>
            </a:endParaRPr>
          </a:p>
        </p:txBody>
      </p:sp>
      <p:sp>
        <p:nvSpPr>
          <p:cNvPr id="7" name="文本占位符 2">
            <a:extLst>
              <a:ext uri="{FF2B5EF4-FFF2-40B4-BE49-F238E27FC236}">
                <a16:creationId xmlns:a16="http://schemas.microsoft.com/office/drawing/2014/main" id="{0A02066F-686C-BCE1-7D3C-76FA933DA64F}"/>
              </a:ext>
            </a:extLst>
          </p:cNvPr>
          <p:cNvSpPr txBox="1">
            <a:spLocks/>
          </p:cNvSpPr>
          <p:nvPr/>
        </p:nvSpPr>
        <p:spPr>
          <a:xfrm>
            <a:off x="845389" y="2169895"/>
            <a:ext cx="5517569" cy="2259978"/>
          </a:xfrm>
          <a:prstGeom prst="rect">
            <a:avLst/>
          </a:prstGeom>
        </p:spPr>
        <p:txBody>
          <a:bodyPr wrap="square">
            <a:spAutoFit/>
          </a:bodyPr>
          <a:lstStyle>
            <a:lvl1pPr marL="296950" indent="-296950" algn="l" defTabSz="1187798" rtl="0" eaLnBrk="1" latinLnBrk="0" hangingPunct="1">
              <a:lnSpc>
                <a:spcPct val="90000"/>
              </a:lnSpc>
              <a:spcBef>
                <a:spcPts val="1299"/>
              </a:spcBef>
              <a:buFont typeface="Arial" panose="020B0604020202020204" pitchFamily="34" charset="0"/>
              <a:buChar char="•"/>
              <a:defRPr sz="3636" kern="1200">
                <a:solidFill>
                  <a:schemeClr val="tx1"/>
                </a:solidFill>
                <a:latin typeface="+mn-lt"/>
                <a:ea typeface="+mn-ea"/>
                <a:cs typeface="+mn-cs"/>
              </a:defRPr>
            </a:lvl1pPr>
            <a:lvl2pPr marL="890849" indent="-296950" algn="l" defTabSz="1187798" rtl="0" eaLnBrk="1" latinLnBrk="0" hangingPunct="1">
              <a:lnSpc>
                <a:spcPct val="90000"/>
              </a:lnSpc>
              <a:spcBef>
                <a:spcPts val="650"/>
              </a:spcBef>
              <a:buFont typeface="Arial" panose="020B0604020202020204" pitchFamily="34" charset="0"/>
              <a:buChar char="•"/>
              <a:defRPr sz="3118" kern="1200">
                <a:solidFill>
                  <a:schemeClr val="tx1"/>
                </a:solidFill>
                <a:latin typeface="+mn-lt"/>
                <a:ea typeface="+mn-ea"/>
                <a:cs typeface="+mn-cs"/>
              </a:defRPr>
            </a:lvl2pPr>
            <a:lvl3pPr marL="1484748" indent="-296950" algn="l" defTabSz="1187798" rtl="0" eaLnBrk="1" latinLnBrk="0" hangingPunct="1">
              <a:lnSpc>
                <a:spcPct val="90000"/>
              </a:lnSpc>
              <a:spcBef>
                <a:spcPts val="650"/>
              </a:spcBef>
              <a:buFont typeface="Arial" panose="020B0604020202020204" pitchFamily="34" charset="0"/>
              <a:buChar char="•"/>
              <a:defRPr sz="2598" kern="1200">
                <a:solidFill>
                  <a:schemeClr val="tx1"/>
                </a:solidFill>
                <a:latin typeface="+mn-lt"/>
                <a:ea typeface="+mn-ea"/>
                <a:cs typeface="+mn-cs"/>
              </a:defRPr>
            </a:lvl3pPr>
            <a:lvl4pPr marL="2078648" indent="-296950" algn="l" defTabSz="1187798" rtl="0" eaLnBrk="1" latinLnBrk="0" hangingPunct="1">
              <a:lnSpc>
                <a:spcPct val="90000"/>
              </a:lnSpc>
              <a:spcBef>
                <a:spcPts val="650"/>
              </a:spcBef>
              <a:buFont typeface="Arial" panose="020B0604020202020204" pitchFamily="34" charset="0"/>
              <a:buChar char="•"/>
              <a:defRPr sz="2338" kern="1200">
                <a:solidFill>
                  <a:schemeClr val="tx1"/>
                </a:solidFill>
                <a:latin typeface="+mn-lt"/>
                <a:ea typeface="+mn-ea"/>
                <a:cs typeface="+mn-cs"/>
              </a:defRPr>
            </a:lvl4pPr>
            <a:lvl5pPr marL="2672547" indent="-296950" algn="l" defTabSz="1187798" rtl="0" eaLnBrk="1" latinLnBrk="0" hangingPunct="1">
              <a:lnSpc>
                <a:spcPct val="90000"/>
              </a:lnSpc>
              <a:spcBef>
                <a:spcPts val="650"/>
              </a:spcBef>
              <a:buFont typeface="Arial" panose="020B0604020202020204" pitchFamily="34" charset="0"/>
              <a:buChar char="•"/>
              <a:defRPr sz="2338" kern="1200">
                <a:solidFill>
                  <a:schemeClr val="tx1"/>
                </a:solidFill>
                <a:latin typeface="+mn-lt"/>
                <a:ea typeface="+mn-ea"/>
                <a:cs typeface="+mn-cs"/>
              </a:defRPr>
            </a:lvl5pPr>
            <a:lvl6pPr marL="3266447" indent="-296950" algn="l" defTabSz="1187798" rtl="0" eaLnBrk="1" latinLnBrk="0" hangingPunct="1">
              <a:lnSpc>
                <a:spcPct val="90000"/>
              </a:lnSpc>
              <a:spcBef>
                <a:spcPts val="650"/>
              </a:spcBef>
              <a:buFont typeface="Arial" panose="020B0604020202020204" pitchFamily="34" charset="0"/>
              <a:buChar char="•"/>
              <a:defRPr sz="2338" kern="1200">
                <a:solidFill>
                  <a:schemeClr val="tx1"/>
                </a:solidFill>
                <a:latin typeface="+mn-lt"/>
                <a:ea typeface="+mn-ea"/>
                <a:cs typeface="+mn-cs"/>
              </a:defRPr>
            </a:lvl6pPr>
            <a:lvl7pPr marL="3860346" indent="-296950" algn="l" defTabSz="1187798" rtl="0" eaLnBrk="1" latinLnBrk="0" hangingPunct="1">
              <a:lnSpc>
                <a:spcPct val="90000"/>
              </a:lnSpc>
              <a:spcBef>
                <a:spcPts val="650"/>
              </a:spcBef>
              <a:buFont typeface="Arial" panose="020B0604020202020204" pitchFamily="34" charset="0"/>
              <a:buChar char="•"/>
              <a:defRPr sz="2338" kern="1200">
                <a:solidFill>
                  <a:schemeClr val="tx1"/>
                </a:solidFill>
                <a:latin typeface="+mn-lt"/>
                <a:ea typeface="+mn-ea"/>
                <a:cs typeface="+mn-cs"/>
              </a:defRPr>
            </a:lvl7pPr>
            <a:lvl8pPr marL="4454245" indent="-296950" algn="l" defTabSz="1187798" rtl="0" eaLnBrk="1" latinLnBrk="0" hangingPunct="1">
              <a:lnSpc>
                <a:spcPct val="90000"/>
              </a:lnSpc>
              <a:spcBef>
                <a:spcPts val="650"/>
              </a:spcBef>
              <a:buFont typeface="Arial" panose="020B0604020202020204" pitchFamily="34" charset="0"/>
              <a:buChar char="•"/>
              <a:defRPr sz="2338" kern="1200">
                <a:solidFill>
                  <a:schemeClr val="tx1"/>
                </a:solidFill>
                <a:latin typeface="+mn-lt"/>
                <a:ea typeface="+mn-ea"/>
                <a:cs typeface="+mn-cs"/>
              </a:defRPr>
            </a:lvl8pPr>
            <a:lvl9pPr marL="5048144" indent="-296950" algn="l" defTabSz="1187798" rtl="0" eaLnBrk="1" latinLnBrk="0" hangingPunct="1">
              <a:lnSpc>
                <a:spcPct val="90000"/>
              </a:lnSpc>
              <a:spcBef>
                <a:spcPts val="650"/>
              </a:spcBef>
              <a:buFont typeface="Arial" panose="020B0604020202020204" pitchFamily="34" charset="0"/>
              <a:buChar char="•"/>
              <a:defRPr sz="2338" kern="1200">
                <a:solidFill>
                  <a:schemeClr val="tx1"/>
                </a:solidFill>
                <a:latin typeface="+mn-lt"/>
                <a:ea typeface="+mn-ea"/>
                <a:cs typeface="+mn-cs"/>
              </a:defRPr>
            </a:lvl9pPr>
          </a:lstStyle>
          <a:p>
            <a:pPr marL="0" indent="0">
              <a:lnSpc>
                <a:spcPct val="150000"/>
              </a:lnSpc>
              <a:spcBef>
                <a:spcPts val="0"/>
              </a:spcBef>
              <a:buNone/>
            </a:pPr>
            <a:r>
              <a:rPr lang="en-US" sz="1800" b="1" dirty="0">
                <a:solidFill>
                  <a:srgbClr val="C00000"/>
                </a:solidFill>
                <a:latin typeface="Arial" panose="020B0604020202020204" pitchFamily="34" charset="0"/>
                <a:ea typeface="微软雅黑" panose="020B0503020204020204" pitchFamily="34" charset="-122"/>
                <a:cs typeface="Arial" panose="020B0604020202020204" pitchFamily="34" charset="0"/>
              </a:rPr>
              <a:t>Transformer</a:t>
            </a:r>
          </a:p>
          <a:p>
            <a:pPr marL="126000" lvl="1" indent="-126000">
              <a:lnSpc>
                <a:spcPct val="150000"/>
              </a:lnSpc>
              <a:spcBef>
                <a:spcPts val="0"/>
              </a:spcBef>
              <a:spcAft>
                <a:spcPts val="4200"/>
              </a:spcAft>
              <a:defRPr>
                <a:solidFill>
                  <a:srgbClr val="000000"/>
                </a:solidFill>
              </a:defRPr>
            </a:pPr>
            <a:r>
              <a:rPr lang="en-US" altLang="zh-CN" sz="1200" dirty="0">
                <a:solidFill>
                  <a:srgbClr val="000000"/>
                </a:solidFill>
                <a:latin typeface="Arial" panose="020B0604020202020204" pitchFamily="34" charset="0"/>
                <a:ea typeface="微软雅黑" panose="020B0503020204020204" pitchFamily="34" charset="-122"/>
                <a:cs typeface="Arial" panose="020B0604020202020204" pitchFamily="34" charset="0"/>
              </a:rPr>
              <a:t>Transformer</a:t>
            </a:r>
            <a:r>
              <a:rPr lang="zh-CN" altLang="en-US" sz="1200" dirty="0">
                <a:solidFill>
                  <a:srgbClr val="000000"/>
                </a:solidFill>
                <a:latin typeface="Arial" panose="020B0604020202020204" pitchFamily="34" charset="0"/>
                <a:ea typeface="微软雅黑" panose="020B0503020204020204" pitchFamily="34" charset="-122"/>
                <a:cs typeface="Arial" panose="020B0604020202020204" pitchFamily="34" charset="0"/>
              </a:rPr>
              <a:t>及其衍生变体的出现奠定了大规模模型研究发展的理论基础。</a:t>
            </a:r>
          </a:p>
          <a:p>
            <a:pPr marL="0" indent="0">
              <a:lnSpc>
                <a:spcPct val="150000"/>
              </a:lnSpc>
              <a:spcBef>
                <a:spcPts val="0"/>
              </a:spcBef>
              <a:buNone/>
            </a:pPr>
            <a:r>
              <a:rPr lang="en-US" altLang="zh-CN" sz="1800" b="1" dirty="0">
                <a:solidFill>
                  <a:srgbClr val="C00000"/>
                </a:solidFill>
                <a:latin typeface="Arial" panose="020B0604020202020204" pitchFamily="34" charset="0"/>
                <a:ea typeface="微软雅黑" panose="020B0503020204020204" pitchFamily="34" charset="-122"/>
                <a:cs typeface="Arial" panose="020B0604020202020204" pitchFamily="34" charset="0"/>
              </a:rPr>
              <a:t>GPT</a:t>
            </a:r>
            <a:endParaRPr lang="zh-CN" altLang="en-US" sz="1800" b="1" dirty="0">
              <a:solidFill>
                <a:srgbClr val="C00000"/>
              </a:solidFill>
              <a:latin typeface="Arial" panose="020B0604020202020204" pitchFamily="34" charset="0"/>
              <a:ea typeface="微软雅黑" panose="020B0503020204020204" pitchFamily="34" charset="-122"/>
              <a:cs typeface="Arial" panose="020B0604020202020204" pitchFamily="34" charset="0"/>
            </a:endParaRPr>
          </a:p>
          <a:p>
            <a:pPr marL="126000" lvl="1" indent="-126000">
              <a:lnSpc>
                <a:spcPct val="150000"/>
              </a:lnSpc>
              <a:spcBef>
                <a:spcPts val="0"/>
              </a:spcBef>
              <a:defRPr>
                <a:solidFill>
                  <a:srgbClr val="000000"/>
                </a:solidFill>
              </a:defRPr>
            </a:pPr>
            <a:r>
              <a:rPr lang="zh-CN" altLang="en-US" sz="1200" dirty="0">
                <a:solidFill>
                  <a:srgbClr val="000000"/>
                </a:solidFill>
                <a:latin typeface="Arial" panose="020B0604020202020204" pitchFamily="34" charset="0"/>
                <a:ea typeface="微软雅黑" panose="020B0503020204020204" pitchFamily="34" charset="-122"/>
                <a:cs typeface="Arial" panose="020B0604020202020204" pitchFamily="34" charset="0"/>
              </a:rPr>
              <a:t>当前广泛使用的</a:t>
            </a:r>
            <a:r>
              <a:rPr lang="en-US" altLang="zh-CN" sz="1200" dirty="0">
                <a:solidFill>
                  <a:srgbClr val="000000"/>
                </a:solidFill>
                <a:latin typeface="Arial" panose="020B0604020202020204" pitchFamily="34" charset="0"/>
                <a:ea typeface="微软雅黑" panose="020B0503020204020204" pitchFamily="34" charset="-122"/>
                <a:cs typeface="Arial" panose="020B0604020202020204" pitchFamily="34" charset="0"/>
              </a:rPr>
              <a:t>GPT</a:t>
            </a:r>
            <a:r>
              <a:rPr lang="zh-CN" altLang="en-US" sz="1200" dirty="0">
                <a:solidFill>
                  <a:srgbClr val="000000"/>
                </a:solidFill>
                <a:latin typeface="Arial" panose="020B0604020202020204" pitchFamily="34" charset="0"/>
                <a:ea typeface="微软雅黑" panose="020B0503020204020204" pitchFamily="34" charset="-122"/>
                <a:cs typeface="Arial" panose="020B0604020202020204" pitchFamily="34" charset="0"/>
              </a:rPr>
              <a:t>模型即是基于 </a:t>
            </a:r>
            <a:r>
              <a:rPr lang="en-US" altLang="zh-CN" sz="1200" dirty="0">
                <a:solidFill>
                  <a:srgbClr val="000000"/>
                </a:solidFill>
                <a:latin typeface="Arial" panose="020B0604020202020204" pitchFamily="34" charset="0"/>
                <a:ea typeface="微软雅黑" panose="020B0503020204020204" pitchFamily="34" charset="-122"/>
                <a:cs typeface="Arial" panose="020B0604020202020204" pitchFamily="34" charset="0"/>
              </a:rPr>
              <a:t>Transformer</a:t>
            </a:r>
            <a:r>
              <a:rPr lang="zh-CN" altLang="en-US" sz="1200" dirty="0">
                <a:solidFill>
                  <a:srgbClr val="000000"/>
                </a:solidFill>
                <a:latin typeface="Arial" panose="020B0604020202020204" pitchFamily="34" charset="0"/>
                <a:ea typeface="微软雅黑" panose="020B0503020204020204" pitchFamily="34" charset="-122"/>
                <a:cs typeface="Arial" panose="020B0604020202020204" pitchFamily="34" charset="0"/>
              </a:rPr>
              <a:t>解码器部分改进而来的一种变体，特别专注于自然语言生成。</a:t>
            </a:r>
          </a:p>
        </p:txBody>
      </p:sp>
      <p:grpSp>
        <p:nvGrpSpPr>
          <p:cNvPr id="10" name="组合 9">
            <a:extLst>
              <a:ext uri="{FF2B5EF4-FFF2-40B4-BE49-F238E27FC236}">
                <a16:creationId xmlns:a16="http://schemas.microsoft.com/office/drawing/2014/main" id="{F13D28E3-464D-62EA-1CA8-67784D312C19}"/>
              </a:ext>
            </a:extLst>
          </p:cNvPr>
          <p:cNvGrpSpPr/>
          <p:nvPr/>
        </p:nvGrpSpPr>
        <p:grpSpPr>
          <a:xfrm>
            <a:off x="6362958" y="1822266"/>
            <a:ext cx="4319588" cy="3946892"/>
            <a:chOff x="3699893" y="1481730"/>
            <a:chExt cx="5091682" cy="4652370"/>
          </a:xfrm>
        </p:grpSpPr>
        <p:pic>
          <p:nvPicPr>
            <p:cNvPr id="8" name="Picture 4">
              <a:extLst>
                <a:ext uri="{FF2B5EF4-FFF2-40B4-BE49-F238E27FC236}">
                  <a16:creationId xmlns:a16="http://schemas.microsoft.com/office/drawing/2014/main" id="{EDDBA75C-0F24-9BE9-8913-093B426CB42F}"/>
                </a:ext>
              </a:extLst>
            </p:cNvPr>
            <p:cNvPicPr>
              <a:picLocks noChangeAspect="1" noChangeArrowheads="1"/>
            </p:cNvPicPr>
            <p:nvPr/>
          </p:nvPicPr>
          <p:blipFill rotWithShape="1">
            <a:blip r:embed="rId2">
              <a:clrChange>
                <a:clrFrom>
                  <a:srgbClr val="FFFFFF"/>
                </a:clrFrom>
                <a:clrTo>
                  <a:srgbClr val="FFFFFF">
                    <a:alpha val="0"/>
                  </a:srgbClr>
                </a:clrTo>
              </a:clrChange>
              <a:extLst>
                <a:ext uri="{28A0092B-C50C-407E-A947-70E740481C1C}">
                  <a14:useLocalDpi xmlns:a14="http://schemas.microsoft.com/office/drawing/2010/main" val="0"/>
                </a:ext>
              </a:extLst>
            </a:blip>
            <a:srcRect l="9249" r="13008"/>
            <a:stretch/>
          </p:blipFill>
          <p:spPr bwMode="auto">
            <a:xfrm>
              <a:off x="3699893" y="1481730"/>
              <a:ext cx="3090610" cy="4652370"/>
            </a:xfrm>
            <a:prstGeom prst="rect">
              <a:avLst/>
            </a:prstGeom>
            <a:noFill/>
            <a:extLst>
              <a:ext uri="{909E8E84-426E-40DD-AFC4-6F175D3DCCD1}">
                <a14:hiddenFill xmlns:a14="http://schemas.microsoft.com/office/drawing/2010/main">
                  <a:solidFill>
                    <a:srgbClr val="FFFFFF"/>
                  </a:solidFill>
                </a14:hiddenFill>
              </a:ext>
            </a:extLst>
          </p:spPr>
        </p:pic>
        <p:pic>
          <p:nvPicPr>
            <p:cNvPr id="9" name="Picture 4">
              <a:extLst>
                <a:ext uri="{FF2B5EF4-FFF2-40B4-BE49-F238E27FC236}">
                  <a16:creationId xmlns:a16="http://schemas.microsoft.com/office/drawing/2014/main" id="{E0A433DC-8747-A7E9-B355-E0D7F8514479}"/>
                </a:ext>
              </a:extLst>
            </p:cNvPr>
            <p:cNvPicPr>
              <a:picLocks noChangeAspect="1" noChangeArrowheads="1"/>
            </p:cNvPicPr>
            <p:nvPr/>
          </p:nvPicPr>
          <p:blipFill>
            <a:blip r:embed="rId3">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6870404" y="2653320"/>
              <a:ext cx="1921171" cy="2309191"/>
            </a:xfrm>
            <a:prstGeom prst="rect">
              <a:avLst/>
            </a:prstGeom>
            <a:noFill/>
            <a:extLst>
              <a:ext uri="{909E8E84-426E-40DD-AFC4-6F175D3DCCD1}">
                <a14:hiddenFill xmlns:a14="http://schemas.microsoft.com/office/drawing/2010/main">
                  <a:solidFill>
                    <a:srgbClr val="FFFFFF"/>
                  </a:solidFill>
                </a14:hiddenFill>
              </a:ext>
            </a:extLst>
          </p:spPr>
        </p:pic>
      </p:grpSp>
    </p:spTree>
    <p:extLst>
      <p:ext uri="{BB962C8B-B14F-4D97-AF65-F5344CB8AC3E}">
        <p14:creationId xmlns:p14="http://schemas.microsoft.com/office/powerpoint/2010/main" val="146959548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074B79D-A69E-57B6-1390-BFBBD573F46A}"/>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31698A13-8EC1-E58E-015C-A564A5345B4F}"/>
              </a:ext>
            </a:extLst>
          </p:cNvPr>
          <p:cNvSpPr txBox="1">
            <a:spLocks/>
          </p:cNvSpPr>
          <p:nvPr/>
        </p:nvSpPr>
        <p:spPr>
          <a:xfrm>
            <a:off x="2860538" y="411900"/>
            <a:ext cx="6475684" cy="584775"/>
          </a:xfrm>
          <a:prstGeom prst="rect">
            <a:avLst/>
          </a:prstGeom>
        </p:spPr>
        <p:txBody>
          <a:bodyPr wrap="none">
            <a:spAutoFit/>
          </a:bodyPr>
          <a:lstStyle>
            <a:lvl1pPr algn="l" defTabSz="1187798" rtl="0" eaLnBrk="1" latinLnBrk="0" hangingPunct="1">
              <a:lnSpc>
                <a:spcPct val="90000"/>
              </a:lnSpc>
              <a:spcBef>
                <a:spcPct val="0"/>
              </a:spcBef>
              <a:buNone/>
              <a:defRPr sz="5716" kern="1200">
                <a:solidFill>
                  <a:schemeClr val="tx1"/>
                </a:solidFill>
                <a:latin typeface="+mj-lt"/>
                <a:ea typeface="+mj-ea"/>
                <a:cs typeface="+mj-cs"/>
              </a:defRPr>
            </a:lvl1pPr>
          </a:lstStyle>
          <a:p>
            <a:pPr algn="ctr">
              <a:lnSpc>
                <a:spcPct val="100000"/>
              </a:lnSpc>
            </a:pPr>
            <a:r>
              <a:rPr lang="zh-CN" altLang="en-US" sz="3200" b="1" dirty="0">
                <a:solidFill>
                  <a:srgbClr val="000000"/>
                </a:solidFill>
                <a:latin typeface="Arial" panose="020B0604020202020204" pitchFamily="34" charset="0"/>
                <a:ea typeface="微软雅黑" panose="020B0503020204020204" pitchFamily="34" charset="-122"/>
                <a:cs typeface="Arial" panose="020B0604020202020204" pitchFamily="34" charset="0"/>
              </a:rPr>
              <a:t>大模型的奠基石</a:t>
            </a:r>
            <a:r>
              <a:rPr lang="en-US" altLang="zh-CN" sz="3200" b="1" dirty="0">
                <a:solidFill>
                  <a:srgbClr val="000000"/>
                </a:solidFill>
                <a:latin typeface="Arial" panose="020B0604020202020204" pitchFamily="34" charset="0"/>
                <a:ea typeface="微软雅黑" panose="020B0503020204020204" pitchFamily="34" charset="-122"/>
                <a:cs typeface="Arial" panose="020B0604020202020204" pitchFamily="34" charset="0"/>
              </a:rPr>
              <a:t>——Transformer</a:t>
            </a:r>
            <a:endParaRPr lang="zh-CN" altLang="en-US" sz="3200" b="1" dirty="0">
              <a:solidFill>
                <a:srgbClr val="000000"/>
              </a:solidFill>
              <a:latin typeface="Arial" panose="020B0604020202020204" pitchFamily="34" charset="0"/>
              <a:ea typeface="微软雅黑" panose="020B0503020204020204" pitchFamily="34" charset="-122"/>
              <a:cs typeface="Arial" panose="020B0604020202020204" pitchFamily="34" charset="0"/>
            </a:endParaRPr>
          </a:p>
        </p:txBody>
      </p:sp>
      <p:sp>
        <p:nvSpPr>
          <p:cNvPr id="4" name="文本框 3">
            <a:extLst>
              <a:ext uri="{FF2B5EF4-FFF2-40B4-BE49-F238E27FC236}">
                <a16:creationId xmlns:a16="http://schemas.microsoft.com/office/drawing/2014/main" id="{4CF7D5EB-3453-CC48-E9A5-82CE1F8A22AE}"/>
              </a:ext>
            </a:extLst>
          </p:cNvPr>
          <p:cNvSpPr txBox="1"/>
          <p:nvPr/>
        </p:nvSpPr>
        <p:spPr>
          <a:xfrm>
            <a:off x="1805791" y="2741359"/>
            <a:ext cx="8585181" cy="1859868"/>
          </a:xfrm>
          <a:prstGeom prst="rect">
            <a:avLst/>
          </a:prstGeom>
          <a:noFill/>
        </p:spPr>
        <p:txBody>
          <a:bodyPr wrap="square">
            <a:spAutoFit/>
          </a:bodyPr>
          <a:lstStyle/>
          <a:p>
            <a:pPr>
              <a:lnSpc>
                <a:spcPct val="150000"/>
              </a:lnSpc>
            </a:pPr>
            <a:r>
              <a:rPr lang="zh-CN" altLang="en-US" b="1" dirty="0">
                <a:solidFill>
                  <a:srgbClr val="C00000"/>
                </a:solidFill>
                <a:latin typeface="Arial" panose="020B0604020202020204" pitchFamily="34" charset="0"/>
                <a:ea typeface="微软雅黑" panose="020B0503020204020204" pitchFamily="34" charset="-122"/>
                <a:cs typeface="Arial" panose="020B0604020202020204" pitchFamily="34" charset="0"/>
              </a:rPr>
              <a:t>大模型训练瓶颈</a:t>
            </a:r>
          </a:p>
          <a:p>
            <a:pPr marL="126000" lvl="1" indent="-126000">
              <a:lnSpc>
                <a:spcPct val="150000"/>
              </a:lnSpc>
              <a:buFont typeface="Arial" panose="020B0604020202020204" pitchFamily="34" charset="0"/>
              <a:buChar char="•"/>
              <a:defRPr>
                <a:solidFill>
                  <a:srgbClr val="000000"/>
                </a:solidFill>
              </a:defRPr>
            </a:pPr>
            <a:r>
              <a:rPr lang="zh-CN" altLang="en-US" sz="1200" b="1" dirty="0">
                <a:solidFill>
                  <a:srgbClr val="000000"/>
                </a:solidFill>
                <a:latin typeface="Arial" panose="020B0604020202020204" pitchFamily="34" charset="0"/>
                <a:ea typeface="微软雅黑" panose="020B0503020204020204" pitchFamily="34" charset="-122"/>
                <a:cs typeface="Arial" panose="020B0604020202020204" pitchFamily="34" charset="0"/>
              </a:rPr>
              <a:t>计算资源瓶颈：</a:t>
            </a:r>
            <a:r>
              <a:rPr lang="zh-CN" altLang="en-US" sz="1200" dirty="0">
                <a:solidFill>
                  <a:srgbClr val="000000"/>
                </a:solidFill>
                <a:latin typeface="Arial" panose="020B0604020202020204" pitchFamily="34" charset="0"/>
                <a:ea typeface="微软雅黑" panose="020B0503020204020204" pitchFamily="34" charset="-122"/>
                <a:cs typeface="Arial" panose="020B0604020202020204" pitchFamily="34" charset="0"/>
              </a:rPr>
              <a:t>模型参数和数据量的急剧膨胀导致对计算能力的需求迅速增长，同时也涉及计算资源利用率低的问题。</a:t>
            </a:r>
          </a:p>
          <a:p>
            <a:pPr marL="126000" lvl="1" indent="-126000">
              <a:lnSpc>
                <a:spcPct val="150000"/>
              </a:lnSpc>
              <a:buFont typeface="Arial" panose="020B0604020202020204" pitchFamily="34" charset="0"/>
              <a:buChar char="•"/>
              <a:defRPr>
                <a:solidFill>
                  <a:srgbClr val="000000"/>
                </a:solidFill>
              </a:defRPr>
            </a:pPr>
            <a:r>
              <a:rPr lang="zh-CN" altLang="en-US" sz="1200" b="1" dirty="0">
                <a:solidFill>
                  <a:srgbClr val="000000"/>
                </a:solidFill>
                <a:latin typeface="Arial" panose="020B0604020202020204" pitchFamily="34" charset="0"/>
                <a:ea typeface="微软雅黑" panose="020B0503020204020204" pitchFamily="34" charset="-122"/>
                <a:cs typeface="Arial" panose="020B0604020202020204" pitchFamily="34" charset="0"/>
              </a:rPr>
              <a:t>内存容量瓶颈：</a:t>
            </a:r>
            <a:r>
              <a:rPr lang="zh-CN" altLang="en-US" sz="1200" dirty="0">
                <a:solidFill>
                  <a:srgbClr val="000000"/>
                </a:solidFill>
                <a:latin typeface="Arial" panose="020B0604020202020204" pitchFamily="34" charset="0"/>
                <a:ea typeface="微软雅黑" panose="020B0503020204020204" pitchFamily="34" charset="-122"/>
                <a:cs typeface="Arial" panose="020B0604020202020204" pitchFamily="34" charset="0"/>
              </a:rPr>
              <a:t>现有设备的内存容量往往难以满足大模型训练所需的主存规格要求。</a:t>
            </a:r>
            <a:endParaRPr lang="en-US" altLang="zh-CN" sz="1200" dirty="0">
              <a:solidFill>
                <a:srgbClr val="000000"/>
              </a:solidFill>
              <a:latin typeface="Arial" panose="020B0604020202020204" pitchFamily="34" charset="0"/>
              <a:ea typeface="微软雅黑" panose="020B0503020204020204" pitchFamily="34" charset="-122"/>
              <a:cs typeface="Arial" panose="020B0604020202020204" pitchFamily="34" charset="0"/>
            </a:endParaRPr>
          </a:p>
          <a:p>
            <a:pPr marL="126000" lvl="1" indent="-126000">
              <a:lnSpc>
                <a:spcPct val="150000"/>
              </a:lnSpc>
              <a:buFont typeface="Arial" panose="020B0604020202020204" pitchFamily="34" charset="0"/>
              <a:buChar char="•"/>
              <a:defRPr>
                <a:solidFill>
                  <a:srgbClr val="000000"/>
                </a:solidFill>
              </a:defRPr>
            </a:pPr>
            <a:r>
              <a:rPr lang="zh-CN" altLang="en-US" sz="1200" dirty="0">
                <a:solidFill>
                  <a:srgbClr val="000000"/>
                </a:solidFill>
                <a:latin typeface="Arial" panose="020B0604020202020204" pitchFamily="34" charset="0"/>
                <a:ea typeface="微软雅黑" panose="020B0503020204020204" pitchFamily="34" charset="-122"/>
                <a:cs typeface="Arial" panose="020B0604020202020204" pitchFamily="34" charset="0"/>
              </a:rPr>
              <a:t>为了提高大模型训练的效率和质量，扩展</a:t>
            </a:r>
            <a:r>
              <a:rPr lang="en-US" altLang="zh-CN" sz="1200" dirty="0">
                <a:solidFill>
                  <a:srgbClr val="000000"/>
                </a:solidFill>
                <a:latin typeface="Arial" panose="020B0604020202020204" pitchFamily="34" charset="0"/>
                <a:ea typeface="微软雅黑" panose="020B0503020204020204" pitchFamily="34" charset="-122"/>
                <a:cs typeface="Arial" panose="020B0604020202020204" pitchFamily="34" charset="0"/>
              </a:rPr>
              <a:t>Transformer</a:t>
            </a:r>
            <a:r>
              <a:rPr lang="zh-CN" altLang="en-US" sz="1200" dirty="0">
                <a:solidFill>
                  <a:srgbClr val="000000"/>
                </a:solidFill>
                <a:latin typeface="Arial" panose="020B0604020202020204" pitchFamily="34" charset="0"/>
                <a:ea typeface="微软雅黑" panose="020B0503020204020204" pitchFamily="34" charset="-122"/>
                <a:cs typeface="Arial" panose="020B0604020202020204" pitchFamily="34" charset="0"/>
              </a:rPr>
              <a:t>以处理更长序列的能力、加速其计算过程成为一个亟待解决的课题。</a:t>
            </a:r>
            <a:endParaRPr lang="en-US" altLang="zh-CN" sz="1200" dirty="0">
              <a:solidFill>
                <a:srgbClr val="000000"/>
              </a:solidFill>
              <a:latin typeface="Arial" panose="020B0604020202020204" pitchFamily="34" charset="0"/>
              <a:ea typeface="微软雅黑" panose="020B0503020204020204" pitchFamily="34" charset="-122"/>
              <a:cs typeface="Arial" panose="020B0604020202020204" pitchFamily="34" charset="0"/>
            </a:endParaRPr>
          </a:p>
          <a:p>
            <a:pPr marL="126000" lvl="1" indent="-126000">
              <a:lnSpc>
                <a:spcPct val="150000"/>
              </a:lnSpc>
              <a:buFont typeface="Arial" panose="020B0604020202020204" pitchFamily="34" charset="0"/>
              <a:buChar char="•"/>
              <a:defRPr>
                <a:solidFill>
                  <a:srgbClr val="000000"/>
                </a:solidFill>
              </a:defRPr>
            </a:pPr>
            <a:r>
              <a:rPr lang="zh-CN" altLang="en-US" sz="1200" dirty="0">
                <a:solidFill>
                  <a:srgbClr val="000000"/>
                </a:solidFill>
                <a:latin typeface="Arial" panose="020B0604020202020204" pitchFamily="34" charset="0"/>
                <a:ea typeface="微软雅黑" panose="020B0503020204020204" pitchFamily="34" charset="-122"/>
                <a:cs typeface="Arial" panose="020B0604020202020204" pitchFamily="34" charset="0"/>
              </a:rPr>
              <a:t>其中，注意力模块在增加序列长度方面存在明显的瓶颈，它的运算时间和内存消耗会随着序列长度的增加而呈平方级增长。因此，研究如何加速注意力机制的计算，对于突破大模型训练中的计算和内存瓶颈具有至关重要的意义。</a:t>
            </a:r>
            <a:endParaRPr lang="en-US" altLang="zh-CN" sz="1200" dirty="0">
              <a:solidFill>
                <a:srgbClr val="000000"/>
              </a:solidFill>
              <a:latin typeface="Arial" panose="020B0604020202020204" pitchFamily="34" charset="0"/>
              <a:ea typeface="微软雅黑" panose="020B0503020204020204" pitchFamily="34" charset="-122"/>
              <a:cs typeface="Arial" panose="020B0604020202020204" pitchFamily="34" charset="0"/>
            </a:endParaRPr>
          </a:p>
        </p:txBody>
      </p:sp>
    </p:spTree>
    <p:extLst>
      <p:ext uri="{BB962C8B-B14F-4D97-AF65-F5344CB8AC3E}">
        <p14:creationId xmlns:p14="http://schemas.microsoft.com/office/powerpoint/2010/main" val="248838186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6DD200F-081C-1EFF-6C28-FE6C84E26C00}"/>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1B81C991-C36B-D92E-8C40-F13439899360}"/>
              </a:ext>
            </a:extLst>
          </p:cNvPr>
          <p:cNvSpPr txBox="1">
            <a:spLocks/>
          </p:cNvSpPr>
          <p:nvPr/>
        </p:nvSpPr>
        <p:spPr>
          <a:xfrm>
            <a:off x="3954203" y="411900"/>
            <a:ext cx="4288353" cy="584775"/>
          </a:xfrm>
          <a:prstGeom prst="rect">
            <a:avLst/>
          </a:prstGeom>
        </p:spPr>
        <p:txBody>
          <a:bodyPr wrap="none">
            <a:spAutoFit/>
          </a:bodyPr>
          <a:lstStyle>
            <a:lvl1pPr algn="l" defTabSz="1187798" rtl="0" eaLnBrk="1" latinLnBrk="0" hangingPunct="1">
              <a:lnSpc>
                <a:spcPct val="90000"/>
              </a:lnSpc>
              <a:spcBef>
                <a:spcPct val="0"/>
              </a:spcBef>
              <a:buNone/>
              <a:defRPr sz="5716" kern="1200">
                <a:solidFill>
                  <a:schemeClr val="tx1"/>
                </a:solidFill>
                <a:latin typeface="+mj-lt"/>
                <a:ea typeface="+mj-ea"/>
                <a:cs typeface="+mj-cs"/>
              </a:defRPr>
            </a:lvl1pPr>
          </a:lstStyle>
          <a:p>
            <a:pPr algn="ctr">
              <a:lnSpc>
                <a:spcPct val="100000"/>
              </a:lnSpc>
            </a:pPr>
            <a:r>
              <a:rPr lang="zh-CN" altLang="en-US" sz="3200" b="1" dirty="0">
                <a:solidFill>
                  <a:srgbClr val="000000"/>
                </a:solidFill>
                <a:latin typeface="微软雅黑" panose="020B0503020204020204" pitchFamily="34" charset="-122"/>
                <a:ea typeface="微软雅黑" panose="020B0503020204020204" pitchFamily="34" charset="-122"/>
              </a:rPr>
              <a:t>自注意力算子运算分析</a:t>
            </a:r>
          </a:p>
        </p:txBody>
      </p:sp>
      <mc:AlternateContent xmlns:mc="http://schemas.openxmlformats.org/markup-compatibility/2006">
        <mc:Choice xmlns:a14="http://schemas.microsoft.com/office/drawing/2010/main" Requires="a14">
          <p:sp>
            <p:nvSpPr>
              <p:cNvPr id="3" name="文本占位符 2">
                <a:extLst>
                  <a:ext uri="{FF2B5EF4-FFF2-40B4-BE49-F238E27FC236}">
                    <a16:creationId xmlns:a16="http://schemas.microsoft.com/office/drawing/2014/main" id="{7DEAC86D-1554-6D15-857E-A979DEB7180A}"/>
                  </a:ext>
                </a:extLst>
              </p:cNvPr>
              <p:cNvSpPr txBox="1">
                <a:spLocks/>
              </p:cNvSpPr>
              <p:nvPr/>
            </p:nvSpPr>
            <p:spPr>
              <a:xfrm>
                <a:off x="1051872" y="2756347"/>
                <a:ext cx="10093019" cy="1345305"/>
              </a:xfrm>
              <a:prstGeom prst="rect">
                <a:avLst/>
              </a:prstGeom>
            </p:spPr>
            <p:txBody>
              <a:bodyPr wrap="none">
                <a:spAutoFit/>
              </a:bodyPr>
              <a:lstStyle>
                <a:lvl1pPr marL="296950" indent="-296950" algn="l" defTabSz="1187798" rtl="0" eaLnBrk="1" latinLnBrk="0" hangingPunct="1">
                  <a:lnSpc>
                    <a:spcPct val="90000"/>
                  </a:lnSpc>
                  <a:spcBef>
                    <a:spcPts val="1299"/>
                  </a:spcBef>
                  <a:buFont typeface="Arial" panose="020B0604020202020204" pitchFamily="34" charset="0"/>
                  <a:buChar char="•"/>
                  <a:defRPr sz="3636" kern="1200">
                    <a:solidFill>
                      <a:schemeClr val="tx1"/>
                    </a:solidFill>
                    <a:latin typeface="+mn-lt"/>
                    <a:ea typeface="+mn-ea"/>
                    <a:cs typeface="+mn-cs"/>
                  </a:defRPr>
                </a:lvl1pPr>
                <a:lvl2pPr marL="890849" indent="-296950" algn="l" defTabSz="1187798" rtl="0" eaLnBrk="1" latinLnBrk="0" hangingPunct="1">
                  <a:lnSpc>
                    <a:spcPct val="90000"/>
                  </a:lnSpc>
                  <a:spcBef>
                    <a:spcPts val="650"/>
                  </a:spcBef>
                  <a:buFont typeface="Arial" panose="020B0604020202020204" pitchFamily="34" charset="0"/>
                  <a:buChar char="•"/>
                  <a:defRPr sz="3118" kern="1200">
                    <a:solidFill>
                      <a:schemeClr val="tx1"/>
                    </a:solidFill>
                    <a:latin typeface="+mn-lt"/>
                    <a:ea typeface="+mn-ea"/>
                    <a:cs typeface="+mn-cs"/>
                  </a:defRPr>
                </a:lvl2pPr>
                <a:lvl3pPr marL="1484748" indent="-296950" algn="l" defTabSz="1187798" rtl="0" eaLnBrk="1" latinLnBrk="0" hangingPunct="1">
                  <a:lnSpc>
                    <a:spcPct val="90000"/>
                  </a:lnSpc>
                  <a:spcBef>
                    <a:spcPts val="650"/>
                  </a:spcBef>
                  <a:buFont typeface="Arial" panose="020B0604020202020204" pitchFamily="34" charset="0"/>
                  <a:buChar char="•"/>
                  <a:defRPr sz="2598" kern="1200">
                    <a:solidFill>
                      <a:schemeClr val="tx1"/>
                    </a:solidFill>
                    <a:latin typeface="+mn-lt"/>
                    <a:ea typeface="+mn-ea"/>
                    <a:cs typeface="+mn-cs"/>
                  </a:defRPr>
                </a:lvl3pPr>
                <a:lvl4pPr marL="2078648" indent="-296950" algn="l" defTabSz="1187798" rtl="0" eaLnBrk="1" latinLnBrk="0" hangingPunct="1">
                  <a:lnSpc>
                    <a:spcPct val="90000"/>
                  </a:lnSpc>
                  <a:spcBef>
                    <a:spcPts val="650"/>
                  </a:spcBef>
                  <a:buFont typeface="Arial" panose="020B0604020202020204" pitchFamily="34" charset="0"/>
                  <a:buChar char="•"/>
                  <a:defRPr sz="2338" kern="1200">
                    <a:solidFill>
                      <a:schemeClr val="tx1"/>
                    </a:solidFill>
                    <a:latin typeface="+mn-lt"/>
                    <a:ea typeface="+mn-ea"/>
                    <a:cs typeface="+mn-cs"/>
                  </a:defRPr>
                </a:lvl4pPr>
                <a:lvl5pPr marL="2672547" indent="-296950" algn="l" defTabSz="1187798" rtl="0" eaLnBrk="1" latinLnBrk="0" hangingPunct="1">
                  <a:lnSpc>
                    <a:spcPct val="90000"/>
                  </a:lnSpc>
                  <a:spcBef>
                    <a:spcPts val="650"/>
                  </a:spcBef>
                  <a:buFont typeface="Arial" panose="020B0604020202020204" pitchFamily="34" charset="0"/>
                  <a:buChar char="•"/>
                  <a:defRPr sz="2338" kern="1200">
                    <a:solidFill>
                      <a:schemeClr val="tx1"/>
                    </a:solidFill>
                    <a:latin typeface="+mn-lt"/>
                    <a:ea typeface="+mn-ea"/>
                    <a:cs typeface="+mn-cs"/>
                  </a:defRPr>
                </a:lvl5pPr>
                <a:lvl6pPr marL="3266447" indent="-296950" algn="l" defTabSz="1187798" rtl="0" eaLnBrk="1" latinLnBrk="0" hangingPunct="1">
                  <a:lnSpc>
                    <a:spcPct val="90000"/>
                  </a:lnSpc>
                  <a:spcBef>
                    <a:spcPts val="650"/>
                  </a:spcBef>
                  <a:buFont typeface="Arial" panose="020B0604020202020204" pitchFamily="34" charset="0"/>
                  <a:buChar char="•"/>
                  <a:defRPr sz="2338" kern="1200">
                    <a:solidFill>
                      <a:schemeClr val="tx1"/>
                    </a:solidFill>
                    <a:latin typeface="+mn-lt"/>
                    <a:ea typeface="+mn-ea"/>
                    <a:cs typeface="+mn-cs"/>
                  </a:defRPr>
                </a:lvl6pPr>
                <a:lvl7pPr marL="3860346" indent="-296950" algn="l" defTabSz="1187798" rtl="0" eaLnBrk="1" latinLnBrk="0" hangingPunct="1">
                  <a:lnSpc>
                    <a:spcPct val="90000"/>
                  </a:lnSpc>
                  <a:spcBef>
                    <a:spcPts val="650"/>
                  </a:spcBef>
                  <a:buFont typeface="Arial" panose="020B0604020202020204" pitchFamily="34" charset="0"/>
                  <a:buChar char="•"/>
                  <a:defRPr sz="2338" kern="1200">
                    <a:solidFill>
                      <a:schemeClr val="tx1"/>
                    </a:solidFill>
                    <a:latin typeface="+mn-lt"/>
                    <a:ea typeface="+mn-ea"/>
                    <a:cs typeface="+mn-cs"/>
                  </a:defRPr>
                </a:lvl7pPr>
                <a:lvl8pPr marL="4454245" indent="-296950" algn="l" defTabSz="1187798" rtl="0" eaLnBrk="1" latinLnBrk="0" hangingPunct="1">
                  <a:lnSpc>
                    <a:spcPct val="90000"/>
                  </a:lnSpc>
                  <a:spcBef>
                    <a:spcPts val="650"/>
                  </a:spcBef>
                  <a:buFont typeface="Arial" panose="020B0604020202020204" pitchFamily="34" charset="0"/>
                  <a:buChar char="•"/>
                  <a:defRPr sz="2338" kern="1200">
                    <a:solidFill>
                      <a:schemeClr val="tx1"/>
                    </a:solidFill>
                    <a:latin typeface="+mn-lt"/>
                    <a:ea typeface="+mn-ea"/>
                    <a:cs typeface="+mn-cs"/>
                  </a:defRPr>
                </a:lvl8pPr>
                <a:lvl9pPr marL="5048144" indent="-296950" algn="l" defTabSz="1187798" rtl="0" eaLnBrk="1" latinLnBrk="0" hangingPunct="1">
                  <a:lnSpc>
                    <a:spcPct val="90000"/>
                  </a:lnSpc>
                  <a:spcBef>
                    <a:spcPts val="650"/>
                  </a:spcBef>
                  <a:buFont typeface="Arial" panose="020B0604020202020204" pitchFamily="34" charset="0"/>
                  <a:buChar char="•"/>
                  <a:defRPr sz="2338" kern="1200">
                    <a:solidFill>
                      <a:schemeClr val="tx1"/>
                    </a:solidFill>
                    <a:latin typeface="+mn-lt"/>
                    <a:ea typeface="+mn-ea"/>
                    <a:cs typeface="+mn-cs"/>
                  </a:defRPr>
                </a:lvl9pPr>
              </a:lstStyle>
              <a:p>
                <a:pPr marL="0" indent="0" algn="ctr">
                  <a:lnSpc>
                    <a:spcPct val="150000"/>
                  </a:lnSpc>
                  <a:spcBef>
                    <a:spcPts val="0"/>
                  </a:spcBef>
                  <a:spcAft>
                    <a:spcPts val="1200"/>
                  </a:spcAft>
                  <a:buFont typeface="Arial" panose="020B0604020202020204" pitchFamily="34" charset="0"/>
                  <a:buNone/>
                </a:pPr>
                <a:r>
                  <a:rPr lang="en-US" altLang="zh-CN" sz="1800" b="1" dirty="0">
                    <a:solidFill>
                      <a:srgbClr val="C00000"/>
                    </a:solidFill>
                    <a:latin typeface="Arial" panose="020B0604020202020204" pitchFamily="34" charset="0"/>
                    <a:ea typeface="微软雅黑" panose="020B0503020204020204" pitchFamily="34" charset="-122"/>
                    <a:cs typeface="Arial" panose="020B0604020202020204" pitchFamily="34" charset="0"/>
                  </a:rPr>
                  <a:t>Self-Attention </a:t>
                </a:r>
                <a:r>
                  <a:rPr lang="zh-CN" altLang="en-US" sz="1800" b="1" dirty="0">
                    <a:solidFill>
                      <a:srgbClr val="C00000"/>
                    </a:solidFill>
                    <a:latin typeface="Arial" panose="020B0604020202020204" pitchFamily="34" charset="0"/>
                    <a:ea typeface="微软雅黑" panose="020B0503020204020204" pitchFamily="34" charset="-122"/>
                    <a:cs typeface="Arial" panose="020B0604020202020204" pitchFamily="34" charset="0"/>
                  </a:rPr>
                  <a:t>的标准计算公式</a:t>
                </a:r>
                <a:endParaRPr lang="en-US" altLang="zh-CN" sz="1600" dirty="0">
                  <a:solidFill>
                    <a:srgbClr val="000000"/>
                  </a:solidFill>
                  <a:latin typeface="Arial" panose="020B0604020202020204" pitchFamily="34" charset="0"/>
                  <a:ea typeface="微软雅黑" panose="020B0503020204020204" pitchFamily="34" charset="-122"/>
                  <a:cs typeface="Arial" panose="020B0604020202020204" pitchFamily="34" charset="0"/>
                </a:endParaRPr>
              </a:p>
              <a:p>
                <a:pPr marL="0" indent="0" algn="ctr">
                  <a:lnSpc>
                    <a:spcPct val="150000"/>
                  </a:lnSpc>
                  <a:spcBef>
                    <a:spcPts val="0"/>
                  </a:spcBef>
                  <a:spcAft>
                    <a:spcPts val="1200"/>
                  </a:spcAft>
                  <a:buFont typeface="Arial" panose="020B0604020202020204" pitchFamily="34" charset="0"/>
                  <a:buNone/>
                </a:pPr>
                <a14:m>
                  <m:oMathPara xmlns:m="http://schemas.openxmlformats.org/officeDocument/2006/math">
                    <m:oMathParaPr>
                      <m:jc m:val="centerGroup"/>
                    </m:oMathParaPr>
                    <m:oMath xmlns:m="http://schemas.openxmlformats.org/officeDocument/2006/math">
                      <m:r>
                        <a:rPr lang="en-US" altLang="zh-CN" sz="1200" dirty="0">
                          <a:solidFill>
                            <a:srgbClr val="000000"/>
                          </a:solidFill>
                          <a:latin typeface="Cambria Math" panose="02040503050406030204" pitchFamily="18" charset="0"/>
                        </a:rPr>
                        <m:t>𝑺</m:t>
                      </m:r>
                      <m:r>
                        <a:rPr lang="en-US" altLang="zh-CN" sz="1200" dirty="0">
                          <a:solidFill>
                            <a:srgbClr val="000000"/>
                          </a:solidFill>
                          <a:latin typeface="Cambria Math" panose="02040503050406030204" pitchFamily="18" charset="0"/>
                        </a:rPr>
                        <m:t>=</m:t>
                      </m:r>
                      <m:r>
                        <a:rPr lang="en-US" altLang="zh-CN" sz="1200" dirty="0">
                          <a:solidFill>
                            <a:srgbClr val="000000"/>
                          </a:solidFill>
                          <a:latin typeface="Cambria Math" panose="02040503050406030204" pitchFamily="18" charset="0"/>
                        </a:rPr>
                        <m:t>𝑸</m:t>
                      </m:r>
                      <m:sSup>
                        <m:sSupPr>
                          <m:ctrlPr>
                            <a:rPr lang="en-US" altLang="zh-CN" sz="1200" i="1" dirty="0">
                              <a:solidFill>
                                <a:srgbClr val="000000"/>
                              </a:solidFill>
                              <a:latin typeface="Cambria Math" panose="02040503050406030204" pitchFamily="18" charset="0"/>
                            </a:rPr>
                          </m:ctrlPr>
                        </m:sSupPr>
                        <m:e>
                          <m:r>
                            <a:rPr lang="en-US" altLang="zh-CN" sz="1200" dirty="0">
                              <a:solidFill>
                                <a:srgbClr val="000000"/>
                              </a:solidFill>
                              <a:latin typeface="Cambria Math" panose="02040503050406030204" pitchFamily="18" charset="0"/>
                            </a:rPr>
                            <m:t>𝑲</m:t>
                          </m:r>
                        </m:e>
                        <m:sup>
                          <m:r>
                            <a:rPr lang="en-US" altLang="zh-CN" sz="1200" dirty="0">
                              <a:solidFill>
                                <a:srgbClr val="000000"/>
                              </a:solidFill>
                              <a:latin typeface="Cambria Math" panose="02040503050406030204" pitchFamily="18" charset="0"/>
                            </a:rPr>
                            <m:t>𝑇</m:t>
                          </m:r>
                        </m:sup>
                      </m:sSup>
                      <m:r>
                        <a:rPr lang="en-US" altLang="zh-CN" sz="1200" dirty="0">
                          <a:solidFill>
                            <a:srgbClr val="000000"/>
                          </a:solidFill>
                          <a:latin typeface="Cambria Math" panose="02040503050406030204" pitchFamily="18" charset="0"/>
                        </a:rPr>
                        <m:t> ∈ </m:t>
                      </m:r>
                      <m:sSup>
                        <m:sSupPr>
                          <m:ctrlPr>
                            <a:rPr lang="en-US" altLang="zh-CN" sz="1200" i="1" dirty="0">
                              <a:solidFill>
                                <a:srgbClr val="000000"/>
                              </a:solidFill>
                              <a:latin typeface="Cambria Math" panose="02040503050406030204" pitchFamily="18" charset="0"/>
                            </a:rPr>
                          </m:ctrlPr>
                        </m:sSupPr>
                        <m:e>
                          <m:r>
                            <a:rPr lang="en-US" altLang="zh-CN" sz="1200" dirty="0">
                              <a:solidFill>
                                <a:srgbClr val="000000"/>
                              </a:solidFill>
                              <a:latin typeface="Cambria Math" panose="02040503050406030204" pitchFamily="18" charset="0"/>
                            </a:rPr>
                            <m:t>𝐑</m:t>
                          </m:r>
                        </m:e>
                        <m:sup>
                          <m:r>
                            <a:rPr lang="en-US" altLang="zh-CN" sz="1200" dirty="0">
                              <a:solidFill>
                                <a:srgbClr val="000000"/>
                              </a:solidFill>
                              <a:latin typeface="Cambria Math" panose="02040503050406030204" pitchFamily="18" charset="0"/>
                            </a:rPr>
                            <m:t>𝑁</m:t>
                          </m:r>
                          <m:r>
                            <a:rPr lang="en-US" altLang="zh-CN" sz="1200" dirty="0">
                              <a:solidFill>
                                <a:srgbClr val="000000"/>
                              </a:solidFill>
                              <a:latin typeface="Cambria Math" panose="02040503050406030204" pitchFamily="18" charset="0"/>
                            </a:rPr>
                            <m:t>×</m:t>
                          </m:r>
                          <m:r>
                            <a:rPr lang="en-US" altLang="zh-CN" sz="1200" dirty="0">
                              <a:solidFill>
                                <a:srgbClr val="000000"/>
                              </a:solidFill>
                              <a:latin typeface="Cambria Math" panose="02040503050406030204" pitchFamily="18" charset="0"/>
                            </a:rPr>
                            <m:t>𝑁</m:t>
                          </m:r>
                        </m:sup>
                      </m:sSup>
                      <m:r>
                        <a:rPr lang="zh-CN" altLang="en-US" sz="1200" dirty="0">
                          <a:solidFill>
                            <a:srgbClr val="000000"/>
                          </a:solidFill>
                          <a:latin typeface="Cambria Math" panose="02040503050406030204" pitchFamily="18" charset="0"/>
                        </a:rPr>
                        <m:t>，</m:t>
                      </m:r>
                      <m:r>
                        <a:rPr lang="en-US" altLang="zh-CN" sz="1200" dirty="0">
                          <a:solidFill>
                            <a:srgbClr val="000000"/>
                          </a:solidFill>
                          <a:latin typeface="Cambria Math" panose="02040503050406030204" pitchFamily="18" charset="0"/>
                        </a:rPr>
                        <m:t>𝑷</m:t>
                      </m:r>
                      <m:r>
                        <a:rPr lang="en-US" altLang="zh-CN" sz="1200" dirty="0">
                          <a:solidFill>
                            <a:srgbClr val="000000"/>
                          </a:solidFill>
                          <a:latin typeface="Cambria Math" panose="02040503050406030204" pitchFamily="18" charset="0"/>
                        </a:rPr>
                        <m:t>=</m:t>
                      </m:r>
                      <m:r>
                        <m:rPr>
                          <m:sty m:val="p"/>
                        </m:rPr>
                        <a:rPr lang="en-US" altLang="zh-CN" sz="1200" dirty="0">
                          <a:solidFill>
                            <a:srgbClr val="000000"/>
                          </a:solidFill>
                          <a:latin typeface="Cambria Math" panose="02040503050406030204" pitchFamily="18" charset="0"/>
                        </a:rPr>
                        <m:t>Softmax</m:t>
                      </m:r>
                      <m:d>
                        <m:dPr>
                          <m:ctrlPr>
                            <a:rPr lang="en-US" altLang="zh-CN" sz="1200" i="1" dirty="0">
                              <a:solidFill>
                                <a:srgbClr val="000000"/>
                              </a:solidFill>
                              <a:latin typeface="Cambria Math" panose="02040503050406030204" pitchFamily="18" charset="0"/>
                            </a:rPr>
                          </m:ctrlPr>
                        </m:dPr>
                        <m:e>
                          <m:r>
                            <a:rPr lang="en-US" altLang="zh-CN" sz="1200" dirty="0">
                              <a:solidFill>
                                <a:srgbClr val="000000"/>
                              </a:solidFill>
                              <a:latin typeface="Cambria Math" panose="02040503050406030204" pitchFamily="18" charset="0"/>
                            </a:rPr>
                            <m:t>𝑺</m:t>
                          </m:r>
                        </m:e>
                      </m:d>
                      <m:r>
                        <a:rPr lang="en-US" altLang="zh-CN" sz="1200" dirty="0">
                          <a:solidFill>
                            <a:srgbClr val="000000"/>
                          </a:solidFill>
                          <a:latin typeface="Cambria Math" panose="02040503050406030204" pitchFamily="18" charset="0"/>
                        </a:rPr>
                        <m:t>∈ </m:t>
                      </m:r>
                      <m:sSup>
                        <m:sSupPr>
                          <m:ctrlPr>
                            <a:rPr lang="en-US" altLang="zh-CN" sz="1200" i="1" dirty="0">
                              <a:solidFill>
                                <a:srgbClr val="000000"/>
                              </a:solidFill>
                              <a:latin typeface="Cambria Math" panose="02040503050406030204" pitchFamily="18" charset="0"/>
                            </a:rPr>
                          </m:ctrlPr>
                        </m:sSupPr>
                        <m:e>
                          <m:r>
                            <a:rPr lang="en-US" altLang="zh-CN" sz="1200" dirty="0">
                              <a:solidFill>
                                <a:srgbClr val="000000"/>
                              </a:solidFill>
                              <a:latin typeface="Cambria Math" panose="02040503050406030204" pitchFamily="18" charset="0"/>
                            </a:rPr>
                            <m:t>𝐑</m:t>
                          </m:r>
                        </m:e>
                        <m:sup>
                          <m:r>
                            <a:rPr lang="en-US" altLang="zh-CN" sz="1200" dirty="0">
                              <a:solidFill>
                                <a:srgbClr val="000000"/>
                              </a:solidFill>
                              <a:latin typeface="Cambria Math" panose="02040503050406030204" pitchFamily="18" charset="0"/>
                            </a:rPr>
                            <m:t>𝑁</m:t>
                          </m:r>
                          <m:r>
                            <a:rPr lang="en-US" altLang="zh-CN" sz="1200" dirty="0">
                              <a:solidFill>
                                <a:srgbClr val="000000"/>
                              </a:solidFill>
                              <a:latin typeface="Cambria Math" panose="02040503050406030204" pitchFamily="18" charset="0"/>
                            </a:rPr>
                            <m:t>×</m:t>
                          </m:r>
                          <m:r>
                            <a:rPr lang="en-US" altLang="zh-CN" sz="1200" dirty="0">
                              <a:solidFill>
                                <a:srgbClr val="000000"/>
                              </a:solidFill>
                              <a:latin typeface="Cambria Math" panose="02040503050406030204" pitchFamily="18" charset="0"/>
                            </a:rPr>
                            <m:t>𝑁</m:t>
                          </m:r>
                        </m:sup>
                      </m:sSup>
                      <m:r>
                        <a:rPr lang="zh-CN" altLang="en-US" sz="1200" dirty="0">
                          <a:solidFill>
                            <a:srgbClr val="000000"/>
                          </a:solidFill>
                          <a:latin typeface="Cambria Math" panose="02040503050406030204" pitchFamily="18" charset="0"/>
                        </a:rPr>
                        <m:t>，</m:t>
                      </m:r>
                      <m:r>
                        <a:rPr lang="en-US" altLang="zh-CN" sz="1200" dirty="0">
                          <a:solidFill>
                            <a:srgbClr val="000000"/>
                          </a:solidFill>
                          <a:latin typeface="Cambria Math" panose="02040503050406030204" pitchFamily="18" charset="0"/>
                        </a:rPr>
                        <m:t>𝑶</m:t>
                      </m:r>
                      <m:r>
                        <a:rPr lang="en-US" altLang="zh-CN" sz="1200" dirty="0">
                          <a:solidFill>
                            <a:srgbClr val="000000"/>
                          </a:solidFill>
                          <a:latin typeface="Cambria Math" panose="02040503050406030204" pitchFamily="18" charset="0"/>
                        </a:rPr>
                        <m:t>=</m:t>
                      </m:r>
                      <m:r>
                        <a:rPr lang="en-US" altLang="zh-CN" sz="1200" dirty="0">
                          <a:solidFill>
                            <a:srgbClr val="000000"/>
                          </a:solidFill>
                          <a:latin typeface="Cambria Math" panose="02040503050406030204" pitchFamily="18" charset="0"/>
                        </a:rPr>
                        <m:t>𝑷𝑽</m:t>
                      </m:r>
                      <m:r>
                        <a:rPr lang="en-US" altLang="zh-CN" sz="1200" dirty="0">
                          <a:solidFill>
                            <a:srgbClr val="000000"/>
                          </a:solidFill>
                          <a:latin typeface="Cambria Math" panose="02040503050406030204" pitchFamily="18" charset="0"/>
                        </a:rPr>
                        <m:t>∈ </m:t>
                      </m:r>
                      <m:sSup>
                        <m:sSupPr>
                          <m:ctrlPr>
                            <a:rPr lang="en-US" altLang="zh-CN" sz="1200" i="1" dirty="0">
                              <a:solidFill>
                                <a:srgbClr val="000000"/>
                              </a:solidFill>
                              <a:latin typeface="Cambria Math" panose="02040503050406030204" pitchFamily="18" charset="0"/>
                            </a:rPr>
                          </m:ctrlPr>
                        </m:sSupPr>
                        <m:e>
                          <m:r>
                            <a:rPr lang="en-US" altLang="zh-CN" sz="1200" dirty="0">
                              <a:solidFill>
                                <a:srgbClr val="000000"/>
                              </a:solidFill>
                              <a:latin typeface="Cambria Math" panose="02040503050406030204" pitchFamily="18" charset="0"/>
                            </a:rPr>
                            <m:t>𝐑</m:t>
                          </m:r>
                        </m:e>
                        <m:sup>
                          <m:r>
                            <a:rPr lang="en-US" altLang="zh-CN" sz="1200" dirty="0">
                              <a:solidFill>
                                <a:srgbClr val="000000"/>
                              </a:solidFill>
                              <a:latin typeface="Cambria Math" panose="02040503050406030204" pitchFamily="18" charset="0"/>
                            </a:rPr>
                            <m:t>𝑁</m:t>
                          </m:r>
                          <m:r>
                            <a:rPr lang="en-US" altLang="zh-CN" sz="1200" dirty="0">
                              <a:solidFill>
                                <a:srgbClr val="000000"/>
                              </a:solidFill>
                              <a:latin typeface="Cambria Math" panose="02040503050406030204" pitchFamily="18" charset="0"/>
                            </a:rPr>
                            <m:t>×</m:t>
                          </m:r>
                          <m:r>
                            <a:rPr lang="en-US" altLang="zh-CN" sz="1200" dirty="0">
                              <a:solidFill>
                                <a:srgbClr val="000000"/>
                              </a:solidFill>
                              <a:latin typeface="Cambria Math" panose="02040503050406030204" pitchFamily="18" charset="0"/>
                            </a:rPr>
                            <m:t>𝑑</m:t>
                          </m:r>
                        </m:sup>
                      </m:sSup>
                    </m:oMath>
                  </m:oMathPara>
                </a14:m>
                <a:endParaRPr lang="en-US" altLang="zh-CN" sz="1200" dirty="0">
                  <a:solidFill>
                    <a:srgbClr val="000000"/>
                  </a:solidFill>
                  <a:latin typeface="Arial" panose="020B0604020202020204" pitchFamily="34" charset="0"/>
                  <a:ea typeface="微软雅黑" panose="020B0503020204020204" pitchFamily="34" charset="-122"/>
                  <a:cs typeface="Arial" panose="020B0604020202020204" pitchFamily="34" charset="0"/>
                </a:endParaRPr>
              </a:p>
              <a:p>
                <a:pPr marL="0" indent="0" algn="ctr">
                  <a:lnSpc>
                    <a:spcPct val="150000"/>
                  </a:lnSpc>
                  <a:spcBef>
                    <a:spcPts val="0"/>
                  </a:spcBef>
                  <a:buFont typeface="Arial" panose="020B0604020202020204" pitchFamily="34" charset="0"/>
                  <a:buNone/>
                </a:pPr>
                <a:r>
                  <a:rPr lang="zh-CN" altLang="en-US" sz="1200" dirty="0">
                    <a:solidFill>
                      <a:srgbClr val="000000"/>
                    </a:solidFill>
                    <a:latin typeface="Arial" panose="020B0604020202020204" pitchFamily="34" charset="0"/>
                    <a:ea typeface="微软雅黑" panose="020B0503020204020204" pitchFamily="34" charset="-122"/>
                    <a:cs typeface="Arial" panose="020B0604020202020204" pitchFamily="34" charset="0"/>
                  </a:rPr>
                  <a:t>其中 </a:t>
                </a:r>
                <a14:m>
                  <m:oMath xmlns:m="http://schemas.openxmlformats.org/officeDocument/2006/math">
                    <m:r>
                      <a:rPr lang="en-US" altLang="zh-CN" sz="1200" dirty="0">
                        <a:solidFill>
                          <a:srgbClr val="000000"/>
                        </a:solidFill>
                        <a:latin typeface="Cambria Math" panose="02040503050406030204" pitchFamily="18" charset="0"/>
                      </a:rPr>
                      <m:t>𝑸</m:t>
                    </m:r>
                    <m:r>
                      <a:rPr lang="zh-CN" altLang="en-US" sz="1200" dirty="0">
                        <a:solidFill>
                          <a:srgbClr val="000000"/>
                        </a:solidFill>
                        <a:latin typeface="Cambria Math" panose="02040503050406030204" pitchFamily="18" charset="0"/>
                      </a:rPr>
                      <m:t>、</m:t>
                    </m:r>
                    <m:r>
                      <a:rPr lang="en-US" altLang="zh-CN" sz="1200" dirty="0">
                        <a:solidFill>
                          <a:srgbClr val="000000"/>
                        </a:solidFill>
                        <a:latin typeface="Cambria Math" panose="02040503050406030204" pitchFamily="18" charset="0"/>
                      </a:rPr>
                      <m:t>𝑲</m:t>
                    </m:r>
                    <m:r>
                      <a:rPr lang="zh-CN" altLang="en-US" sz="1200" dirty="0">
                        <a:solidFill>
                          <a:srgbClr val="000000"/>
                        </a:solidFill>
                        <a:latin typeface="Cambria Math" panose="02040503050406030204" pitchFamily="18" charset="0"/>
                      </a:rPr>
                      <m:t>、</m:t>
                    </m:r>
                    <m:r>
                      <a:rPr lang="en-US" altLang="zh-CN" sz="1200" dirty="0">
                        <a:solidFill>
                          <a:srgbClr val="000000"/>
                        </a:solidFill>
                        <a:latin typeface="Cambria Math" panose="02040503050406030204" pitchFamily="18" charset="0"/>
                      </a:rPr>
                      <m:t>𝑽</m:t>
                    </m:r>
                    <m:r>
                      <a:rPr lang="en-US" altLang="zh-CN" sz="1200" dirty="0">
                        <a:solidFill>
                          <a:srgbClr val="000000"/>
                        </a:solidFill>
                        <a:latin typeface="Cambria Math" panose="02040503050406030204" pitchFamily="18" charset="0"/>
                      </a:rPr>
                      <m:t>∈</m:t>
                    </m:r>
                    <m:sSup>
                      <m:sSupPr>
                        <m:ctrlPr>
                          <a:rPr lang="en-US" altLang="zh-CN" sz="1200" i="1" dirty="0">
                            <a:solidFill>
                              <a:srgbClr val="000000"/>
                            </a:solidFill>
                            <a:latin typeface="Cambria Math" panose="02040503050406030204" pitchFamily="18" charset="0"/>
                          </a:rPr>
                        </m:ctrlPr>
                      </m:sSupPr>
                      <m:e>
                        <m:r>
                          <a:rPr lang="en-US" altLang="zh-CN" sz="1200" dirty="0">
                            <a:solidFill>
                              <a:srgbClr val="000000"/>
                            </a:solidFill>
                            <a:latin typeface="Cambria Math" panose="02040503050406030204" pitchFamily="18" charset="0"/>
                          </a:rPr>
                          <m:t>𝑹</m:t>
                        </m:r>
                      </m:e>
                      <m:sup>
                        <m:r>
                          <a:rPr lang="en-US" altLang="zh-CN" sz="1200" dirty="0">
                            <a:solidFill>
                              <a:srgbClr val="000000"/>
                            </a:solidFill>
                            <a:latin typeface="Cambria Math" panose="02040503050406030204" pitchFamily="18" charset="0"/>
                          </a:rPr>
                          <m:t>𝑁</m:t>
                        </m:r>
                        <m:r>
                          <a:rPr lang="en-US" altLang="zh-CN" sz="1200" dirty="0">
                            <a:solidFill>
                              <a:srgbClr val="000000"/>
                            </a:solidFill>
                            <a:latin typeface="Cambria Math" panose="02040503050406030204" pitchFamily="18" charset="0"/>
                          </a:rPr>
                          <m:t>×</m:t>
                        </m:r>
                        <m:r>
                          <a:rPr lang="en-US" altLang="zh-CN" sz="1200" dirty="0">
                            <a:solidFill>
                              <a:srgbClr val="000000"/>
                            </a:solidFill>
                            <a:latin typeface="Cambria Math" panose="02040503050406030204" pitchFamily="18" charset="0"/>
                          </a:rPr>
                          <m:t>𝑑</m:t>
                        </m:r>
                      </m:sup>
                    </m:sSup>
                  </m:oMath>
                </a14:m>
                <a:r>
                  <a:rPr lang="en-US" altLang="zh-CN" sz="1200" dirty="0">
                    <a:solidFill>
                      <a:srgbClr val="000000"/>
                    </a:solidFill>
                    <a:latin typeface="Arial" panose="020B0604020202020204" pitchFamily="34" charset="0"/>
                    <a:ea typeface="微软雅黑" panose="020B0503020204020204" pitchFamily="34" charset="-122"/>
                    <a:cs typeface="Arial" panose="020B0604020202020204" pitchFamily="34" charset="0"/>
                  </a:rPr>
                  <a:t> </a:t>
                </a:r>
                <a:r>
                  <a:rPr lang="zh-CN" altLang="en-US" sz="1200" dirty="0">
                    <a:solidFill>
                      <a:srgbClr val="000000"/>
                    </a:solidFill>
                    <a:latin typeface="Arial" panose="020B0604020202020204" pitchFamily="34" charset="0"/>
                    <a:ea typeface="微软雅黑" panose="020B0503020204020204" pitchFamily="34" charset="-122"/>
                    <a:cs typeface="Arial" panose="020B0604020202020204" pitchFamily="34" charset="0"/>
                  </a:rPr>
                  <a:t>，分别表示查询（</a:t>
                </a:r>
                <a:r>
                  <a:rPr lang="en-US" altLang="zh-CN" sz="1200" dirty="0">
                    <a:solidFill>
                      <a:srgbClr val="000000"/>
                    </a:solidFill>
                    <a:latin typeface="Arial" panose="020B0604020202020204" pitchFamily="34" charset="0"/>
                    <a:ea typeface="微软雅黑" panose="020B0503020204020204" pitchFamily="34" charset="-122"/>
                    <a:cs typeface="Arial" panose="020B0604020202020204" pitchFamily="34" charset="0"/>
                  </a:rPr>
                  <a:t>Query</a:t>
                </a:r>
                <a:r>
                  <a:rPr lang="zh-CN" altLang="en-US" sz="1200" dirty="0">
                    <a:solidFill>
                      <a:srgbClr val="000000"/>
                    </a:solidFill>
                    <a:latin typeface="Arial" panose="020B0604020202020204" pitchFamily="34" charset="0"/>
                    <a:ea typeface="微软雅黑" panose="020B0503020204020204" pitchFamily="34" charset="-122"/>
                    <a:cs typeface="Arial" panose="020B0604020202020204" pitchFamily="34" charset="0"/>
                  </a:rPr>
                  <a:t>），键（</a:t>
                </a:r>
                <a:r>
                  <a:rPr lang="en-US" altLang="zh-CN" sz="1200" dirty="0">
                    <a:solidFill>
                      <a:srgbClr val="000000"/>
                    </a:solidFill>
                    <a:latin typeface="Arial" panose="020B0604020202020204" pitchFamily="34" charset="0"/>
                    <a:ea typeface="微软雅黑" panose="020B0503020204020204" pitchFamily="34" charset="-122"/>
                    <a:cs typeface="Arial" panose="020B0604020202020204" pitchFamily="34" charset="0"/>
                  </a:rPr>
                  <a:t>Key</a:t>
                </a:r>
                <a:r>
                  <a:rPr lang="zh-CN" altLang="en-US" sz="1200" dirty="0">
                    <a:solidFill>
                      <a:srgbClr val="000000"/>
                    </a:solidFill>
                    <a:latin typeface="Arial" panose="020B0604020202020204" pitchFamily="34" charset="0"/>
                    <a:ea typeface="微软雅黑" panose="020B0503020204020204" pitchFamily="34" charset="-122"/>
                    <a:cs typeface="Arial" panose="020B0604020202020204" pitchFamily="34" charset="0"/>
                  </a:rPr>
                  <a:t>），值（</a:t>
                </a:r>
                <a:r>
                  <a:rPr lang="en-US" altLang="zh-CN" sz="1200" dirty="0">
                    <a:solidFill>
                      <a:srgbClr val="000000"/>
                    </a:solidFill>
                    <a:latin typeface="Arial" panose="020B0604020202020204" pitchFamily="34" charset="0"/>
                    <a:ea typeface="微软雅黑" panose="020B0503020204020204" pitchFamily="34" charset="-122"/>
                    <a:cs typeface="Arial" panose="020B0604020202020204" pitchFamily="34" charset="0"/>
                  </a:rPr>
                  <a:t>Value</a:t>
                </a:r>
                <a:r>
                  <a:rPr lang="zh-CN" altLang="en-US" sz="1200" dirty="0">
                    <a:solidFill>
                      <a:srgbClr val="000000"/>
                    </a:solidFill>
                    <a:latin typeface="Arial" panose="020B0604020202020204" pitchFamily="34" charset="0"/>
                    <a:ea typeface="微软雅黑" panose="020B0503020204020204" pitchFamily="34" charset="-122"/>
                    <a:cs typeface="Arial" panose="020B0604020202020204" pitchFamily="34" charset="0"/>
                  </a:rPr>
                  <a:t>），</a:t>
                </a:r>
                <a:r>
                  <a:rPr lang="en-US" altLang="zh-CN" sz="1200" dirty="0">
                    <a:solidFill>
                      <a:srgbClr val="000000"/>
                    </a:solidFill>
                    <a:latin typeface="Arial" panose="020B0604020202020204" pitchFamily="34" charset="0"/>
                    <a:ea typeface="微软雅黑" panose="020B0503020204020204" pitchFamily="34" charset="-122"/>
                    <a:cs typeface="Arial" panose="020B0604020202020204" pitchFamily="34" charset="0"/>
                  </a:rPr>
                  <a:t>N</a:t>
                </a:r>
                <a:r>
                  <a:rPr lang="zh-CN" altLang="en-US" sz="1200" dirty="0">
                    <a:solidFill>
                      <a:srgbClr val="000000"/>
                    </a:solidFill>
                    <a:latin typeface="Arial" panose="020B0604020202020204" pitchFamily="34" charset="0"/>
                    <a:ea typeface="微软雅黑" panose="020B0503020204020204" pitchFamily="34" charset="-122"/>
                    <a:cs typeface="Arial" panose="020B0604020202020204" pitchFamily="34" charset="0"/>
                  </a:rPr>
                  <a:t>表示序列长度，</a:t>
                </a:r>
                <a:r>
                  <a:rPr lang="en-US" altLang="zh-CN" sz="1200" dirty="0">
                    <a:solidFill>
                      <a:srgbClr val="000000"/>
                    </a:solidFill>
                    <a:latin typeface="Arial" panose="020B0604020202020204" pitchFamily="34" charset="0"/>
                    <a:ea typeface="微软雅黑" panose="020B0503020204020204" pitchFamily="34" charset="-122"/>
                    <a:cs typeface="Arial" panose="020B0604020202020204" pitchFamily="34" charset="0"/>
                  </a:rPr>
                  <a:t>d</a:t>
                </a:r>
                <a:r>
                  <a:rPr lang="zh-CN" altLang="en-US" sz="1200" dirty="0">
                    <a:solidFill>
                      <a:srgbClr val="000000"/>
                    </a:solidFill>
                    <a:latin typeface="Arial" panose="020B0604020202020204" pitchFamily="34" charset="0"/>
                    <a:ea typeface="微软雅黑" panose="020B0503020204020204" pitchFamily="34" charset="-122"/>
                    <a:cs typeface="Arial" panose="020B0604020202020204" pitchFamily="34" charset="0"/>
                  </a:rPr>
                  <a:t>表示隐藏层最小的单元尺寸（注意力头维度）。</a:t>
                </a:r>
                <a:endParaRPr lang="en-US" altLang="zh-CN" sz="1200" dirty="0">
                  <a:solidFill>
                    <a:srgbClr val="000000"/>
                  </a:solidFill>
                  <a:latin typeface="Arial" panose="020B0604020202020204" pitchFamily="34" charset="0"/>
                  <a:ea typeface="微软雅黑" panose="020B0503020204020204" pitchFamily="34" charset="-122"/>
                  <a:cs typeface="Arial" panose="020B0604020202020204" pitchFamily="34" charset="0"/>
                </a:endParaRPr>
              </a:p>
            </p:txBody>
          </p:sp>
        </mc:Choice>
        <mc:Fallback>
          <p:sp>
            <p:nvSpPr>
              <p:cNvPr id="3" name="文本占位符 2">
                <a:extLst>
                  <a:ext uri="{FF2B5EF4-FFF2-40B4-BE49-F238E27FC236}">
                    <a16:creationId xmlns:a16="http://schemas.microsoft.com/office/drawing/2014/main" id="{7DEAC86D-1554-6D15-857E-A979DEB7180A}"/>
                  </a:ext>
                </a:extLst>
              </p:cNvPr>
              <p:cNvSpPr txBox="1">
                <a:spLocks noRot="1" noChangeAspect="1" noMove="1" noResize="1" noEditPoints="1" noAdjustHandles="1" noChangeArrowheads="1" noChangeShapeType="1" noTextEdit="1"/>
              </p:cNvSpPr>
              <p:nvPr/>
            </p:nvSpPr>
            <p:spPr>
              <a:xfrm>
                <a:off x="1051872" y="2756347"/>
                <a:ext cx="10093019" cy="1345305"/>
              </a:xfrm>
              <a:prstGeom prst="rect">
                <a:avLst/>
              </a:prstGeom>
              <a:blipFill>
                <a:blip r:embed="rId2"/>
                <a:stretch>
                  <a:fillRect b="-2715"/>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242733354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E06892-61BA-F702-7F47-8249DB5BEC02}"/>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081FDF47-CB19-6A6D-AFEB-0B247686DA00}"/>
              </a:ext>
            </a:extLst>
          </p:cNvPr>
          <p:cNvSpPr txBox="1">
            <a:spLocks/>
          </p:cNvSpPr>
          <p:nvPr/>
        </p:nvSpPr>
        <p:spPr>
          <a:xfrm>
            <a:off x="3954203" y="411900"/>
            <a:ext cx="4288353" cy="584775"/>
          </a:xfrm>
          <a:prstGeom prst="rect">
            <a:avLst/>
          </a:prstGeom>
        </p:spPr>
        <p:txBody>
          <a:bodyPr wrap="none">
            <a:spAutoFit/>
          </a:bodyPr>
          <a:lstStyle>
            <a:lvl1pPr algn="l" defTabSz="1187798" rtl="0" eaLnBrk="1" latinLnBrk="0" hangingPunct="1">
              <a:lnSpc>
                <a:spcPct val="90000"/>
              </a:lnSpc>
              <a:spcBef>
                <a:spcPct val="0"/>
              </a:spcBef>
              <a:buNone/>
              <a:defRPr sz="5716" kern="1200">
                <a:solidFill>
                  <a:schemeClr val="tx1"/>
                </a:solidFill>
                <a:latin typeface="+mj-lt"/>
                <a:ea typeface="+mj-ea"/>
                <a:cs typeface="+mj-cs"/>
              </a:defRPr>
            </a:lvl1pPr>
          </a:lstStyle>
          <a:p>
            <a:pPr algn="ctr">
              <a:lnSpc>
                <a:spcPct val="100000"/>
              </a:lnSpc>
            </a:pPr>
            <a:r>
              <a:rPr lang="zh-CN" altLang="en-US" sz="3200" b="1" dirty="0">
                <a:solidFill>
                  <a:srgbClr val="000000"/>
                </a:solidFill>
                <a:latin typeface="微软雅黑" panose="020B0503020204020204" pitchFamily="34" charset="-122"/>
                <a:ea typeface="微软雅黑" panose="020B0503020204020204" pitchFamily="34" charset="-122"/>
              </a:rPr>
              <a:t>自注意力算子运算分析</a:t>
            </a:r>
          </a:p>
        </p:txBody>
      </p:sp>
      <mc:AlternateContent xmlns:mc="http://schemas.openxmlformats.org/markup-compatibility/2006">
        <mc:Choice xmlns:a14="http://schemas.microsoft.com/office/drawing/2010/main" Requires="a14">
          <p:sp>
            <p:nvSpPr>
              <p:cNvPr id="3" name="文本占位符 2">
                <a:extLst>
                  <a:ext uri="{FF2B5EF4-FFF2-40B4-BE49-F238E27FC236}">
                    <a16:creationId xmlns:a16="http://schemas.microsoft.com/office/drawing/2014/main" id="{9B516D4B-0517-D680-0ED5-F2E68DA550B0}"/>
                  </a:ext>
                </a:extLst>
              </p:cNvPr>
              <p:cNvSpPr txBox="1">
                <a:spLocks/>
              </p:cNvSpPr>
              <p:nvPr/>
            </p:nvSpPr>
            <p:spPr>
              <a:xfrm>
                <a:off x="989269" y="1906596"/>
                <a:ext cx="10218224" cy="3044808"/>
              </a:xfrm>
              <a:prstGeom prst="rect">
                <a:avLst/>
              </a:prstGeom>
            </p:spPr>
            <p:txBody>
              <a:bodyPr wrap="square">
                <a:spAutoFit/>
              </a:bodyPr>
              <a:lstStyle>
                <a:lvl1pPr marL="296950" indent="-296950" algn="l" defTabSz="1187798" rtl="0" eaLnBrk="1" latinLnBrk="0" hangingPunct="1">
                  <a:lnSpc>
                    <a:spcPct val="90000"/>
                  </a:lnSpc>
                  <a:spcBef>
                    <a:spcPts val="1299"/>
                  </a:spcBef>
                  <a:buFont typeface="Arial" panose="020B0604020202020204" pitchFamily="34" charset="0"/>
                  <a:buChar char="•"/>
                  <a:defRPr sz="3636" kern="1200">
                    <a:solidFill>
                      <a:schemeClr val="tx1"/>
                    </a:solidFill>
                    <a:latin typeface="+mn-lt"/>
                    <a:ea typeface="+mn-ea"/>
                    <a:cs typeface="+mn-cs"/>
                  </a:defRPr>
                </a:lvl1pPr>
                <a:lvl2pPr marL="890849" indent="-296950" algn="l" defTabSz="1187798" rtl="0" eaLnBrk="1" latinLnBrk="0" hangingPunct="1">
                  <a:lnSpc>
                    <a:spcPct val="90000"/>
                  </a:lnSpc>
                  <a:spcBef>
                    <a:spcPts val="650"/>
                  </a:spcBef>
                  <a:buFont typeface="Arial" panose="020B0604020202020204" pitchFamily="34" charset="0"/>
                  <a:buChar char="•"/>
                  <a:defRPr sz="3118" kern="1200">
                    <a:solidFill>
                      <a:schemeClr val="tx1"/>
                    </a:solidFill>
                    <a:latin typeface="+mn-lt"/>
                    <a:ea typeface="+mn-ea"/>
                    <a:cs typeface="+mn-cs"/>
                  </a:defRPr>
                </a:lvl2pPr>
                <a:lvl3pPr marL="1484748" indent="-296950" algn="l" defTabSz="1187798" rtl="0" eaLnBrk="1" latinLnBrk="0" hangingPunct="1">
                  <a:lnSpc>
                    <a:spcPct val="90000"/>
                  </a:lnSpc>
                  <a:spcBef>
                    <a:spcPts val="650"/>
                  </a:spcBef>
                  <a:buFont typeface="Arial" panose="020B0604020202020204" pitchFamily="34" charset="0"/>
                  <a:buChar char="•"/>
                  <a:defRPr sz="2598" kern="1200">
                    <a:solidFill>
                      <a:schemeClr val="tx1"/>
                    </a:solidFill>
                    <a:latin typeface="+mn-lt"/>
                    <a:ea typeface="+mn-ea"/>
                    <a:cs typeface="+mn-cs"/>
                  </a:defRPr>
                </a:lvl3pPr>
                <a:lvl4pPr marL="2078648" indent="-296950" algn="l" defTabSz="1187798" rtl="0" eaLnBrk="1" latinLnBrk="0" hangingPunct="1">
                  <a:lnSpc>
                    <a:spcPct val="90000"/>
                  </a:lnSpc>
                  <a:spcBef>
                    <a:spcPts val="650"/>
                  </a:spcBef>
                  <a:buFont typeface="Arial" panose="020B0604020202020204" pitchFamily="34" charset="0"/>
                  <a:buChar char="•"/>
                  <a:defRPr sz="2338" kern="1200">
                    <a:solidFill>
                      <a:schemeClr val="tx1"/>
                    </a:solidFill>
                    <a:latin typeface="+mn-lt"/>
                    <a:ea typeface="+mn-ea"/>
                    <a:cs typeface="+mn-cs"/>
                  </a:defRPr>
                </a:lvl4pPr>
                <a:lvl5pPr marL="2672547" indent="-296950" algn="l" defTabSz="1187798" rtl="0" eaLnBrk="1" latinLnBrk="0" hangingPunct="1">
                  <a:lnSpc>
                    <a:spcPct val="90000"/>
                  </a:lnSpc>
                  <a:spcBef>
                    <a:spcPts val="650"/>
                  </a:spcBef>
                  <a:buFont typeface="Arial" panose="020B0604020202020204" pitchFamily="34" charset="0"/>
                  <a:buChar char="•"/>
                  <a:defRPr sz="2338" kern="1200">
                    <a:solidFill>
                      <a:schemeClr val="tx1"/>
                    </a:solidFill>
                    <a:latin typeface="+mn-lt"/>
                    <a:ea typeface="+mn-ea"/>
                    <a:cs typeface="+mn-cs"/>
                  </a:defRPr>
                </a:lvl5pPr>
                <a:lvl6pPr marL="3266447" indent="-296950" algn="l" defTabSz="1187798" rtl="0" eaLnBrk="1" latinLnBrk="0" hangingPunct="1">
                  <a:lnSpc>
                    <a:spcPct val="90000"/>
                  </a:lnSpc>
                  <a:spcBef>
                    <a:spcPts val="650"/>
                  </a:spcBef>
                  <a:buFont typeface="Arial" panose="020B0604020202020204" pitchFamily="34" charset="0"/>
                  <a:buChar char="•"/>
                  <a:defRPr sz="2338" kern="1200">
                    <a:solidFill>
                      <a:schemeClr val="tx1"/>
                    </a:solidFill>
                    <a:latin typeface="+mn-lt"/>
                    <a:ea typeface="+mn-ea"/>
                    <a:cs typeface="+mn-cs"/>
                  </a:defRPr>
                </a:lvl6pPr>
                <a:lvl7pPr marL="3860346" indent="-296950" algn="l" defTabSz="1187798" rtl="0" eaLnBrk="1" latinLnBrk="0" hangingPunct="1">
                  <a:lnSpc>
                    <a:spcPct val="90000"/>
                  </a:lnSpc>
                  <a:spcBef>
                    <a:spcPts val="650"/>
                  </a:spcBef>
                  <a:buFont typeface="Arial" panose="020B0604020202020204" pitchFamily="34" charset="0"/>
                  <a:buChar char="•"/>
                  <a:defRPr sz="2338" kern="1200">
                    <a:solidFill>
                      <a:schemeClr val="tx1"/>
                    </a:solidFill>
                    <a:latin typeface="+mn-lt"/>
                    <a:ea typeface="+mn-ea"/>
                    <a:cs typeface="+mn-cs"/>
                  </a:defRPr>
                </a:lvl7pPr>
                <a:lvl8pPr marL="4454245" indent="-296950" algn="l" defTabSz="1187798" rtl="0" eaLnBrk="1" latinLnBrk="0" hangingPunct="1">
                  <a:lnSpc>
                    <a:spcPct val="90000"/>
                  </a:lnSpc>
                  <a:spcBef>
                    <a:spcPts val="650"/>
                  </a:spcBef>
                  <a:buFont typeface="Arial" panose="020B0604020202020204" pitchFamily="34" charset="0"/>
                  <a:buChar char="•"/>
                  <a:defRPr sz="2338" kern="1200">
                    <a:solidFill>
                      <a:schemeClr val="tx1"/>
                    </a:solidFill>
                    <a:latin typeface="+mn-lt"/>
                    <a:ea typeface="+mn-ea"/>
                    <a:cs typeface="+mn-cs"/>
                  </a:defRPr>
                </a:lvl8pPr>
                <a:lvl9pPr marL="5048144" indent="-296950" algn="l" defTabSz="1187798" rtl="0" eaLnBrk="1" latinLnBrk="0" hangingPunct="1">
                  <a:lnSpc>
                    <a:spcPct val="90000"/>
                  </a:lnSpc>
                  <a:spcBef>
                    <a:spcPts val="650"/>
                  </a:spcBef>
                  <a:buFont typeface="Arial" panose="020B0604020202020204" pitchFamily="34" charset="0"/>
                  <a:buChar char="•"/>
                  <a:defRPr sz="2338" kern="1200">
                    <a:solidFill>
                      <a:schemeClr val="tx1"/>
                    </a:solidFill>
                    <a:latin typeface="+mn-lt"/>
                    <a:ea typeface="+mn-ea"/>
                    <a:cs typeface="+mn-cs"/>
                  </a:defRPr>
                </a:lvl9pPr>
              </a:lstStyle>
              <a:p>
                <a:pPr marL="0" indent="0">
                  <a:lnSpc>
                    <a:spcPct val="150000"/>
                  </a:lnSpc>
                  <a:spcBef>
                    <a:spcPts val="0"/>
                  </a:spcBef>
                  <a:buNone/>
                </a:pPr>
                <a:r>
                  <a:rPr lang="en-US" altLang="zh-CN" sz="1800" b="1" dirty="0">
                    <a:solidFill>
                      <a:srgbClr val="C00000"/>
                    </a:solidFill>
                    <a:latin typeface="Arial" panose="020B0604020202020204" pitchFamily="34" charset="0"/>
                    <a:ea typeface="微软雅黑" panose="020B0503020204020204" pitchFamily="34" charset="-122"/>
                    <a:cs typeface="Arial" panose="020B0604020202020204" pitchFamily="34" charset="0"/>
                  </a:rPr>
                  <a:t>Self-Attention </a:t>
                </a:r>
                <a:r>
                  <a:rPr lang="zh-CN" altLang="en-US" sz="1800" b="1" dirty="0">
                    <a:solidFill>
                      <a:srgbClr val="C00000"/>
                    </a:solidFill>
                    <a:latin typeface="Arial" panose="020B0604020202020204" pitchFamily="34" charset="0"/>
                    <a:ea typeface="微软雅黑" panose="020B0503020204020204" pitchFamily="34" charset="-122"/>
                    <a:cs typeface="Arial" panose="020B0604020202020204" pitchFamily="34" charset="0"/>
                  </a:rPr>
                  <a:t>运算分析</a:t>
                </a:r>
              </a:p>
              <a:p>
                <a:pPr marL="0" lvl="1" indent="0">
                  <a:lnSpc>
                    <a:spcPct val="150000"/>
                  </a:lnSpc>
                  <a:spcBef>
                    <a:spcPts val="0"/>
                  </a:spcBef>
                  <a:buNone/>
                  <a:defRPr>
                    <a:solidFill>
                      <a:srgbClr val="000000"/>
                    </a:solidFill>
                  </a:defRPr>
                </a:pPr>
                <a:r>
                  <a:rPr lang="zh-CN" altLang="en-US" sz="1200" b="1" dirty="0">
                    <a:solidFill>
                      <a:srgbClr val="000000"/>
                    </a:solidFill>
                    <a:latin typeface="Arial" panose="020B0604020202020204" pitchFamily="34" charset="0"/>
                    <a:ea typeface="微软雅黑" panose="020B0503020204020204" pitchFamily="34" charset="-122"/>
                    <a:cs typeface="Arial" panose="020B0604020202020204" pitchFamily="34" charset="0"/>
                  </a:rPr>
                  <a:t>计算复杂度分析：</a:t>
                </a:r>
                <a:endParaRPr lang="en-US" altLang="zh-CN" sz="1200" b="1" dirty="0">
                  <a:solidFill>
                    <a:srgbClr val="000000"/>
                  </a:solidFill>
                  <a:latin typeface="Arial" panose="020B0604020202020204" pitchFamily="34" charset="0"/>
                  <a:ea typeface="微软雅黑" panose="020B0503020204020204" pitchFamily="34" charset="-122"/>
                  <a:cs typeface="Arial" panose="020B0604020202020204" pitchFamily="34" charset="0"/>
                </a:endParaRPr>
              </a:p>
              <a:p>
                <a:pPr marL="126000" lvl="2" indent="-126000">
                  <a:lnSpc>
                    <a:spcPct val="150000"/>
                  </a:lnSpc>
                  <a:spcBef>
                    <a:spcPts val="0"/>
                  </a:spcBef>
                  <a:defRPr>
                    <a:solidFill>
                      <a:srgbClr val="000000"/>
                    </a:solidFill>
                  </a:defRPr>
                </a:pPr>
                <a:r>
                  <a:rPr lang="zh-CN" altLang="en-US" sz="1200" dirty="0">
                    <a:solidFill>
                      <a:srgbClr val="000000"/>
                    </a:solidFill>
                    <a:latin typeface="Arial" panose="020B0604020202020204" pitchFamily="34" charset="0"/>
                    <a:ea typeface="微软雅黑" panose="020B0503020204020204" pitchFamily="34" charset="-122"/>
                    <a:cs typeface="Arial" panose="020B0604020202020204" pitchFamily="34" charset="0"/>
                  </a:rPr>
                  <a:t>计算注意力矩阵</a:t>
                </a:r>
                <a:r>
                  <a:rPr lang="en-US" altLang="zh-CN" sz="1200" dirty="0">
                    <a:solidFill>
                      <a:srgbClr val="000000"/>
                    </a:solidFill>
                    <a:latin typeface="Arial" panose="020B0604020202020204" pitchFamily="34" charset="0"/>
                    <a:ea typeface="微软雅黑" panose="020B0503020204020204" pitchFamily="34" charset="-122"/>
                    <a:cs typeface="Arial" panose="020B0604020202020204" pitchFamily="34" charset="0"/>
                  </a:rPr>
                  <a:t>: </a:t>
                </a:r>
                <a14:m>
                  <m:oMath xmlns:m="http://schemas.openxmlformats.org/officeDocument/2006/math">
                    <m:d>
                      <m:dPr>
                        <m:begChr m:val="["/>
                        <m:endChr m:val="]"/>
                        <m:ctrlPr>
                          <a:rPr lang="en-US" altLang="zh-CN" sz="1200" i="1">
                            <a:solidFill>
                              <a:srgbClr val="000000"/>
                            </a:solidFill>
                            <a:latin typeface="Cambria Math" panose="02040503050406030204" pitchFamily="18" charset="0"/>
                          </a:rPr>
                        </m:ctrlPr>
                      </m:dPr>
                      <m:e>
                        <m:r>
                          <a:rPr lang="en-US" altLang="zh-CN" sz="1200">
                            <a:solidFill>
                              <a:srgbClr val="000000"/>
                            </a:solidFill>
                            <a:latin typeface="Cambria Math" panose="02040503050406030204" pitchFamily="18" charset="0"/>
                          </a:rPr>
                          <m:t>𝑁</m:t>
                        </m:r>
                        <m:r>
                          <a:rPr lang="en-US" altLang="zh-CN" sz="1200">
                            <a:solidFill>
                              <a:srgbClr val="000000"/>
                            </a:solidFill>
                            <a:latin typeface="Cambria Math" panose="02040503050406030204" pitchFamily="18" charset="0"/>
                          </a:rPr>
                          <m:t>,</m:t>
                        </m:r>
                        <m:r>
                          <a:rPr lang="en-US" altLang="zh-CN" sz="1200">
                            <a:solidFill>
                              <a:srgbClr val="000000"/>
                            </a:solidFill>
                            <a:latin typeface="Cambria Math" panose="02040503050406030204" pitchFamily="18" charset="0"/>
                          </a:rPr>
                          <m:t>𝑑</m:t>
                        </m:r>
                      </m:e>
                    </m:d>
                    <m:r>
                      <a:rPr lang="en-US" altLang="zh-CN" sz="1200">
                        <a:solidFill>
                          <a:srgbClr val="000000"/>
                        </a:solidFill>
                        <a:latin typeface="Cambria Math" panose="02040503050406030204" pitchFamily="18" charset="0"/>
                      </a:rPr>
                      <m:t>×</m:t>
                    </m:r>
                    <m:d>
                      <m:dPr>
                        <m:begChr m:val="["/>
                        <m:endChr m:val="]"/>
                        <m:ctrlPr>
                          <a:rPr lang="en-US" altLang="zh-CN" sz="1200" i="1">
                            <a:solidFill>
                              <a:srgbClr val="000000"/>
                            </a:solidFill>
                            <a:latin typeface="Cambria Math" panose="02040503050406030204" pitchFamily="18" charset="0"/>
                          </a:rPr>
                        </m:ctrlPr>
                      </m:dPr>
                      <m:e>
                        <m:r>
                          <a:rPr lang="en-US" altLang="zh-CN" sz="1200">
                            <a:solidFill>
                              <a:srgbClr val="000000"/>
                            </a:solidFill>
                            <a:latin typeface="Cambria Math" panose="02040503050406030204" pitchFamily="18" charset="0"/>
                          </a:rPr>
                          <m:t>𝑑</m:t>
                        </m:r>
                        <m:r>
                          <a:rPr lang="en-US" altLang="zh-CN" sz="1200">
                            <a:solidFill>
                              <a:srgbClr val="000000"/>
                            </a:solidFill>
                            <a:latin typeface="Cambria Math" panose="02040503050406030204" pitchFamily="18" charset="0"/>
                          </a:rPr>
                          <m:t>,</m:t>
                        </m:r>
                        <m:r>
                          <a:rPr lang="en-US" altLang="zh-CN" sz="1200">
                            <a:solidFill>
                              <a:srgbClr val="000000"/>
                            </a:solidFill>
                            <a:latin typeface="Cambria Math" panose="02040503050406030204" pitchFamily="18" charset="0"/>
                          </a:rPr>
                          <m:t>𝑁</m:t>
                        </m:r>
                      </m:e>
                    </m:d>
                    <m:r>
                      <a:rPr lang="en-US" altLang="zh-CN" sz="1200">
                        <a:solidFill>
                          <a:srgbClr val="000000"/>
                        </a:solidFill>
                        <a:latin typeface="Cambria Math" panose="02040503050406030204" pitchFamily="18" charset="0"/>
                      </a:rPr>
                      <m:t>→[</m:t>
                    </m:r>
                    <m:r>
                      <a:rPr lang="en-US" altLang="zh-CN" sz="1200">
                        <a:solidFill>
                          <a:srgbClr val="000000"/>
                        </a:solidFill>
                        <a:latin typeface="Cambria Math" panose="02040503050406030204" pitchFamily="18" charset="0"/>
                      </a:rPr>
                      <m:t>𝑁</m:t>
                    </m:r>
                    <m:r>
                      <a:rPr lang="en-US" altLang="zh-CN" sz="1200">
                        <a:solidFill>
                          <a:srgbClr val="000000"/>
                        </a:solidFill>
                        <a:latin typeface="Cambria Math" panose="02040503050406030204" pitchFamily="18" charset="0"/>
                      </a:rPr>
                      <m:t>,</m:t>
                    </m:r>
                    <m:r>
                      <a:rPr lang="en-US" altLang="zh-CN" sz="1200">
                        <a:solidFill>
                          <a:srgbClr val="000000"/>
                        </a:solidFill>
                        <a:latin typeface="Cambria Math" panose="02040503050406030204" pitchFamily="18" charset="0"/>
                      </a:rPr>
                      <m:t>𝑁</m:t>
                    </m:r>
                    <m:r>
                      <a:rPr lang="en-US" altLang="zh-CN" sz="1200">
                        <a:solidFill>
                          <a:srgbClr val="000000"/>
                        </a:solidFill>
                        <a:latin typeface="Cambria Math" panose="02040503050406030204" pitchFamily="18" charset="0"/>
                      </a:rPr>
                      <m:t>]</m:t>
                    </m:r>
                  </m:oMath>
                </a14:m>
                <a:r>
                  <a:rPr lang="en-US" altLang="zh-CN" sz="1200" dirty="0">
                    <a:solidFill>
                      <a:srgbClr val="000000"/>
                    </a:solidFill>
                    <a:latin typeface="Arial" panose="020B0604020202020204" pitchFamily="34" charset="0"/>
                    <a:ea typeface="微软雅黑" panose="020B0503020204020204" pitchFamily="34" charset="-122"/>
                    <a:cs typeface="Arial" panose="020B0604020202020204" pitchFamily="34" charset="0"/>
                  </a:rPr>
                  <a:t>, </a:t>
                </a:r>
                <a:r>
                  <a:rPr lang="zh-CN" altLang="en-US" sz="1200" dirty="0">
                    <a:solidFill>
                      <a:srgbClr val="000000"/>
                    </a:solidFill>
                    <a:latin typeface="Arial" panose="020B0604020202020204" pitchFamily="34" charset="0"/>
                    <a:ea typeface="微软雅黑" panose="020B0503020204020204" pitchFamily="34" charset="-122"/>
                    <a:cs typeface="Arial" panose="020B0604020202020204" pitchFamily="34" charset="0"/>
                  </a:rPr>
                  <a:t>计算复杂度为</a:t>
                </a:r>
                <a14:m>
                  <m:oMath xmlns:m="http://schemas.openxmlformats.org/officeDocument/2006/math">
                    <m:r>
                      <a:rPr lang="en-US" altLang="zh-CN" sz="1200">
                        <a:solidFill>
                          <a:srgbClr val="000000"/>
                        </a:solidFill>
                        <a:latin typeface="Cambria Math" panose="02040503050406030204" pitchFamily="18" charset="0"/>
                      </a:rPr>
                      <m:t>𝑶</m:t>
                    </m:r>
                    <m:r>
                      <a:rPr lang="en-US" altLang="zh-CN" sz="1200">
                        <a:solidFill>
                          <a:srgbClr val="000000"/>
                        </a:solidFill>
                        <a:latin typeface="Cambria Math" panose="02040503050406030204" pitchFamily="18" charset="0"/>
                      </a:rPr>
                      <m:t>(</m:t>
                    </m:r>
                    <m:sSup>
                      <m:sSupPr>
                        <m:ctrlPr>
                          <a:rPr lang="en-US" altLang="zh-CN" sz="1200" i="1">
                            <a:solidFill>
                              <a:srgbClr val="000000"/>
                            </a:solidFill>
                            <a:latin typeface="Cambria Math" panose="02040503050406030204" pitchFamily="18" charset="0"/>
                          </a:rPr>
                        </m:ctrlPr>
                      </m:sSupPr>
                      <m:e>
                        <m:r>
                          <a:rPr lang="en-US" altLang="zh-CN" sz="1200">
                            <a:solidFill>
                              <a:srgbClr val="000000"/>
                            </a:solidFill>
                            <a:latin typeface="Cambria Math" panose="02040503050406030204" pitchFamily="18" charset="0"/>
                          </a:rPr>
                          <m:t>𝑁</m:t>
                        </m:r>
                      </m:e>
                      <m:sup>
                        <m:r>
                          <a:rPr lang="en-US" altLang="zh-CN" sz="1200">
                            <a:solidFill>
                              <a:srgbClr val="000000"/>
                            </a:solidFill>
                            <a:latin typeface="Cambria Math" panose="02040503050406030204" pitchFamily="18" charset="0"/>
                          </a:rPr>
                          <m:t>2</m:t>
                        </m:r>
                      </m:sup>
                    </m:sSup>
                    <m:r>
                      <a:rPr lang="en-US" altLang="zh-CN" sz="1200">
                        <a:solidFill>
                          <a:srgbClr val="000000"/>
                        </a:solidFill>
                        <a:latin typeface="Cambria Math" panose="02040503050406030204" pitchFamily="18" charset="0"/>
                      </a:rPr>
                      <m:t>𝑑</m:t>
                    </m:r>
                    <m:r>
                      <a:rPr lang="en-US" altLang="zh-CN" sz="1200">
                        <a:solidFill>
                          <a:srgbClr val="000000"/>
                        </a:solidFill>
                        <a:latin typeface="Cambria Math" panose="02040503050406030204" pitchFamily="18" charset="0"/>
                      </a:rPr>
                      <m:t>)</m:t>
                    </m:r>
                  </m:oMath>
                </a14:m>
                <a:endParaRPr lang="en-US" altLang="zh-CN" sz="1200" dirty="0">
                  <a:solidFill>
                    <a:srgbClr val="000000"/>
                  </a:solidFill>
                  <a:latin typeface="Arial" panose="020B0604020202020204" pitchFamily="34" charset="0"/>
                  <a:ea typeface="微软雅黑" panose="020B0503020204020204" pitchFamily="34" charset="-122"/>
                  <a:cs typeface="Arial" panose="020B0604020202020204" pitchFamily="34" charset="0"/>
                </a:endParaRPr>
              </a:p>
              <a:p>
                <a:pPr marL="126000" lvl="2" indent="-126000">
                  <a:lnSpc>
                    <a:spcPct val="150000"/>
                  </a:lnSpc>
                  <a:spcBef>
                    <a:spcPts val="0"/>
                  </a:spcBef>
                  <a:defRPr>
                    <a:solidFill>
                      <a:srgbClr val="000000"/>
                    </a:solidFill>
                  </a:defRPr>
                </a:pPr>
                <a:r>
                  <a:rPr lang="zh-CN" altLang="en-US" sz="1200" dirty="0">
                    <a:solidFill>
                      <a:srgbClr val="000000"/>
                    </a:solidFill>
                    <a:latin typeface="Arial" panose="020B0604020202020204" pitchFamily="34" charset="0"/>
                    <a:ea typeface="微软雅黑" panose="020B0503020204020204" pitchFamily="34" charset="-122"/>
                    <a:cs typeface="Arial" panose="020B0604020202020204" pitchFamily="34" charset="0"/>
                  </a:rPr>
                  <a:t>计算注意力权重</a:t>
                </a:r>
                <a:r>
                  <a:rPr lang="en-US" altLang="zh-CN" sz="1200" dirty="0">
                    <a:solidFill>
                      <a:srgbClr val="000000"/>
                    </a:solidFill>
                    <a:latin typeface="Arial" panose="020B0604020202020204" pitchFamily="34" charset="0"/>
                    <a:ea typeface="微软雅黑" panose="020B0503020204020204" pitchFamily="34" charset="-122"/>
                    <a:cs typeface="Arial" panose="020B0604020202020204" pitchFamily="34" charset="0"/>
                  </a:rPr>
                  <a:t>: </a:t>
                </a:r>
                <a:r>
                  <a:rPr lang="zh-CN" altLang="en-US" sz="1200" dirty="0">
                    <a:solidFill>
                      <a:srgbClr val="000000"/>
                    </a:solidFill>
                    <a:latin typeface="Arial" panose="020B0604020202020204" pitchFamily="34" charset="0"/>
                    <a:ea typeface="微软雅黑" panose="020B0503020204020204" pitchFamily="34" charset="-122"/>
                    <a:cs typeface="Arial" panose="020B0604020202020204" pitchFamily="34" charset="0"/>
                  </a:rPr>
                  <a:t>每行</a:t>
                </a:r>
                <a:r>
                  <a:rPr lang="en-US" altLang="zh-CN" sz="1200" dirty="0" err="1">
                    <a:solidFill>
                      <a:srgbClr val="000000"/>
                    </a:solidFill>
                    <a:latin typeface="Arial" panose="020B0604020202020204" pitchFamily="34" charset="0"/>
                    <a:ea typeface="微软雅黑" panose="020B0503020204020204" pitchFamily="34" charset="-122"/>
                    <a:cs typeface="Arial" panose="020B0604020202020204" pitchFamily="34" charset="0"/>
                  </a:rPr>
                  <a:t>Softmax</a:t>
                </a:r>
                <a:r>
                  <a:rPr lang="zh-CN" altLang="en-US" sz="1200" dirty="0">
                    <a:solidFill>
                      <a:srgbClr val="000000"/>
                    </a:solidFill>
                    <a:latin typeface="Arial" panose="020B0604020202020204" pitchFamily="34" charset="0"/>
                    <a:ea typeface="微软雅黑" panose="020B0503020204020204" pitchFamily="34" charset="-122"/>
                    <a:cs typeface="Arial" panose="020B0604020202020204" pitchFamily="34" charset="0"/>
                  </a:rPr>
                  <a:t>的计算复杂度为</a:t>
                </a:r>
                <a14:m>
                  <m:oMath xmlns:m="http://schemas.openxmlformats.org/officeDocument/2006/math">
                    <m:r>
                      <a:rPr lang="en-US" altLang="zh-CN" sz="1200">
                        <a:solidFill>
                          <a:srgbClr val="000000"/>
                        </a:solidFill>
                        <a:latin typeface="Cambria Math" panose="02040503050406030204" pitchFamily="18" charset="0"/>
                      </a:rPr>
                      <m:t>𝑶</m:t>
                    </m:r>
                    <m:r>
                      <a:rPr lang="en-US" altLang="zh-CN" sz="1200">
                        <a:solidFill>
                          <a:srgbClr val="000000"/>
                        </a:solidFill>
                        <a:latin typeface="Cambria Math" panose="02040503050406030204" pitchFamily="18" charset="0"/>
                      </a:rPr>
                      <m:t>(</m:t>
                    </m:r>
                    <m:r>
                      <a:rPr lang="en-US" altLang="zh-CN" sz="1200">
                        <a:solidFill>
                          <a:srgbClr val="000000"/>
                        </a:solidFill>
                        <a:latin typeface="Cambria Math" panose="02040503050406030204" pitchFamily="18" charset="0"/>
                      </a:rPr>
                      <m:t>𝑁</m:t>
                    </m:r>
                    <m:r>
                      <a:rPr lang="en-US" altLang="zh-CN" sz="1200">
                        <a:solidFill>
                          <a:srgbClr val="000000"/>
                        </a:solidFill>
                        <a:latin typeface="Cambria Math" panose="02040503050406030204" pitchFamily="18" charset="0"/>
                      </a:rPr>
                      <m:t>)</m:t>
                    </m:r>
                  </m:oMath>
                </a14:m>
                <a:r>
                  <a:rPr lang="zh-CN" altLang="en-US" sz="1200" dirty="0">
                    <a:solidFill>
                      <a:srgbClr val="000000"/>
                    </a:solidFill>
                    <a:latin typeface="Arial" panose="020B0604020202020204" pitchFamily="34" charset="0"/>
                    <a:ea typeface="微软雅黑" panose="020B0503020204020204" pitchFamily="34" charset="-122"/>
                    <a:cs typeface="Arial" panose="020B0604020202020204" pitchFamily="34" charset="0"/>
                  </a:rPr>
                  <a:t>，一共</a:t>
                </a:r>
                <a:r>
                  <a:rPr lang="en-US" altLang="zh-CN" sz="1200" dirty="0">
                    <a:solidFill>
                      <a:srgbClr val="000000"/>
                    </a:solidFill>
                    <a:latin typeface="Arial" panose="020B0604020202020204" pitchFamily="34" charset="0"/>
                    <a:ea typeface="微软雅黑" panose="020B0503020204020204" pitchFamily="34" charset="-122"/>
                    <a:cs typeface="Arial" panose="020B0604020202020204" pitchFamily="34" charset="0"/>
                  </a:rPr>
                  <a:t>N</a:t>
                </a:r>
                <a:r>
                  <a:rPr lang="zh-CN" altLang="en-US" sz="1200" dirty="0">
                    <a:solidFill>
                      <a:srgbClr val="000000"/>
                    </a:solidFill>
                    <a:latin typeface="Arial" panose="020B0604020202020204" pitchFamily="34" charset="0"/>
                    <a:ea typeface="微软雅黑" panose="020B0503020204020204" pitchFamily="34" charset="-122"/>
                    <a:cs typeface="Arial" panose="020B0604020202020204" pitchFamily="34" charset="0"/>
                  </a:rPr>
                  <a:t>行，总计算复杂度为</a:t>
                </a:r>
                <a14:m>
                  <m:oMath xmlns:m="http://schemas.openxmlformats.org/officeDocument/2006/math">
                    <m:r>
                      <a:rPr lang="en-US" altLang="zh-CN" sz="1200">
                        <a:solidFill>
                          <a:srgbClr val="000000"/>
                        </a:solidFill>
                        <a:latin typeface="Cambria Math" panose="02040503050406030204" pitchFamily="18" charset="0"/>
                      </a:rPr>
                      <m:t>𝑶</m:t>
                    </m:r>
                    <m:r>
                      <a:rPr lang="en-US" altLang="zh-CN" sz="1200">
                        <a:solidFill>
                          <a:srgbClr val="000000"/>
                        </a:solidFill>
                        <a:latin typeface="Cambria Math" panose="02040503050406030204" pitchFamily="18" charset="0"/>
                      </a:rPr>
                      <m:t>(</m:t>
                    </m:r>
                    <m:sSup>
                      <m:sSupPr>
                        <m:ctrlPr>
                          <a:rPr lang="en-US" altLang="zh-CN" sz="1200" i="1">
                            <a:solidFill>
                              <a:srgbClr val="000000"/>
                            </a:solidFill>
                            <a:latin typeface="Cambria Math" panose="02040503050406030204" pitchFamily="18" charset="0"/>
                          </a:rPr>
                        </m:ctrlPr>
                      </m:sSupPr>
                      <m:e>
                        <m:r>
                          <a:rPr lang="en-US" altLang="zh-CN" sz="1200">
                            <a:solidFill>
                              <a:srgbClr val="000000"/>
                            </a:solidFill>
                            <a:latin typeface="Cambria Math" panose="02040503050406030204" pitchFamily="18" charset="0"/>
                          </a:rPr>
                          <m:t>𝑁</m:t>
                        </m:r>
                      </m:e>
                      <m:sup>
                        <m:r>
                          <a:rPr lang="en-US" altLang="zh-CN" sz="1200">
                            <a:solidFill>
                              <a:srgbClr val="000000"/>
                            </a:solidFill>
                            <a:latin typeface="Cambria Math" panose="02040503050406030204" pitchFamily="18" charset="0"/>
                          </a:rPr>
                          <m:t>2</m:t>
                        </m:r>
                      </m:sup>
                    </m:sSup>
                    <m:r>
                      <a:rPr lang="en-US" altLang="zh-CN" sz="1200">
                        <a:solidFill>
                          <a:srgbClr val="000000"/>
                        </a:solidFill>
                        <a:latin typeface="Cambria Math" panose="02040503050406030204" pitchFamily="18" charset="0"/>
                      </a:rPr>
                      <m:t>)</m:t>
                    </m:r>
                  </m:oMath>
                </a14:m>
                <a:endParaRPr lang="en-US" altLang="zh-CN" sz="1200" dirty="0">
                  <a:solidFill>
                    <a:srgbClr val="000000"/>
                  </a:solidFill>
                  <a:latin typeface="Arial" panose="020B0604020202020204" pitchFamily="34" charset="0"/>
                  <a:ea typeface="微软雅黑" panose="020B0503020204020204" pitchFamily="34" charset="-122"/>
                  <a:cs typeface="Arial" panose="020B0604020202020204" pitchFamily="34" charset="0"/>
                </a:endParaRPr>
              </a:p>
              <a:p>
                <a:pPr marL="126000" lvl="2" indent="-126000">
                  <a:lnSpc>
                    <a:spcPct val="150000"/>
                  </a:lnSpc>
                  <a:spcBef>
                    <a:spcPts val="0"/>
                  </a:spcBef>
                  <a:defRPr>
                    <a:solidFill>
                      <a:srgbClr val="000000"/>
                    </a:solidFill>
                  </a:defRPr>
                </a:pPr>
                <a:r>
                  <a:rPr lang="zh-CN" altLang="en-US" sz="1200" dirty="0">
                    <a:solidFill>
                      <a:srgbClr val="000000"/>
                    </a:solidFill>
                    <a:latin typeface="Arial" panose="020B0604020202020204" pitchFamily="34" charset="0"/>
                    <a:ea typeface="微软雅黑" panose="020B0503020204020204" pitchFamily="34" charset="-122"/>
                    <a:cs typeface="Arial" panose="020B0604020202020204" pitchFamily="34" charset="0"/>
                  </a:rPr>
                  <a:t>对值进行加权求和：</a:t>
                </a:r>
                <a14:m>
                  <m:oMath xmlns:m="http://schemas.openxmlformats.org/officeDocument/2006/math">
                    <m:d>
                      <m:dPr>
                        <m:begChr m:val="["/>
                        <m:endChr m:val="]"/>
                        <m:ctrlPr>
                          <a:rPr lang="en-US" altLang="zh-CN" sz="1200" i="1">
                            <a:solidFill>
                              <a:srgbClr val="000000"/>
                            </a:solidFill>
                            <a:latin typeface="Cambria Math" panose="02040503050406030204" pitchFamily="18" charset="0"/>
                          </a:rPr>
                        </m:ctrlPr>
                      </m:dPr>
                      <m:e>
                        <m:r>
                          <a:rPr lang="en-US" altLang="zh-CN" sz="1200">
                            <a:solidFill>
                              <a:srgbClr val="000000"/>
                            </a:solidFill>
                            <a:latin typeface="Cambria Math" panose="02040503050406030204" pitchFamily="18" charset="0"/>
                          </a:rPr>
                          <m:t>𝑁</m:t>
                        </m:r>
                        <m:r>
                          <a:rPr lang="en-US" altLang="zh-CN" sz="1200">
                            <a:solidFill>
                              <a:srgbClr val="000000"/>
                            </a:solidFill>
                            <a:latin typeface="Cambria Math" panose="02040503050406030204" pitchFamily="18" charset="0"/>
                          </a:rPr>
                          <m:t>,</m:t>
                        </m:r>
                        <m:r>
                          <a:rPr lang="en-US" altLang="zh-CN" sz="1200">
                            <a:solidFill>
                              <a:srgbClr val="000000"/>
                            </a:solidFill>
                            <a:latin typeface="Cambria Math" panose="02040503050406030204" pitchFamily="18" charset="0"/>
                          </a:rPr>
                          <m:t>𝑁</m:t>
                        </m:r>
                      </m:e>
                    </m:d>
                    <m:r>
                      <a:rPr lang="en-US" altLang="zh-CN" sz="1200">
                        <a:solidFill>
                          <a:srgbClr val="000000"/>
                        </a:solidFill>
                        <a:latin typeface="Cambria Math" panose="02040503050406030204" pitchFamily="18" charset="0"/>
                      </a:rPr>
                      <m:t>×</m:t>
                    </m:r>
                    <m:d>
                      <m:dPr>
                        <m:begChr m:val="["/>
                        <m:endChr m:val="]"/>
                        <m:ctrlPr>
                          <a:rPr lang="en-US" altLang="zh-CN" sz="1200" i="1">
                            <a:solidFill>
                              <a:srgbClr val="000000"/>
                            </a:solidFill>
                            <a:latin typeface="Cambria Math" panose="02040503050406030204" pitchFamily="18" charset="0"/>
                          </a:rPr>
                        </m:ctrlPr>
                      </m:dPr>
                      <m:e>
                        <m:r>
                          <a:rPr lang="en-US" altLang="zh-CN" sz="1200">
                            <a:solidFill>
                              <a:srgbClr val="000000"/>
                            </a:solidFill>
                            <a:latin typeface="Cambria Math" panose="02040503050406030204" pitchFamily="18" charset="0"/>
                          </a:rPr>
                          <m:t>𝑁</m:t>
                        </m:r>
                        <m:r>
                          <a:rPr lang="en-US" altLang="zh-CN" sz="1200">
                            <a:solidFill>
                              <a:srgbClr val="000000"/>
                            </a:solidFill>
                            <a:latin typeface="Cambria Math" panose="02040503050406030204" pitchFamily="18" charset="0"/>
                          </a:rPr>
                          <m:t>,</m:t>
                        </m:r>
                        <m:r>
                          <a:rPr lang="en-US" altLang="zh-CN" sz="1200">
                            <a:solidFill>
                              <a:srgbClr val="000000"/>
                            </a:solidFill>
                            <a:latin typeface="Cambria Math" panose="02040503050406030204" pitchFamily="18" charset="0"/>
                          </a:rPr>
                          <m:t>𝑑</m:t>
                        </m:r>
                      </m:e>
                    </m:d>
                    <m:r>
                      <a:rPr lang="en-US" altLang="zh-CN" sz="1200">
                        <a:solidFill>
                          <a:srgbClr val="000000"/>
                        </a:solidFill>
                        <a:latin typeface="Cambria Math" panose="02040503050406030204" pitchFamily="18" charset="0"/>
                      </a:rPr>
                      <m:t>→[</m:t>
                    </m:r>
                    <m:r>
                      <a:rPr lang="en-US" altLang="zh-CN" sz="1200">
                        <a:solidFill>
                          <a:srgbClr val="000000"/>
                        </a:solidFill>
                        <a:latin typeface="Cambria Math" panose="02040503050406030204" pitchFamily="18" charset="0"/>
                      </a:rPr>
                      <m:t>𝑁</m:t>
                    </m:r>
                    <m:r>
                      <a:rPr lang="en-US" altLang="zh-CN" sz="1200">
                        <a:solidFill>
                          <a:srgbClr val="000000"/>
                        </a:solidFill>
                        <a:latin typeface="Cambria Math" panose="02040503050406030204" pitchFamily="18" charset="0"/>
                      </a:rPr>
                      <m:t>,</m:t>
                    </m:r>
                    <m:r>
                      <a:rPr lang="en-US" altLang="zh-CN" sz="1200">
                        <a:solidFill>
                          <a:srgbClr val="000000"/>
                        </a:solidFill>
                        <a:latin typeface="Cambria Math" panose="02040503050406030204" pitchFamily="18" charset="0"/>
                      </a:rPr>
                      <m:t>𝑑</m:t>
                    </m:r>
                    <m:r>
                      <a:rPr lang="en-US" altLang="zh-CN" sz="1200">
                        <a:solidFill>
                          <a:srgbClr val="000000"/>
                        </a:solidFill>
                        <a:latin typeface="Cambria Math" panose="02040503050406030204" pitchFamily="18" charset="0"/>
                      </a:rPr>
                      <m:t>]</m:t>
                    </m:r>
                  </m:oMath>
                </a14:m>
                <a:r>
                  <a:rPr lang="en-US" altLang="zh-CN" sz="1200" dirty="0">
                    <a:solidFill>
                      <a:srgbClr val="000000"/>
                    </a:solidFill>
                    <a:latin typeface="Arial" panose="020B0604020202020204" pitchFamily="34" charset="0"/>
                    <a:ea typeface="微软雅黑" panose="020B0503020204020204" pitchFamily="34" charset="-122"/>
                    <a:cs typeface="Arial" panose="020B0604020202020204" pitchFamily="34" charset="0"/>
                  </a:rPr>
                  <a:t>, </a:t>
                </a:r>
                <a:r>
                  <a:rPr lang="zh-CN" altLang="en-US" sz="1200" dirty="0">
                    <a:solidFill>
                      <a:srgbClr val="000000"/>
                    </a:solidFill>
                    <a:latin typeface="Arial" panose="020B0604020202020204" pitchFamily="34" charset="0"/>
                    <a:ea typeface="微软雅黑" panose="020B0503020204020204" pitchFamily="34" charset="-122"/>
                    <a:cs typeface="Arial" panose="020B0604020202020204" pitchFamily="34" charset="0"/>
                  </a:rPr>
                  <a:t>计算复杂度为</a:t>
                </a:r>
                <a14:m>
                  <m:oMath xmlns:m="http://schemas.openxmlformats.org/officeDocument/2006/math">
                    <m:r>
                      <a:rPr lang="en-US" altLang="zh-CN" sz="1200">
                        <a:solidFill>
                          <a:srgbClr val="000000"/>
                        </a:solidFill>
                        <a:latin typeface="Cambria Math" panose="02040503050406030204" pitchFamily="18" charset="0"/>
                      </a:rPr>
                      <m:t>𝑶</m:t>
                    </m:r>
                    <m:r>
                      <a:rPr lang="en-US" altLang="zh-CN" sz="1200">
                        <a:solidFill>
                          <a:srgbClr val="000000"/>
                        </a:solidFill>
                        <a:latin typeface="Cambria Math" panose="02040503050406030204" pitchFamily="18" charset="0"/>
                      </a:rPr>
                      <m:t>(</m:t>
                    </m:r>
                    <m:sSup>
                      <m:sSupPr>
                        <m:ctrlPr>
                          <a:rPr lang="en-US" altLang="zh-CN" sz="1200" i="1">
                            <a:solidFill>
                              <a:srgbClr val="000000"/>
                            </a:solidFill>
                            <a:latin typeface="Cambria Math" panose="02040503050406030204" pitchFamily="18" charset="0"/>
                          </a:rPr>
                        </m:ctrlPr>
                      </m:sSupPr>
                      <m:e>
                        <m:r>
                          <a:rPr lang="en-US" altLang="zh-CN" sz="1200">
                            <a:solidFill>
                              <a:srgbClr val="000000"/>
                            </a:solidFill>
                            <a:latin typeface="Cambria Math" panose="02040503050406030204" pitchFamily="18" charset="0"/>
                          </a:rPr>
                          <m:t>𝑁</m:t>
                        </m:r>
                      </m:e>
                      <m:sup>
                        <m:r>
                          <a:rPr lang="en-US" altLang="zh-CN" sz="1200">
                            <a:solidFill>
                              <a:srgbClr val="000000"/>
                            </a:solidFill>
                            <a:latin typeface="Cambria Math" panose="02040503050406030204" pitchFamily="18" charset="0"/>
                          </a:rPr>
                          <m:t>2</m:t>
                        </m:r>
                      </m:sup>
                    </m:sSup>
                    <m:r>
                      <a:rPr lang="en-US" altLang="zh-CN" sz="1200">
                        <a:solidFill>
                          <a:srgbClr val="000000"/>
                        </a:solidFill>
                        <a:latin typeface="Cambria Math" panose="02040503050406030204" pitchFamily="18" charset="0"/>
                      </a:rPr>
                      <m:t>𝑑</m:t>
                    </m:r>
                    <m:r>
                      <a:rPr lang="en-US" altLang="zh-CN" sz="1200">
                        <a:solidFill>
                          <a:srgbClr val="000000"/>
                        </a:solidFill>
                        <a:latin typeface="Cambria Math" panose="02040503050406030204" pitchFamily="18" charset="0"/>
                      </a:rPr>
                      <m:t>)</m:t>
                    </m:r>
                  </m:oMath>
                </a14:m>
                <a:endParaRPr lang="en-US" altLang="zh-CN" sz="1200" dirty="0">
                  <a:solidFill>
                    <a:srgbClr val="000000"/>
                  </a:solidFill>
                  <a:latin typeface="Arial" panose="020B0604020202020204" pitchFamily="34" charset="0"/>
                  <a:ea typeface="微软雅黑" panose="020B0503020204020204" pitchFamily="34" charset="-122"/>
                  <a:cs typeface="Arial" panose="020B0604020202020204" pitchFamily="34" charset="0"/>
                </a:endParaRPr>
              </a:p>
              <a:p>
                <a:pPr marL="126000" lvl="2" indent="-126000">
                  <a:lnSpc>
                    <a:spcPct val="150000"/>
                  </a:lnSpc>
                  <a:spcBef>
                    <a:spcPts val="0"/>
                  </a:spcBef>
                  <a:spcAft>
                    <a:spcPts val="600"/>
                  </a:spcAft>
                  <a:defRPr>
                    <a:solidFill>
                      <a:srgbClr val="000000"/>
                    </a:solidFill>
                  </a:defRPr>
                </a:pPr>
                <a:r>
                  <a:rPr lang="zh-CN" altLang="en-US" sz="1200" dirty="0">
                    <a:solidFill>
                      <a:srgbClr val="000000"/>
                    </a:solidFill>
                    <a:latin typeface="Arial" panose="020B0604020202020204" pitchFamily="34" charset="0"/>
                    <a:ea typeface="微软雅黑" panose="020B0503020204020204" pitchFamily="34" charset="-122"/>
                    <a:cs typeface="Arial" panose="020B0604020202020204" pitchFamily="34" charset="0"/>
                  </a:rPr>
                  <a:t>在通常情况下，</a:t>
                </a:r>
                <a14:m>
                  <m:oMath xmlns:m="http://schemas.openxmlformats.org/officeDocument/2006/math">
                    <m:r>
                      <a:rPr lang="en-US" altLang="zh-CN" sz="1200">
                        <a:solidFill>
                          <a:srgbClr val="000000"/>
                        </a:solidFill>
                        <a:latin typeface="Cambria Math" panose="02040503050406030204" pitchFamily="18" charset="0"/>
                      </a:rPr>
                      <m:t>𝑁</m:t>
                    </m:r>
                    <m:r>
                      <a:rPr lang="en-US" altLang="zh-CN" sz="1200">
                        <a:solidFill>
                          <a:srgbClr val="000000"/>
                        </a:solidFill>
                        <a:latin typeface="Cambria Math" panose="02040503050406030204" pitchFamily="18" charset="0"/>
                      </a:rPr>
                      <m:t> ≫</m:t>
                    </m:r>
                    <m:r>
                      <a:rPr lang="en-US" altLang="zh-CN" sz="1200">
                        <a:solidFill>
                          <a:srgbClr val="000000"/>
                        </a:solidFill>
                        <a:latin typeface="Cambria Math" panose="02040503050406030204" pitchFamily="18" charset="0"/>
                      </a:rPr>
                      <m:t>𝑑</m:t>
                    </m:r>
                  </m:oMath>
                </a14:m>
                <a:r>
                  <a:rPr lang="zh-CN" altLang="en-US" sz="1200" dirty="0">
                    <a:solidFill>
                      <a:srgbClr val="000000"/>
                    </a:solidFill>
                    <a:latin typeface="Arial" panose="020B0604020202020204" pitchFamily="34" charset="0"/>
                    <a:ea typeface="微软雅黑" panose="020B0503020204020204" pitchFamily="34" charset="-122"/>
                    <a:cs typeface="Arial" panose="020B0604020202020204" pitchFamily="34" charset="0"/>
                  </a:rPr>
                  <a:t>。因此总的计算复杂度可以简化为</a:t>
                </a:r>
                <a14:m>
                  <m:oMath xmlns:m="http://schemas.openxmlformats.org/officeDocument/2006/math">
                    <m:r>
                      <a:rPr lang="en-US" altLang="zh-CN" sz="1200">
                        <a:solidFill>
                          <a:srgbClr val="000000"/>
                        </a:solidFill>
                        <a:latin typeface="Cambria Math" panose="02040503050406030204" pitchFamily="18" charset="0"/>
                      </a:rPr>
                      <m:t>𝑶</m:t>
                    </m:r>
                    <m:r>
                      <a:rPr lang="en-US" altLang="zh-CN" sz="1200">
                        <a:solidFill>
                          <a:srgbClr val="000000"/>
                        </a:solidFill>
                        <a:latin typeface="Cambria Math" panose="02040503050406030204" pitchFamily="18" charset="0"/>
                      </a:rPr>
                      <m:t>(</m:t>
                    </m:r>
                    <m:sSup>
                      <m:sSupPr>
                        <m:ctrlPr>
                          <a:rPr lang="en-US" altLang="zh-CN" sz="1200" i="1">
                            <a:solidFill>
                              <a:srgbClr val="000000"/>
                            </a:solidFill>
                            <a:latin typeface="Cambria Math" panose="02040503050406030204" pitchFamily="18" charset="0"/>
                          </a:rPr>
                        </m:ctrlPr>
                      </m:sSupPr>
                      <m:e>
                        <m:r>
                          <a:rPr lang="en-US" altLang="zh-CN" sz="1200">
                            <a:solidFill>
                              <a:srgbClr val="000000"/>
                            </a:solidFill>
                            <a:latin typeface="Cambria Math" panose="02040503050406030204" pitchFamily="18" charset="0"/>
                          </a:rPr>
                          <m:t>𝑁</m:t>
                        </m:r>
                      </m:e>
                      <m:sup>
                        <m:r>
                          <a:rPr lang="en-US" altLang="zh-CN" sz="1200">
                            <a:solidFill>
                              <a:srgbClr val="000000"/>
                            </a:solidFill>
                            <a:latin typeface="Cambria Math" panose="02040503050406030204" pitchFamily="18" charset="0"/>
                          </a:rPr>
                          <m:t>2</m:t>
                        </m:r>
                      </m:sup>
                    </m:sSup>
                    <m:r>
                      <a:rPr lang="en-US" altLang="zh-CN" sz="1200">
                        <a:solidFill>
                          <a:srgbClr val="000000"/>
                        </a:solidFill>
                        <a:latin typeface="Cambria Math" panose="02040503050406030204" pitchFamily="18" charset="0"/>
                      </a:rPr>
                      <m:t>)</m:t>
                    </m:r>
                  </m:oMath>
                </a14:m>
                <a:r>
                  <a:rPr lang="zh-CN" altLang="en-US" sz="1200" dirty="0">
                    <a:solidFill>
                      <a:srgbClr val="000000"/>
                    </a:solidFill>
                    <a:latin typeface="Arial" panose="020B0604020202020204" pitchFamily="34" charset="0"/>
                    <a:ea typeface="微软雅黑" panose="020B0503020204020204" pitchFamily="34" charset="-122"/>
                    <a:cs typeface="Arial" panose="020B0604020202020204" pitchFamily="34" charset="0"/>
                  </a:rPr>
                  <a:t>。</a:t>
                </a:r>
                <a:endParaRPr lang="en-US" altLang="zh-CN" sz="1200" dirty="0">
                  <a:solidFill>
                    <a:srgbClr val="000000"/>
                  </a:solidFill>
                  <a:latin typeface="Arial" panose="020B0604020202020204" pitchFamily="34" charset="0"/>
                  <a:ea typeface="微软雅黑" panose="020B0503020204020204" pitchFamily="34" charset="-122"/>
                  <a:cs typeface="Arial" panose="020B0604020202020204" pitchFamily="34" charset="0"/>
                </a:endParaRPr>
              </a:p>
              <a:p>
                <a:pPr marL="0" lvl="1" indent="0">
                  <a:lnSpc>
                    <a:spcPct val="150000"/>
                  </a:lnSpc>
                  <a:spcBef>
                    <a:spcPts val="0"/>
                  </a:spcBef>
                  <a:buNone/>
                  <a:defRPr>
                    <a:solidFill>
                      <a:srgbClr val="000000"/>
                    </a:solidFill>
                  </a:defRPr>
                </a:pPr>
                <a:r>
                  <a:rPr lang="zh-CN" altLang="en-US" sz="1200" b="1" dirty="0">
                    <a:solidFill>
                      <a:srgbClr val="000000"/>
                    </a:solidFill>
                    <a:latin typeface="Arial" panose="020B0604020202020204" pitchFamily="34" charset="0"/>
                    <a:ea typeface="微软雅黑" panose="020B0503020204020204" pitchFamily="34" charset="-122"/>
                    <a:cs typeface="Arial" panose="020B0604020202020204" pitchFamily="34" charset="0"/>
                  </a:rPr>
                  <a:t>空间复杂度分析和</a:t>
                </a:r>
                <a:r>
                  <a:rPr lang="en-US" altLang="zh-CN" sz="1200" b="1" dirty="0">
                    <a:solidFill>
                      <a:srgbClr val="000000"/>
                    </a:solidFill>
                    <a:latin typeface="Arial" panose="020B0604020202020204" pitchFamily="34" charset="0"/>
                    <a:ea typeface="微软雅黑" panose="020B0503020204020204" pitchFamily="34" charset="-122"/>
                    <a:cs typeface="Arial" panose="020B0604020202020204" pitchFamily="34" charset="0"/>
                  </a:rPr>
                  <a:t>I/O</a:t>
                </a:r>
                <a:r>
                  <a:rPr lang="zh-CN" altLang="en-US" sz="1200" b="1" dirty="0">
                    <a:solidFill>
                      <a:srgbClr val="000000"/>
                    </a:solidFill>
                    <a:latin typeface="Arial" panose="020B0604020202020204" pitchFamily="34" charset="0"/>
                    <a:ea typeface="微软雅黑" panose="020B0503020204020204" pitchFamily="34" charset="-122"/>
                    <a:cs typeface="Arial" panose="020B0604020202020204" pitchFamily="34" charset="0"/>
                  </a:rPr>
                  <a:t>访存分析：</a:t>
                </a:r>
                <a:endParaRPr lang="en-US" altLang="zh-CN" sz="1200" b="1" dirty="0">
                  <a:solidFill>
                    <a:srgbClr val="000000"/>
                  </a:solidFill>
                  <a:latin typeface="Arial" panose="020B0604020202020204" pitchFamily="34" charset="0"/>
                  <a:ea typeface="微软雅黑" panose="020B0503020204020204" pitchFamily="34" charset="-122"/>
                  <a:cs typeface="Arial" panose="020B0604020202020204" pitchFamily="34" charset="0"/>
                </a:endParaRPr>
              </a:p>
              <a:p>
                <a:pPr marL="126000" lvl="2" indent="-126000">
                  <a:lnSpc>
                    <a:spcPct val="150000"/>
                  </a:lnSpc>
                  <a:spcBef>
                    <a:spcPts val="0"/>
                  </a:spcBef>
                  <a:defRPr>
                    <a:solidFill>
                      <a:srgbClr val="000000"/>
                    </a:solidFill>
                  </a:defRPr>
                </a:pPr>
                <a:r>
                  <a:rPr lang="zh-CN" altLang="en-US" sz="1200" dirty="0">
                    <a:solidFill>
                      <a:srgbClr val="000000"/>
                    </a:solidFill>
                    <a:latin typeface="Arial" panose="020B0604020202020204" pitchFamily="34" charset="0"/>
                    <a:ea typeface="微软雅黑" panose="020B0503020204020204" pitchFamily="34" charset="-122"/>
                    <a:cs typeface="Arial" panose="020B0604020202020204" pitchFamily="34" charset="0"/>
                  </a:rPr>
                  <a:t>矩阵乘具有分块和累加的特性，大矩阵乘法可以通过</a:t>
                </a:r>
                <a:r>
                  <a:rPr lang="en-US" altLang="zh-CN" sz="1200" dirty="0">
                    <a:solidFill>
                      <a:srgbClr val="000000"/>
                    </a:solidFill>
                    <a:latin typeface="Arial" panose="020B0604020202020204" pitchFamily="34" charset="0"/>
                    <a:ea typeface="微软雅黑" panose="020B0503020204020204" pitchFamily="34" charset="-122"/>
                    <a:cs typeface="Arial" panose="020B0604020202020204" pitchFamily="34" charset="0"/>
                  </a:rPr>
                  <a:t>Tiling</a:t>
                </a:r>
                <a:r>
                  <a:rPr lang="zh-CN" altLang="en-US" sz="1200" dirty="0">
                    <a:solidFill>
                      <a:srgbClr val="000000"/>
                    </a:solidFill>
                    <a:latin typeface="Arial" panose="020B0604020202020204" pitchFamily="34" charset="0"/>
                    <a:ea typeface="微软雅黑" panose="020B0503020204020204" pitchFamily="34" charset="-122"/>
                    <a:cs typeface="Arial" panose="020B0604020202020204" pitchFamily="34" charset="0"/>
                  </a:rPr>
                  <a:t>技术将大矩阵进行分块，然后计算各个分块的矩阵乘，最后将各个分块矩阵乘的结果进行累加获得正确的结果。但是自注意力算子中的</a:t>
                </a:r>
                <a:r>
                  <a:rPr lang="en-US" altLang="zh-CN" sz="1200" dirty="0" err="1">
                    <a:solidFill>
                      <a:srgbClr val="000000"/>
                    </a:solidFill>
                    <a:latin typeface="Arial" panose="020B0604020202020204" pitchFamily="34" charset="0"/>
                    <a:ea typeface="微软雅黑" panose="020B0503020204020204" pitchFamily="34" charset="-122"/>
                    <a:cs typeface="Arial" panose="020B0604020202020204" pitchFamily="34" charset="0"/>
                  </a:rPr>
                  <a:t>Softmax</a:t>
                </a:r>
                <a:r>
                  <a:rPr lang="zh-CN" altLang="en-US" sz="1200" dirty="0">
                    <a:solidFill>
                      <a:srgbClr val="000000"/>
                    </a:solidFill>
                    <a:latin typeface="Arial" panose="020B0604020202020204" pitchFamily="34" charset="0"/>
                    <a:ea typeface="微软雅黑" panose="020B0503020204020204" pitchFamily="34" charset="-122"/>
                    <a:cs typeface="Arial" panose="020B0604020202020204" pitchFamily="34" charset="0"/>
                  </a:rPr>
                  <a:t>导致自注意力算子失去累加的特性，因为</a:t>
                </a:r>
                <a:r>
                  <a:rPr lang="en-US" altLang="zh-CN" sz="1200" dirty="0" err="1">
                    <a:solidFill>
                      <a:srgbClr val="000000"/>
                    </a:solidFill>
                    <a:latin typeface="Arial" panose="020B0604020202020204" pitchFamily="34" charset="0"/>
                    <a:ea typeface="微软雅黑" panose="020B0503020204020204" pitchFamily="34" charset="-122"/>
                    <a:cs typeface="Arial" panose="020B0604020202020204" pitchFamily="34" charset="0"/>
                  </a:rPr>
                  <a:t>Softmax</a:t>
                </a:r>
                <a:r>
                  <a:rPr lang="zh-CN" altLang="en-US" sz="1200" dirty="0">
                    <a:solidFill>
                      <a:srgbClr val="000000"/>
                    </a:solidFill>
                    <a:latin typeface="Arial" panose="020B0604020202020204" pitchFamily="34" charset="0"/>
                    <a:ea typeface="微软雅黑" panose="020B0503020204020204" pitchFamily="34" charset="-122"/>
                    <a:cs typeface="Arial" panose="020B0604020202020204" pitchFamily="34" charset="0"/>
                  </a:rPr>
                  <a:t>依赖一个全局的分母项。这使得自注意算子需要存储中间结果，引入了不必要的内存开销和</a:t>
                </a:r>
                <a:r>
                  <a:rPr lang="en-US" altLang="zh-CN" sz="1200" dirty="0">
                    <a:solidFill>
                      <a:srgbClr val="000000"/>
                    </a:solidFill>
                    <a:latin typeface="Arial" panose="020B0604020202020204" pitchFamily="34" charset="0"/>
                    <a:ea typeface="微软雅黑" panose="020B0503020204020204" pitchFamily="34" charset="-122"/>
                    <a:cs typeface="Arial" panose="020B0604020202020204" pitchFamily="34" charset="0"/>
                  </a:rPr>
                  <a:t>I/O</a:t>
                </a:r>
                <a:r>
                  <a:rPr lang="zh-CN" altLang="en-US" sz="1200" dirty="0">
                    <a:solidFill>
                      <a:srgbClr val="000000"/>
                    </a:solidFill>
                    <a:latin typeface="Arial" panose="020B0604020202020204" pitchFamily="34" charset="0"/>
                    <a:ea typeface="微软雅黑" panose="020B0503020204020204" pitchFamily="34" charset="-122"/>
                    <a:cs typeface="Arial" panose="020B0604020202020204" pitchFamily="34" charset="0"/>
                  </a:rPr>
                  <a:t>访存开销。</a:t>
                </a:r>
                <a:endParaRPr lang="en-US" altLang="zh-CN" sz="1200" dirty="0">
                  <a:solidFill>
                    <a:srgbClr val="000000"/>
                  </a:solidFill>
                  <a:latin typeface="Arial" panose="020B0604020202020204" pitchFamily="34" charset="0"/>
                  <a:ea typeface="微软雅黑" panose="020B0503020204020204" pitchFamily="34" charset="-122"/>
                  <a:cs typeface="Arial" panose="020B0604020202020204" pitchFamily="34" charset="0"/>
                </a:endParaRPr>
              </a:p>
            </p:txBody>
          </p:sp>
        </mc:Choice>
        <mc:Fallback>
          <p:sp>
            <p:nvSpPr>
              <p:cNvPr id="3" name="文本占位符 2">
                <a:extLst>
                  <a:ext uri="{FF2B5EF4-FFF2-40B4-BE49-F238E27FC236}">
                    <a16:creationId xmlns:a16="http://schemas.microsoft.com/office/drawing/2014/main" id="{9B516D4B-0517-D680-0ED5-F2E68DA550B0}"/>
                  </a:ext>
                </a:extLst>
              </p:cNvPr>
              <p:cNvSpPr txBox="1">
                <a:spLocks noRot="1" noChangeAspect="1" noMove="1" noResize="1" noEditPoints="1" noAdjustHandles="1" noChangeArrowheads="1" noChangeShapeType="1" noTextEdit="1"/>
              </p:cNvSpPr>
              <p:nvPr/>
            </p:nvSpPr>
            <p:spPr>
              <a:xfrm>
                <a:off x="989269" y="1906596"/>
                <a:ext cx="10218224" cy="3044808"/>
              </a:xfrm>
              <a:prstGeom prst="rect">
                <a:avLst/>
              </a:prstGeom>
              <a:blipFill>
                <a:blip r:embed="rId2"/>
                <a:stretch>
                  <a:fillRect l="-477" b="-802"/>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23310314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4D34E33-8488-871F-8726-3EF689121090}"/>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9E368712-372D-BD42-04FD-967177EF1990}"/>
              </a:ext>
            </a:extLst>
          </p:cNvPr>
          <p:cNvSpPr txBox="1">
            <a:spLocks/>
          </p:cNvSpPr>
          <p:nvPr/>
        </p:nvSpPr>
        <p:spPr>
          <a:xfrm>
            <a:off x="3954203" y="411900"/>
            <a:ext cx="4288353" cy="584775"/>
          </a:xfrm>
          <a:prstGeom prst="rect">
            <a:avLst/>
          </a:prstGeom>
        </p:spPr>
        <p:txBody>
          <a:bodyPr wrap="none">
            <a:spAutoFit/>
          </a:bodyPr>
          <a:lstStyle>
            <a:lvl1pPr algn="l" defTabSz="1187798" rtl="0" eaLnBrk="1" latinLnBrk="0" hangingPunct="1">
              <a:lnSpc>
                <a:spcPct val="90000"/>
              </a:lnSpc>
              <a:spcBef>
                <a:spcPct val="0"/>
              </a:spcBef>
              <a:buNone/>
              <a:defRPr sz="5716" kern="1200">
                <a:solidFill>
                  <a:schemeClr val="tx1"/>
                </a:solidFill>
                <a:latin typeface="+mj-lt"/>
                <a:ea typeface="+mj-ea"/>
                <a:cs typeface="+mj-cs"/>
              </a:defRPr>
            </a:lvl1pPr>
          </a:lstStyle>
          <a:p>
            <a:pPr algn="ctr">
              <a:lnSpc>
                <a:spcPct val="100000"/>
              </a:lnSpc>
            </a:pPr>
            <a:r>
              <a:rPr lang="zh-CN" altLang="en-US" sz="3200" b="1" dirty="0">
                <a:solidFill>
                  <a:srgbClr val="000000"/>
                </a:solidFill>
                <a:latin typeface="微软雅黑" panose="020B0503020204020204" pitchFamily="34" charset="-122"/>
                <a:ea typeface="微软雅黑" panose="020B0503020204020204" pitchFamily="34" charset="-122"/>
              </a:rPr>
              <a:t>自注意力算子运算分析</a:t>
            </a:r>
          </a:p>
        </p:txBody>
      </p:sp>
      <mc:AlternateContent xmlns:mc="http://schemas.openxmlformats.org/markup-compatibility/2006">
        <mc:Choice xmlns:a14="http://schemas.microsoft.com/office/drawing/2010/main" Requires="a14">
          <p:sp>
            <p:nvSpPr>
              <p:cNvPr id="3" name="文本占位符 2">
                <a:extLst>
                  <a:ext uri="{FF2B5EF4-FFF2-40B4-BE49-F238E27FC236}">
                    <a16:creationId xmlns:a16="http://schemas.microsoft.com/office/drawing/2014/main" id="{EE331615-0761-4B93-FB1E-5AB7207562E9}"/>
                  </a:ext>
                </a:extLst>
              </p:cNvPr>
              <p:cNvSpPr txBox="1">
                <a:spLocks/>
              </p:cNvSpPr>
              <p:nvPr/>
            </p:nvSpPr>
            <p:spPr>
              <a:xfrm>
                <a:off x="4132170" y="2259791"/>
                <a:ext cx="3932423" cy="2741904"/>
              </a:xfrm>
              <a:prstGeom prst="rect">
                <a:avLst/>
              </a:prstGeom>
            </p:spPr>
            <p:txBody>
              <a:bodyPr wrap="none">
                <a:spAutoFit/>
              </a:bodyPr>
              <a:lstStyle>
                <a:lvl1pPr marL="296950" indent="-296950" algn="l" defTabSz="1187798" rtl="0" eaLnBrk="1" latinLnBrk="0" hangingPunct="1">
                  <a:lnSpc>
                    <a:spcPct val="90000"/>
                  </a:lnSpc>
                  <a:spcBef>
                    <a:spcPts val="1299"/>
                  </a:spcBef>
                  <a:buFont typeface="Arial" panose="020B0604020202020204" pitchFamily="34" charset="0"/>
                  <a:buChar char="•"/>
                  <a:defRPr sz="3636" kern="1200">
                    <a:solidFill>
                      <a:schemeClr val="tx1"/>
                    </a:solidFill>
                    <a:latin typeface="+mn-lt"/>
                    <a:ea typeface="+mn-ea"/>
                    <a:cs typeface="+mn-cs"/>
                  </a:defRPr>
                </a:lvl1pPr>
                <a:lvl2pPr marL="890849" indent="-296950" algn="l" defTabSz="1187798" rtl="0" eaLnBrk="1" latinLnBrk="0" hangingPunct="1">
                  <a:lnSpc>
                    <a:spcPct val="90000"/>
                  </a:lnSpc>
                  <a:spcBef>
                    <a:spcPts val="650"/>
                  </a:spcBef>
                  <a:buFont typeface="Arial" panose="020B0604020202020204" pitchFamily="34" charset="0"/>
                  <a:buChar char="•"/>
                  <a:defRPr sz="3118" kern="1200">
                    <a:solidFill>
                      <a:schemeClr val="tx1"/>
                    </a:solidFill>
                    <a:latin typeface="+mn-lt"/>
                    <a:ea typeface="+mn-ea"/>
                    <a:cs typeface="+mn-cs"/>
                  </a:defRPr>
                </a:lvl2pPr>
                <a:lvl3pPr marL="1484748" indent="-296950" algn="l" defTabSz="1187798" rtl="0" eaLnBrk="1" latinLnBrk="0" hangingPunct="1">
                  <a:lnSpc>
                    <a:spcPct val="90000"/>
                  </a:lnSpc>
                  <a:spcBef>
                    <a:spcPts val="650"/>
                  </a:spcBef>
                  <a:buFont typeface="Arial" panose="020B0604020202020204" pitchFamily="34" charset="0"/>
                  <a:buChar char="•"/>
                  <a:defRPr sz="2598" kern="1200">
                    <a:solidFill>
                      <a:schemeClr val="tx1"/>
                    </a:solidFill>
                    <a:latin typeface="+mn-lt"/>
                    <a:ea typeface="+mn-ea"/>
                    <a:cs typeface="+mn-cs"/>
                  </a:defRPr>
                </a:lvl3pPr>
                <a:lvl4pPr marL="2078648" indent="-296950" algn="l" defTabSz="1187798" rtl="0" eaLnBrk="1" latinLnBrk="0" hangingPunct="1">
                  <a:lnSpc>
                    <a:spcPct val="90000"/>
                  </a:lnSpc>
                  <a:spcBef>
                    <a:spcPts val="650"/>
                  </a:spcBef>
                  <a:buFont typeface="Arial" panose="020B0604020202020204" pitchFamily="34" charset="0"/>
                  <a:buChar char="•"/>
                  <a:defRPr sz="2338" kern="1200">
                    <a:solidFill>
                      <a:schemeClr val="tx1"/>
                    </a:solidFill>
                    <a:latin typeface="+mn-lt"/>
                    <a:ea typeface="+mn-ea"/>
                    <a:cs typeface="+mn-cs"/>
                  </a:defRPr>
                </a:lvl4pPr>
                <a:lvl5pPr marL="2672547" indent="-296950" algn="l" defTabSz="1187798" rtl="0" eaLnBrk="1" latinLnBrk="0" hangingPunct="1">
                  <a:lnSpc>
                    <a:spcPct val="90000"/>
                  </a:lnSpc>
                  <a:spcBef>
                    <a:spcPts val="650"/>
                  </a:spcBef>
                  <a:buFont typeface="Arial" panose="020B0604020202020204" pitchFamily="34" charset="0"/>
                  <a:buChar char="•"/>
                  <a:defRPr sz="2338" kern="1200">
                    <a:solidFill>
                      <a:schemeClr val="tx1"/>
                    </a:solidFill>
                    <a:latin typeface="+mn-lt"/>
                    <a:ea typeface="+mn-ea"/>
                    <a:cs typeface="+mn-cs"/>
                  </a:defRPr>
                </a:lvl5pPr>
                <a:lvl6pPr marL="3266447" indent="-296950" algn="l" defTabSz="1187798" rtl="0" eaLnBrk="1" latinLnBrk="0" hangingPunct="1">
                  <a:lnSpc>
                    <a:spcPct val="90000"/>
                  </a:lnSpc>
                  <a:spcBef>
                    <a:spcPts val="650"/>
                  </a:spcBef>
                  <a:buFont typeface="Arial" panose="020B0604020202020204" pitchFamily="34" charset="0"/>
                  <a:buChar char="•"/>
                  <a:defRPr sz="2338" kern="1200">
                    <a:solidFill>
                      <a:schemeClr val="tx1"/>
                    </a:solidFill>
                    <a:latin typeface="+mn-lt"/>
                    <a:ea typeface="+mn-ea"/>
                    <a:cs typeface="+mn-cs"/>
                  </a:defRPr>
                </a:lvl6pPr>
                <a:lvl7pPr marL="3860346" indent="-296950" algn="l" defTabSz="1187798" rtl="0" eaLnBrk="1" latinLnBrk="0" hangingPunct="1">
                  <a:lnSpc>
                    <a:spcPct val="90000"/>
                  </a:lnSpc>
                  <a:spcBef>
                    <a:spcPts val="650"/>
                  </a:spcBef>
                  <a:buFont typeface="Arial" panose="020B0604020202020204" pitchFamily="34" charset="0"/>
                  <a:buChar char="•"/>
                  <a:defRPr sz="2338" kern="1200">
                    <a:solidFill>
                      <a:schemeClr val="tx1"/>
                    </a:solidFill>
                    <a:latin typeface="+mn-lt"/>
                    <a:ea typeface="+mn-ea"/>
                    <a:cs typeface="+mn-cs"/>
                  </a:defRPr>
                </a:lvl7pPr>
                <a:lvl8pPr marL="4454245" indent="-296950" algn="l" defTabSz="1187798" rtl="0" eaLnBrk="1" latinLnBrk="0" hangingPunct="1">
                  <a:lnSpc>
                    <a:spcPct val="90000"/>
                  </a:lnSpc>
                  <a:spcBef>
                    <a:spcPts val="650"/>
                  </a:spcBef>
                  <a:buFont typeface="Arial" panose="020B0604020202020204" pitchFamily="34" charset="0"/>
                  <a:buChar char="•"/>
                  <a:defRPr sz="2338" kern="1200">
                    <a:solidFill>
                      <a:schemeClr val="tx1"/>
                    </a:solidFill>
                    <a:latin typeface="+mn-lt"/>
                    <a:ea typeface="+mn-ea"/>
                    <a:cs typeface="+mn-cs"/>
                  </a:defRPr>
                </a:lvl8pPr>
                <a:lvl9pPr marL="5048144" indent="-296950" algn="l" defTabSz="1187798" rtl="0" eaLnBrk="1" latinLnBrk="0" hangingPunct="1">
                  <a:lnSpc>
                    <a:spcPct val="90000"/>
                  </a:lnSpc>
                  <a:spcBef>
                    <a:spcPts val="650"/>
                  </a:spcBef>
                  <a:buFont typeface="Arial" panose="020B0604020202020204" pitchFamily="34" charset="0"/>
                  <a:buChar char="•"/>
                  <a:defRPr sz="2338" kern="1200">
                    <a:solidFill>
                      <a:schemeClr val="tx1"/>
                    </a:solidFill>
                    <a:latin typeface="+mn-lt"/>
                    <a:ea typeface="+mn-ea"/>
                    <a:cs typeface="+mn-cs"/>
                  </a:defRPr>
                </a:lvl9pPr>
              </a:lstStyle>
              <a:p>
                <a:pPr marL="0" indent="0">
                  <a:lnSpc>
                    <a:spcPct val="150000"/>
                  </a:lnSpc>
                  <a:spcBef>
                    <a:spcPts val="0"/>
                  </a:spcBef>
                  <a:buNone/>
                </a:pPr>
                <a:r>
                  <a:rPr lang="en-US" altLang="zh-CN" sz="1800" b="1" dirty="0" err="1">
                    <a:solidFill>
                      <a:srgbClr val="C00000"/>
                    </a:solidFill>
                    <a:latin typeface="Arial" panose="020B0604020202020204" pitchFamily="34" charset="0"/>
                    <a:ea typeface="微软雅黑" panose="020B0503020204020204" pitchFamily="34" charset="-122"/>
                    <a:cs typeface="Arial" panose="020B0604020202020204" pitchFamily="34" charset="0"/>
                  </a:rPr>
                  <a:t>Softmax</a:t>
                </a:r>
                <a:r>
                  <a:rPr lang="en-US" altLang="zh-CN" sz="1800" b="1" dirty="0">
                    <a:solidFill>
                      <a:srgbClr val="C00000"/>
                    </a:solidFill>
                    <a:latin typeface="Arial" panose="020B0604020202020204" pitchFamily="34" charset="0"/>
                    <a:ea typeface="微软雅黑" panose="020B0503020204020204" pitchFamily="34" charset="-122"/>
                    <a:cs typeface="Arial" panose="020B0604020202020204" pitchFamily="34" charset="0"/>
                  </a:rPr>
                  <a:t> </a:t>
                </a:r>
                <a:r>
                  <a:rPr lang="zh-CN" altLang="en-US" sz="1800" b="1" dirty="0">
                    <a:solidFill>
                      <a:srgbClr val="C00000"/>
                    </a:solidFill>
                    <a:latin typeface="Arial" panose="020B0604020202020204" pitchFamily="34" charset="0"/>
                    <a:ea typeface="微软雅黑" panose="020B0503020204020204" pitchFamily="34" charset="-122"/>
                    <a:cs typeface="Arial" panose="020B0604020202020204" pitchFamily="34" charset="0"/>
                  </a:rPr>
                  <a:t>运算分析</a:t>
                </a:r>
                <a:endParaRPr lang="en-US" altLang="zh-CN" sz="1800" b="1" dirty="0">
                  <a:solidFill>
                    <a:srgbClr val="C00000"/>
                  </a:solidFill>
                  <a:latin typeface="Arial" panose="020B0604020202020204" pitchFamily="34" charset="0"/>
                  <a:ea typeface="微软雅黑" panose="020B0503020204020204" pitchFamily="34" charset="-122"/>
                  <a:cs typeface="Arial" panose="020B0604020202020204" pitchFamily="34" charset="0"/>
                </a:endParaRPr>
              </a:p>
              <a:p>
                <a:pPr marL="0" lvl="1" indent="0">
                  <a:lnSpc>
                    <a:spcPct val="150000"/>
                  </a:lnSpc>
                  <a:spcBef>
                    <a:spcPts val="0"/>
                  </a:spcBef>
                  <a:buNone/>
                </a:pPr>
                <a:r>
                  <a:rPr lang="en-US" altLang="zh-CN" sz="1200" b="1" dirty="0" err="1">
                    <a:solidFill>
                      <a:srgbClr val="000000"/>
                    </a:solidFill>
                    <a:latin typeface="Arial" panose="020B0604020202020204" pitchFamily="34" charset="0"/>
                    <a:ea typeface="微软雅黑" panose="020B0503020204020204" pitchFamily="34" charset="-122"/>
                    <a:cs typeface="Arial" panose="020B0604020202020204" pitchFamily="34" charset="0"/>
                  </a:rPr>
                  <a:t>Softmax</a:t>
                </a:r>
                <a:r>
                  <a:rPr lang="en-US" altLang="zh-CN" sz="1200" b="1" dirty="0">
                    <a:solidFill>
                      <a:srgbClr val="000000"/>
                    </a:solidFill>
                    <a:latin typeface="Arial" panose="020B0604020202020204" pitchFamily="34" charset="0"/>
                    <a:ea typeface="微软雅黑" panose="020B0503020204020204" pitchFamily="34" charset="-122"/>
                    <a:cs typeface="Arial" panose="020B0604020202020204" pitchFamily="34" charset="0"/>
                  </a:rPr>
                  <a:t> </a:t>
                </a:r>
                <a:r>
                  <a:rPr lang="zh-CN" altLang="en-US" sz="1200" b="1" dirty="0">
                    <a:solidFill>
                      <a:srgbClr val="000000"/>
                    </a:solidFill>
                    <a:latin typeface="Arial" panose="020B0604020202020204" pitchFamily="34" charset="0"/>
                    <a:ea typeface="微软雅黑" panose="020B0503020204020204" pitchFamily="34" charset="-122"/>
                    <a:cs typeface="Arial" panose="020B0604020202020204" pitchFamily="34" charset="0"/>
                  </a:rPr>
                  <a:t>标准计算公式：</a:t>
                </a:r>
                <a:endParaRPr lang="en-US" altLang="zh-CN" sz="1200" b="1" dirty="0">
                  <a:solidFill>
                    <a:srgbClr val="000000"/>
                  </a:solidFill>
                  <a:latin typeface="Arial" panose="020B0604020202020204" pitchFamily="34" charset="0"/>
                  <a:ea typeface="微软雅黑" panose="020B0503020204020204" pitchFamily="34" charset="-122"/>
                  <a:cs typeface="Arial" panose="020B0604020202020204" pitchFamily="34" charset="0"/>
                </a:endParaRPr>
              </a:p>
              <a:p>
                <a:pPr marL="0" lvl="2" indent="0">
                  <a:lnSpc>
                    <a:spcPct val="150000"/>
                  </a:lnSpc>
                  <a:spcBef>
                    <a:spcPts val="0"/>
                  </a:spcBef>
                  <a:spcAft>
                    <a:spcPts val="1200"/>
                  </a:spcAft>
                  <a:buNone/>
                </a:pPr>
                <a14:m>
                  <m:oMathPara xmlns:m="http://schemas.openxmlformats.org/officeDocument/2006/math">
                    <m:oMathParaPr>
                      <m:jc m:val="left"/>
                    </m:oMathParaPr>
                    <m:oMath xmlns:m="http://schemas.openxmlformats.org/officeDocument/2006/math">
                      <m:r>
                        <m:rPr>
                          <m:sty m:val="p"/>
                        </m:rPr>
                        <a:rPr lang="en-US" altLang="zh-CN" sz="1200">
                          <a:solidFill>
                            <a:srgbClr val="000000"/>
                          </a:solidFill>
                          <a:latin typeface="Cambria Math" panose="02040503050406030204" pitchFamily="18" charset="0"/>
                        </a:rPr>
                        <m:t>Softmax</m:t>
                      </m:r>
                      <m:d>
                        <m:dPr>
                          <m:ctrlPr>
                            <a:rPr lang="en-US" altLang="zh-CN" sz="1200" i="1">
                              <a:solidFill>
                                <a:srgbClr val="000000"/>
                              </a:solidFill>
                              <a:latin typeface="Cambria Math" panose="02040503050406030204" pitchFamily="18" charset="0"/>
                            </a:rPr>
                          </m:ctrlPr>
                        </m:dPr>
                        <m:e>
                          <m:d>
                            <m:dPr>
                              <m:begChr m:val="{"/>
                              <m:endChr m:val="}"/>
                              <m:ctrlPr>
                                <a:rPr lang="en-US" altLang="zh-CN" sz="1200" i="1">
                                  <a:solidFill>
                                    <a:srgbClr val="000000"/>
                                  </a:solidFill>
                                  <a:latin typeface="Cambria Math" panose="02040503050406030204" pitchFamily="18" charset="0"/>
                                </a:rPr>
                              </m:ctrlPr>
                            </m:dPr>
                            <m:e>
                              <m:sSub>
                                <m:sSubPr>
                                  <m:ctrlPr>
                                    <a:rPr lang="en-US" altLang="zh-CN" sz="1200" i="1" dirty="0">
                                      <a:solidFill>
                                        <a:srgbClr val="000000"/>
                                      </a:solidFill>
                                      <a:latin typeface="Cambria Math" panose="02040503050406030204" pitchFamily="18" charset="0"/>
                                    </a:rPr>
                                  </m:ctrlPr>
                                </m:sSubPr>
                                <m:e>
                                  <m:r>
                                    <a:rPr lang="en-US" altLang="zh-CN" sz="1200" dirty="0">
                                      <a:solidFill>
                                        <a:srgbClr val="000000"/>
                                      </a:solidFill>
                                      <a:latin typeface="Cambria Math" panose="02040503050406030204" pitchFamily="18" charset="0"/>
                                    </a:rPr>
                                    <m:t>𝑥</m:t>
                                  </m:r>
                                </m:e>
                                <m:sub>
                                  <m:r>
                                    <a:rPr lang="en-US" altLang="zh-CN" sz="1200" dirty="0">
                                      <a:solidFill>
                                        <a:srgbClr val="000000"/>
                                      </a:solidFill>
                                      <a:latin typeface="Cambria Math" panose="02040503050406030204" pitchFamily="18" charset="0"/>
                                    </a:rPr>
                                    <m:t>1</m:t>
                                  </m:r>
                                </m:sub>
                              </m:sSub>
                              <m:r>
                                <a:rPr lang="en-US" altLang="zh-CN" sz="1200" dirty="0">
                                  <a:solidFill>
                                    <a:srgbClr val="000000"/>
                                  </a:solidFill>
                                  <a:latin typeface="Cambria Math" panose="02040503050406030204" pitchFamily="18" charset="0"/>
                                </a:rPr>
                                <m:t>,…,</m:t>
                              </m:r>
                              <m:sSub>
                                <m:sSubPr>
                                  <m:ctrlPr>
                                    <a:rPr lang="en-US" altLang="zh-CN" sz="1200" i="1" dirty="0">
                                      <a:solidFill>
                                        <a:srgbClr val="000000"/>
                                      </a:solidFill>
                                      <a:latin typeface="Cambria Math" panose="02040503050406030204" pitchFamily="18" charset="0"/>
                                    </a:rPr>
                                  </m:ctrlPr>
                                </m:sSubPr>
                                <m:e>
                                  <m:r>
                                    <a:rPr lang="en-US" altLang="zh-CN" sz="1200" dirty="0">
                                      <a:solidFill>
                                        <a:srgbClr val="000000"/>
                                      </a:solidFill>
                                      <a:latin typeface="Cambria Math" panose="02040503050406030204" pitchFamily="18" charset="0"/>
                                    </a:rPr>
                                    <m:t>𝑥</m:t>
                                  </m:r>
                                </m:e>
                                <m:sub>
                                  <m:r>
                                    <a:rPr lang="en-US" altLang="zh-CN" sz="1200" dirty="0">
                                      <a:solidFill>
                                        <a:srgbClr val="000000"/>
                                      </a:solidFill>
                                      <a:latin typeface="Cambria Math" panose="02040503050406030204" pitchFamily="18" charset="0"/>
                                    </a:rPr>
                                    <m:t>𝑁</m:t>
                                  </m:r>
                                </m:sub>
                              </m:sSub>
                            </m:e>
                          </m:d>
                        </m:e>
                      </m:d>
                      <m:r>
                        <a:rPr lang="en-US" altLang="zh-CN" sz="1200">
                          <a:solidFill>
                            <a:srgbClr val="000000"/>
                          </a:solidFill>
                          <a:latin typeface="Cambria Math" panose="02040503050406030204" pitchFamily="18" charset="0"/>
                        </a:rPr>
                        <m:t>={</m:t>
                      </m:r>
                      <m:f>
                        <m:fPr>
                          <m:ctrlPr>
                            <a:rPr lang="en-US" altLang="zh-CN" sz="1200" i="1">
                              <a:solidFill>
                                <a:srgbClr val="000000"/>
                              </a:solidFill>
                              <a:latin typeface="Cambria Math" panose="02040503050406030204" pitchFamily="18" charset="0"/>
                            </a:rPr>
                          </m:ctrlPr>
                        </m:fPr>
                        <m:num>
                          <m:sSup>
                            <m:sSupPr>
                              <m:ctrlPr>
                                <a:rPr lang="en-US" altLang="zh-CN" sz="1200" i="1">
                                  <a:solidFill>
                                    <a:srgbClr val="000000"/>
                                  </a:solidFill>
                                  <a:latin typeface="Cambria Math" panose="02040503050406030204" pitchFamily="18" charset="0"/>
                                </a:rPr>
                              </m:ctrlPr>
                            </m:sSupPr>
                            <m:e>
                              <m:r>
                                <a:rPr lang="en-US" altLang="zh-CN" sz="1200">
                                  <a:solidFill>
                                    <a:srgbClr val="000000"/>
                                  </a:solidFill>
                                  <a:latin typeface="Cambria Math" panose="02040503050406030204" pitchFamily="18" charset="0"/>
                                </a:rPr>
                                <m:t>𝑒</m:t>
                              </m:r>
                            </m:e>
                            <m:sup>
                              <m:sSub>
                                <m:sSubPr>
                                  <m:ctrlPr>
                                    <a:rPr lang="en-US" altLang="zh-CN" sz="1200" i="1">
                                      <a:solidFill>
                                        <a:srgbClr val="000000"/>
                                      </a:solidFill>
                                      <a:latin typeface="Cambria Math" panose="02040503050406030204" pitchFamily="18" charset="0"/>
                                    </a:rPr>
                                  </m:ctrlPr>
                                </m:sSubPr>
                                <m:e>
                                  <m:r>
                                    <a:rPr lang="en-US" altLang="zh-CN" sz="1200">
                                      <a:solidFill>
                                        <a:srgbClr val="000000"/>
                                      </a:solidFill>
                                      <a:latin typeface="Cambria Math" panose="02040503050406030204" pitchFamily="18" charset="0"/>
                                    </a:rPr>
                                    <m:t>𝑥</m:t>
                                  </m:r>
                                </m:e>
                                <m:sub>
                                  <m:r>
                                    <a:rPr lang="en-US" altLang="zh-CN" sz="1200">
                                      <a:solidFill>
                                        <a:srgbClr val="000000"/>
                                      </a:solidFill>
                                      <a:latin typeface="Cambria Math" panose="02040503050406030204" pitchFamily="18" charset="0"/>
                                    </a:rPr>
                                    <m:t>1</m:t>
                                  </m:r>
                                </m:sub>
                              </m:sSub>
                            </m:sup>
                          </m:sSup>
                        </m:num>
                        <m:den>
                          <m:nary>
                            <m:naryPr>
                              <m:chr m:val="∑"/>
                              <m:limLoc m:val="subSup"/>
                              <m:ctrlPr>
                                <a:rPr lang="en-US" altLang="zh-CN" sz="1200" i="1">
                                  <a:solidFill>
                                    <a:srgbClr val="000000"/>
                                  </a:solidFill>
                                  <a:latin typeface="Cambria Math" panose="02040503050406030204" pitchFamily="18" charset="0"/>
                                </a:rPr>
                              </m:ctrlPr>
                            </m:naryPr>
                            <m:sub>
                              <m:r>
                                <m:rPr>
                                  <m:sty m:val="p"/>
                                  <m:brk m:alnAt="25"/>
                                </m:rPr>
                                <a:rPr lang="en-US" altLang="zh-CN" sz="1200">
                                  <a:solidFill>
                                    <a:srgbClr val="000000"/>
                                  </a:solidFill>
                                  <a:latin typeface="Cambria Math" panose="02040503050406030204" pitchFamily="18" charset="0"/>
                                </a:rPr>
                                <m:t>j</m:t>
                              </m:r>
                              <m:r>
                                <a:rPr lang="en-US" altLang="zh-CN" sz="1200">
                                  <a:solidFill>
                                    <a:srgbClr val="000000"/>
                                  </a:solidFill>
                                  <a:latin typeface="Cambria Math" panose="02040503050406030204" pitchFamily="18" charset="0"/>
                                </a:rPr>
                                <m:t>=1</m:t>
                              </m:r>
                            </m:sub>
                            <m:sup>
                              <m:r>
                                <a:rPr lang="en-US" altLang="zh-CN" sz="1200">
                                  <a:solidFill>
                                    <a:srgbClr val="000000"/>
                                  </a:solidFill>
                                  <a:latin typeface="Cambria Math" panose="02040503050406030204" pitchFamily="18" charset="0"/>
                                </a:rPr>
                                <m:t>𝑁</m:t>
                              </m:r>
                            </m:sup>
                            <m:e>
                              <m:sSup>
                                <m:sSupPr>
                                  <m:ctrlPr>
                                    <a:rPr lang="en-US" altLang="zh-CN" sz="1200" i="1">
                                      <a:solidFill>
                                        <a:srgbClr val="000000"/>
                                      </a:solidFill>
                                      <a:latin typeface="Cambria Math" panose="02040503050406030204" pitchFamily="18" charset="0"/>
                                    </a:rPr>
                                  </m:ctrlPr>
                                </m:sSupPr>
                                <m:e>
                                  <m:r>
                                    <a:rPr lang="en-US" altLang="zh-CN" sz="1200">
                                      <a:solidFill>
                                        <a:srgbClr val="000000"/>
                                      </a:solidFill>
                                      <a:latin typeface="Cambria Math" panose="02040503050406030204" pitchFamily="18" charset="0"/>
                                    </a:rPr>
                                    <m:t>𝑒</m:t>
                                  </m:r>
                                </m:e>
                                <m:sup>
                                  <m:sSub>
                                    <m:sSubPr>
                                      <m:ctrlPr>
                                        <a:rPr lang="en-US" altLang="zh-CN" sz="1200" i="1">
                                          <a:solidFill>
                                            <a:srgbClr val="000000"/>
                                          </a:solidFill>
                                          <a:latin typeface="Cambria Math" panose="02040503050406030204" pitchFamily="18" charset="0"/>
                                        </a:rPr>
                                      </m:ctrlPr>
                                    </m:sSubPr>
                                    <m:e>
                                      <m:r>
                                        <a:rPr lang="en-US" altLang="zh-CN" sz="1200">
                                          <a:solidFill>
                                            <a:srgbClr val="000000"/>
                                          </a:solidFill>
                                          <a:latin typeface="Cambria Math" panose="02040503050406030204" pitchFamily="18" charset="0"/>
                                        </a:rPr>
                                        <m:t>𝑥</m:t>
                                      </m:r>
                                    </m:e>
                                    <m:sub>
                                      <m:r>
                                        <a:rPr lang="en-US" altLang="zh-CN" sz="1200">
                                          <a:solidFill>
                                            <a:srgbClr val="000000"/>
                                          </a:solidFill>
                                          <a:latin typeface="Cambria Math" panose="02040503050406030204" pitchFamily="18" charset="0"/>
                                        </a:rPr>
                                        <m:t>𝑗</m:t>
                                      </m:r>
                                    </m:sub>
                                  </m:sSub>
                                </m:sup>
                              </m:sSup>
                            </m:e>
                          </m:nary>
                        </m:den>
                      </m:f>
                      <m:r>
                        <a:rPr lang="en-US" altLang="zh-CN" sz="1200">
                          <a:solidFill>
                            <a:srgbClr val="000000"/>
                          </a:solidFill>
                          <a:latin typeface="Cambria Math" panose="02040503050406030204" pitchFamily="18" charset="0"/>
                        </a:rPr>
                        <m:t>,…,</m:t>
                      </m:r>
                      <m:f>
                        <m:fPr>
                          <m:ctrlPr>
                            <a:rPr lang="en-US" altLang="zh-CN" sz="1200" i="1">
                              <a:solidFill>
                                <a:srgbClr val="000000"/>
                              </a:solidFill>
                              <a:latin typeface="Cambria Math" panose="02040503050406030204" pitchFamily="18" charset="0"/>
                            </a:rPr>
                          </m:ctrlPr>
                        </m:fPr>
                        <m:num>
                          <m:sSup>
                            <m:sSupPr>
                              <m:ctrlPr>
                                <a:rPr lang="en-US" altLang="zh-CN" sz="1200" i="1">
                                  <a:solidFill>
                                    <a:srgbClr val="000000"/>
                                  </a:solidFill>
                                  <a:latin typeface="Cambria Math" panose="02040503050406030204" pitchFamily="18" charset="0"/>
                                </a:rPr>
                              </m:ctrlPr>
                            </m:sSupPr>
                            <m:e>
                              <m:r>
                                <a:rPr lang="en-US" altLang="zh-CN" sz="1200">
                                  <a:solidFill>
                                    <a:srgbClr val="000000"/>
                                  </a:solidFill>
                                  <a:latin typeface="Cambria Math" panose="02040503050406030204" pitchFamily="18" charset="0"/>
                                </a:rPr>
                                <m:t>𝑒</m:t>
                              </m:r>
                            </m:e>
                            <m:sup>
                              <m:sSub>
                                <m:sSubPr>
                                  <m:ctrlPr>
                                    <a:rPr lang="en-US" altLang="zh-CN" sz="1200" i="1">
                                      <a:solidFill>
                                        <a:srgbClr val="000000"/>
                                      </a:solidFill>
                                      <a:latin typeface="Cambria Math" panose="02040503050406030204" pitchFamily="18" charset="0"/>
                                    </a:rPr>
                                  </m:ctrlPr>
                                </m:sSubPr>
                                <m:e>
                                  <m:r>
                                    <a:rPr lang="en-US" altLang="zh-CN" sz="1200">
                                      <a:solidFill>
                                        <a:srgbClr val="000000"/>
                                      </a:solidFill>
                                      <a:latin typeface="Cambria Math" panose="02040503050406030204" pitchFamily="18" charset="0"/>
                                    </a:rPr>
                                    <m:t>𝑥</m:t>
                                  </m:r>
                                </m:e>
                                <m:sub>
                                  <m:r>
                                    <a:rPr lang="en-US" altLang="zh-CN" sz="1200">
                                      <a:solidFill>
                                        <a:srgbClr val="000000"/>
                                      </a:solidFill>
                                      <a:latin typeface="Cambria Math" panose="02040503050406030204" pitchFamily="18" charset="0"/>
                                    </a:rPr>
                                    <m:t>𝑁</m:t>
                                  </m:r>
                                </m:sub>
                              </m:sSub>
                            </m:sup>
                          </m:sSup>
                        </m:num>
                        <m:den>
                          <m:nary>
                            <m:naryPr>
                              <m:chr m:val="∑"/>
                              <m:limLoc m:val="subSup"/>
                              <m:ctrlPr>
                                <a:rPr lang="en-US" altLang="zh-CN" sz="1200" i="1">
                                  <a:solidFill>
                                    <a:srgbClr val="000000"/>
                                  </a:solidFill>
                                  <a:latin typeface="Cambria Math" panose="02040503050406030204" pitchFamily="18" charset="0"/>
                                </a:rPr>
                              </m:ctrlPr>
                            </m:naryPr>
                            <m:sub>
                              <m:r>
                                <m:rPr>
                                  <m:sty m:val="p"/>
                                  <m:brk m:alnAt="25"/>
                                </m:rPr>
                                <a:rPr lang="en-US" altLang="zh-CN" sz="1200">
                                  <a:solidFill>
                                    <a:srgbClr val="000000"/>
                                  </a:solidFill>
                                  <a:latin typeface="Cambria Math" panose="02040503050406030204" pitchFamily="18" charset="0"/>
                                </a:rPr>
                                <m:t>j</m:t>
                              </m:r>
                              <m:r>
                                <a:rPr lang="en-US" altLang="zh-CN" sz="1200">
                                  <a:solidFill>
                                    <a:srgbClr val="000000"/>
                                  </a:solidFill>
                                  <a:latin typeface="Cambria Math" panose="02040503050406030204" pitchFamily="18" charset="0"/>
                                </a:rPr>
                                <m:t>=1</m:t>
                              </m:r>
                            </m:sub>
                            <m:sup>
                              <m:r>
                                <a:rPr lang="en-US" altLang="zh-CN" sz="1200">
                                  <a:solidFill>
                                    <a:srgbClr val="000000"/>
                                  </a:solidFill>
                                  <a:latin typeface="Cambria Math" panose="02040503050406030204" pitchFamily="18" charset="0"/>
                                </a:rPr>
                                <m:t>𝑁</m:t>
                              </m:r>
                            </m:sup>
                            <m:e>
                              <m:sSup>
                                <m:sSupPr>
                                  <m:ctrlPr>
                                    <a:rPr lang="en-US" altLang="zh-CN" sz="1200" i="1">
                                      <a:solidFill>
                                        <a:srgbClr val="000000"/>
                                      </a:solidFill>
                                      <a:latin typeface="Cambria Math" panose="02040503050406030204" pitchFamily="18" charset="0"/>
                                    </a:rPr>
                                  </m:ctrlPr>
                                </m:sSupPr>
                                <m:e>
                                  <m:r>
                                    <a:rPr lang="en-US" altLang="zh-CN" sz="1200">
                                      <a:solidFill>
                                        <a:srgbClr val="000000"/>
                                      </a:solidFill>
                                      <a:latin typeface="Cambria Math" panose="02040503050406030204" pitchFamily="18" charset="0"/>
                                    </a:rPr>
                                    <m:t>𝑒</m:t>
                                  </m:r>
                                </m:e>
                                <m:sup>
                                  <m:sSub>
                                    <m:sSubPr>
                                      <m:ctrlPr>
                                        <a:rPr lang="en-US" altLang="zh-CN" sz="1200" i="1">
                                          <a:solidFill>
                                            <a:srgbClr val="000000"/>
                                          </a:solidFill>
                                          <a:latin typeface="Cambria Math" panose="02040503050406030204" pitchFamily="18" charset="0"/>
                                        </a:rPr>
                                      </m:ctrlPr>
                                    </m:sSubPr>
                                    <m:e>
                                      <m:r>
                                        <a:rPr lang="en-US" altLang="zh-CN" sz="1200">
                                          <a:solidFill>
                                            <a:srgbClr val="000000"/>
                                          </a:solidFill>
                                          <a:latin typeface="Cambria Math" panose="02040503050406030204" pitchFamily="18" charset="0"/>
                                        </a:rPr>
                                        <m:t>𝑥</m:t>
                                      </m:r>
                                    </m:e>
                                    <m:sub>
                                      <m:r>
                                        <a:rPr lang="en-US" altLang="zh-CN" sz="1200">
                                          <a:solidFill>
                                            <a:srgbClr val="000000"/>
                                          </a:solidFill>
                                          <a:latin typeface="Cambria Math" panose="02040503050406030204" pitchFamily="18" charset="0"/>
                                        </a:rPr>
                                        <m:t>𝑗</m:t>
                                      </m:r>
                                    </m:sub>
                                  </m:sSub>
                                </m:sup>
                              </m:sSup>
                            </m:e>
                          </m:nary>
                        </m:den>
                      </m:f>
                      <m:r>
                        <a:rPr lang="en-US" altLang="zh-CN" sz="1200">
                          <a:solidFill>
                            <a:srgbClr val="000000"/>
                          </a:solidFill>
                          <a:latin typeface="Cambria Math" panose="02040503050406030204" pitchFamily="18" charset="0"/>
                        </a:rPr>
                        <m:t>}</m:t>
                      </m:r>
                    </m:oMath>
                  </m:oMathPara>
                </a14:m>
                <a:endParaRPr lang="en-US" altLang="zh-CN" sz="1200" dirty="0">
                  <a:solidFill>
                    <a:srgbClr val="000000"/>
                  </a:solidFill>
                  <a:latin typeface="Arial" panose="020B0604020202020204" pitchFamily="34" charset="0"/>
                  <a:ea typeface="微软雅黑" panose="020B0503020204020204" pitchFamily="34" charset="-122"/>
                  <a:cs typeface="Arial" panose="020B0604020202020204" pitchFamily="34" charset="0"/>
                </a:endParaRPr>
              </a:p>
              <a:p>
                <a:pPr marL="0" lvl="1" indent="0">
                  <a:lnSpc>
                    <a:spcPct val="150000"/>
                  </a:lnSpc>
                  <a:spcBef>
                    <a:spcPts val="0"/>
                  </a:spcBef>
                  <a:buNone/>
                </a:pPr>
                <a:r>
                  <a:rPr lang="en-US" altLang="zh-CN" sz="1200" b="1" dirty="0">
                    <a:solidFill>
                      <a:srgbClr val="000000"/>
                    </a:solidFill>
                    <a:latin typeface="Arial" panose="020B0604020202020204" pitchFamily="34" charset="0"/>
                    <a:ea typeface="微软雅黑" panose="020B0503020204020204" pitchFamily="34" charset="-122"/>
                    <a:cs typeface="Arial" panose="020B0604020202020204" pitchFamily="34" charset="0"/>
                  </a:rPr>
                  <a:t>Safe </a:t>
                </a:r>
                <a:r>
                  <a:rPr lang="en-US" altLang="zh-CN" sz="1200" b="1" dirty="0" err="1">
                    <a:solidFill>
                      <a:srgbClr val="000000"/>
                    </a:solidFill>
                    <a:latin typeface="Arial" panose="020B0604020202020204" pitchFamily="34" charset="0"/>
                    <a:ea typeface="微软雅黑" panose="020B0503020204020204" pitchFamily="34" charset="-122"/>
                    <a:cs typeface="Arial" panose="020B0604020202020204" pitchFamily="34" charset="0"/>
                  </a:rPr>
                  <a:t>Softmax</a:t>
                </a:r>
                <a:r>
                  <a:rPr lang="en-US" altLang="zh-CN" sz="1200" b="1" dirty="0">
                    <a:solidFill>
                      <a:srgbClr val="000000"/>
                    </a:solidFill>
                    <a:latin typeface="Arial" panose="020B0604020202020204" pitchFamily="34" charset="0"/>
                    <a:ea typeface="微软雅黑" panose="020B0503020204020204" pitchFamily="34" charset="-122"/>
                    <a:cs typeface="Arial" panose="020B0604020202020204" pitchFamily="34" charset="0"/>
                  </a:rPr>
                  <a:t> </a:t>
                </a:r>
                <a:r>
                  <a:rPr lang="zh-CN" altLang="en-US" sz="1200" b="1" dirty="0">
                    <a:solidFill>
                      <a:srgbClr val="000000"/>
                    </a:solidFill>
                    <a:latin typeface="Arial" panose="020B0604020202020204" pitchFamily="34" charset="0"/>
                    <a:ea typeface="微软雅黑" panose="020B0503020204020204" pitchFamily="34" charset="-122"/>
                    <a:cs typeface="Arial" panose="020B0604020202020204" pitchFamily="34" charset="0"/>
                  </a:rPr>
                  <a:t>标准计算公式：</a:t>
                </a:r>
              </a:p>
              <a:p>
                <a:pPr marL="0" lvl="2" indent="0">
                  <a:lnSpc>
                    <a:spcPct val="150000"/>
                  </a:lnSpc>
                  <a:spcBef>
                    <a:spcPts val="0"/>
                  </a:spcBef>
                  <a:buNone/>
                </a:pPr>
                <a14:m>
                  <m:oMathPara xmlns:m="http://schemas.openxmlformats.org/officeDocument/2006/math">
                    <m:oMathParaPr>
                      <m:jc m:val="left"/>
                    </m:oMathParaPr>
                    <m:oMath xmlns:m="http://schemas.openxmlformats.org/officeDocument/2006/math">
                      <m:r>
                        <m:rPr>
                          <m:sty m:val="p"/>
                        </m:rPr>
                        <a:rPr lang="en-US" altLang="zh-CN" sz="1200">
                          <a:solidFill>
                            <a:srgbClr val="000000"/>
                          </a:solidFill>
                          <a:latin typeface="Cambria Math" panose="02040503050406030204" pitchFamily="18" charset="0"/>
                        </a:rPr>
                        <m:t>Safe</m:t>
                      </m:r>
                      <m:r>
                        <a:rPr lang="en-US" altLang="zh-CN" sz="1200">
                          <a:solidFill>
                            <a:srgbClr val="000000"/>
                          </a:solidFill>
                          <a:latin typeface="Cambria Math" panose="02040503050406030204" pitchFamily="18" charset="0"/>
                        </a:rPr>
                        <m:t> </m:t>
                      </m:r>
                      <m:r>
                        <m:rPr>
                          <m:sty m:val="p"/>
                        </m:rPr>
                        <a:rPr lang="en-US" altLang="zh-CN" sz="1200">
                          <a:solidFill>
                            <a:srgbClr val="000000"/>
                          </a:solidFill>
                          <a:latin typeface="Cambria Math" panose="02040503050406030204" pitchFamily="18" charset="0"/>
                        </a:rPr>
                        <m:t>Softmax</m:t>
                      </m:r>
                      <m:d>
                        <m:dPr>
                          <m:ctrlPr>
                            <a:rPr lang="en-US" altLang="zh-CN" sz="1200" i="1">
                              <a:solidFill>
                                <a:srgbClr val="000000"/>
                              </a:solidFill>
                              <a:latin typeface="Cambria Math" panose="02040503050406030204" pitchFamily="18" charset="0"/>
                            </a:rPr>
                          </m:ctrlPr>
                        </m:dPr>
                        <m:e>
                          <m:d>
                            <m:dPr>
                              <m:begChr m:val="{"/>
                              <m:endChr m:val="}"/>
                              <m:ctrlPr>
                                <a:rPr lang="en-US" altLang="zh-CN" sz="1200" i="1">
                                  <a:solidFill>
                                    <a:srgbClr val="000000"/>
                                  </a:solidFill>
                                  <a:latin typeface="Cambria Math" panose="02040503050406030204" pitchFamily="18" charset="0"/>
                                </a:rPr>
                              </m:ctrlPr>
                            </m:dPr>
                            <m:e>
                              <m:sSub>
                                <m:sSubPr>
                                  <m:ctrlPr>
                                    <a:rPr lang="en-US" altLang="zh-CN" sz="1200" i="1" dirty="0">
                                      <a:solidFill>
                                        <a:srgbClr val="000000"/>
                                      </a:solidFill>
                                      <a:latin typeface="Cambria Math" panose="02040503050406030204" pitchFamily="18" charset="0"/>
                                    </a:rPr>
                                  </m:ctrlPr>
                                </m:sSubPr>
                                <m:e>
                                  <m:r>
                                    <a:rPr lang="en-US" altLang="zh-CN" sz="1200" dirty="0">
                                      <a:solidFill>
                                        <a:srgbClr val="000000"/>
                                      </a:solidFill>
                                      <a:latin typeface="Cambria Math" panose="02040503050406030204" pitchFamily="18" charset="0"/>
                                    </a:rPr>
                                    <m:t>𝑥</m:t>
                                  </m:r>
                                </m:e>
                                <m:sub>
                                  <m:r>
                                    <a:rPr lang="en-US" altLang="zh-CN" sz="1200" dirty="0">
                                      <a:solidFill>
                                        <a:srgbClr val="000000"/>
                                      </a:solidFill>
                                      <a:latin typeface="Cambria Math" panose="02040503050406030204" pitchFamily="18" charset="0"/>
                                    </a:rPr>
                                    <m:t>1</m:t>
                                  </m:r>
                                </m:sub>
                              </m:sSub>
                              <m:r>
                                <a:rPr lang="en-US" altLang="zh-CN" sz="1200" dirty="0">
                                  <a:solidFill>
                                    <a:srgbClr val="000000"/>
                                  </a:solidFill>
                                  <a:latin typeface="Cambria Math" panose="02040503050406030204" pitchFamily="18" charset="0"/>
                                </a:rPr>
                                <m:t>,…,</m:t>
                              </m:r>
                              <m:sSub>
                                <m:sSubPr>
                                  <m:ctrlPr>
                                    <a:rPr lang="en-US" altLang="zh-CN" sz="1200" i="1" dirty="0">
                                      <a:solidFill>
                                        <a:srgbClr val="000000"/>
                                      </a:solidFill>
                                      <a:latin typeface="Cambria Math" panose="02040503050406030204" pitchFamily="18" charset="0"/>
                                    </a:rPr>
                                  </m:ctrlPr>
                                </m:sSubPr>
                                <m:e>
                                  <m:r>
                                    <a:rPr lang="en-US" altLang="zh-CN" sz="1200" dirty="0">
                                      <a:solidFill>
                                        <a:srgbClr val="000000"/>
                                      </a:solidFill>
                                      <a:latin typeface="Cambria Math" panose="02040503050406030204" pitchFamily="18" charset="0"/>
                                    </a:rPr>
                                    <m:t>𝑥</m:t>
                                  </m:r>
                                </m:e>
                                <m:sub>
                                  <m:r>
                                    <a:rPr lang="en-US" altLang="zh-CN" sz="1200" dirty="0">
                                      <a:solidFill>
                                        <a:srgbClr val="000000"/>
                                      </a:solidFill>
                                      <a:latin typeface="Cambria Math" panose="02040503050406030204" pitchFamily="18" charset="0"/>
                                    </a:rPr>
                                    <m:t>𝑁</m:t>
                                  </m:r>
                                </m:sub>
                              </m:sSub>
                            </m:e>
                          </m:d>
                        </m:e>
                      </m:d>
                      <m:r>
                        <a:rPr lang="en-US" altLang="zh-CN" sz="1200">
                          <a:solidFill>
                            <a:srgbClr val="000000"/>
                          </a:solidFill>
                          <a:latin typeface="Cambria Math" panose="02040503050406030204" pitchFamily="18" charset="0"/>
                        </a:rPr>
                        <m:t>={</m:t>
                      </m:r>
                      <m:f>
                        <m:fPr>
                          <m:ctrlPr>
                            <a:rPr lang="en-US" altLang="zh-CN" sz="1200" i="1">
                              <a:solidFill>
                                <a:srgbClr val="000000"/>
                              </a:solidFill>
                              <a:latin typeface="Cambria Math" panose="02040503050406030204" pitchFamily="18" charset="0"/>
                            </a:rPr>
                          </m:ctrlPr>
                        </m:fPr>
                        <m:num>
                          <m:sSup>
                            <m:sSupPr>
                              <m:ctrlPr>
                                <a:rPr lang="en-US" altLang="zh-CN" sz="1200" i="1">
                                  <a:solidFill>
                                    <a:srgbClr val="000000"/>
                                  </a:solidFill>
                                  <a:latin typeface="Cambria Math" panose="02040503050406030204" pitchFamily="18" charset="0"/>
                                </a:rPr>
                              </m:ctrlPr>
                            </m:sSupPr>
                            <m:e>
                              <m:r>
                                <a:rPr lang="en-US" altLang="zh-CN" sz="1200">
                                  <a:solidFill>
                                    <a:srgbClr val="000000"/>
                                  </a:solidFill>
                                  <a:latin typeface="Cambria Math" panose="02040503050406030204" pitchFamily="18" charset="0"/>
                                </a:rPr>
                                <m:t>𝑒</m:t>
                              </m:r>
                            </m:e>
                            <m:sup>
                              <m:sSub>
                                <m:sSubPr>
                                  <m:ctrlPr>
                                    <a:rPr lang="en-US" altLang="zh-CN" sz="1200" i="1">
                                      <a:solidFill>
                                        <a:srgbClr val="000000"/>
                                      </a:solidFill>
                                      <a:latin typeface="Cambria Math" panose="02040503050406030204" pitchFamily="18" charset="0"/>
                                    </a:rPr>
                                  </m:ctrlPr>
                                </m:sSubPr>
                                <m:e>
                                  <m:r>
                                    <a:rPr lang="en-US" altLang="zh-CN" sz="1200">
                                      <a:solidFill>
                                        <a:srgbClr val="000000"/>
                                      </a:solidFill>
                                      <a:latin typeface="Cambria Math" panose="02040503050406030204" pitchFamily="18" charset="0"/>
                                    </a:rPr>
                                    <m:t>𝑥</m:t>
                                  </m:r>
                                </m:e>
                                <m:sub>
                                  <m:r>
                                    <a:rPr lang="en-US" altLang="zh-CN" sz="1200">
                                      <a:solidFill>
                                        <a:srgbClr val="000000"/>
                                      </a:solidFill>
                                      <a:latin typeface="Cambria Math" panose="02040503050406030204" pitchFamily="18" charset="0"/>
                                    </a:rPr>
                                    <m:t>1</m:t>
                                  </m:r>
                                </m:sub>
                              </m:sSub>
                              <m:r>
                                <a:rPr lang="en-US" altLang="zh-CN" sz="1200">
                                  <a:solidFill>
                                    <a:srgbClr val="000000"/>
                                  </a:solidFill>
                                  <a:latin typeface="Cambria Math" panose="02040503050406030204" pitchFamily="18" charset="0"/>
                                </a:rPr>
                                <m:t>−</m:t>
                              </m:r>
                              <m:r>
                                <a:rPr lang="en-US" altLang="zh-CN" sz="1200">
                                  <a:solidFill>
                                    <a:srgbClr val="000000"/>
                                  </a:solidFill>
                                  <a:latin typeface="Cambria Math" panose="02040503050406030204" pitchFamily="18" charset="0"/>
                                </a:rPr>
                                <m:t>𝑚</m:t>
                              </m:r>
                            </m:sup>
                          </m:sSup>
                        </m:num>
                        <m:den>
                          <m:nary>
                            <m:naryPr>
                              <m:chr m:val="∑"/>
                              <m:limLoc m:val="subSup"/>
                              <m:ctrlPr>
                                <a:rPr lang="en-US" altLang="zh-CN" sz="1200" i="1">
                                  <a:solidFill>
                                    <a:srgbClr val="000000"/>
                                  </a:solidFill>
                                  <a:latin typeface="Cambria Math" panose="02040503050406030204" pitchFamily="18" charset="0"/>
                                </a:rPr>
                              </m:ctrlPr>
                            </m:naryPr>
                            <m:sub>
                              <m:r>
                                <m:rPr>
                                  <m:sty m:val="p"/>
                                  <m:brk m:alnAt="25"/>
                                </m:rPr>
                                <a:rPr lang="en-US" altLang="zh-CN" sz="1200">
                                  <a:solidFill>
                                    <a:srgbClr val="000000"/>
                                  </a:solidFill>
                                  <a:latin typeface="Cambria Math" panose="02040503050406030204" pitchFamily="18" charset="0"/>
                                </a:rPr>
                                <m:t>j</m:t>
                              </m:r>
                              <m:r>
                                <a:rPr lang="en-US" altLang="zh-CN" sz="1200">
                                  <a:solidFill>
                                    <a:srgbClr val="000000"/>
                                  </a:solidFill>
                                  <a:latin typeface="Cambria Math" panose="02040503050406030204" pitchFamily="18" charset="0"/>
                                </a:rPr>
                                <m:t>=1</m:t>
                              </m:r>
                            </m:sub>
                            <m:sup>
                              <m:r>
                                <a:rPr lang="en-US" altLang="zh-CN" sz="1200">
                                  <a:solidFill>
                                    <a:srgbClr val="000000"/>
                                  </a:solidFill>
                                  <a:latin typeface="Cambria Math" panose="02040503050406030204" pitchFamily="18" charset="0"/>
                                </a:rPr>
                                <m:t>𝑁</m:t>
                              </m:r>
                            </m:sup>
                            <m:e>
                              <m:sSup>
                                <m:sSupPr>
                                  <m:ctrlPr>
                                    <a:rPr lang="en-US" altLang="zh-CN" sz="1200" i="1">
                                      <a:solidFill>
                                        <a:srgbClr val="000000"/>
                                      </a:solidFill>
                                      <a:latin typeface="Cambria Math" panose="02040503050406030204" pitchFamily="18" charset="0"/>
                                    </a:rPr>
                                  </m:ctrlPr>
                                </m:sSupPr>
                                <m:e>
                                  <m:r>
                                    <a:rPr lang="en-US" altLang="zh-CN" sz="1200">
                                      <a:solidFill>
                                        <a:srgbClr val="000000"/>
                                      </a:solidFill>
                                      <a:latin typeface="Cambria Math" panose="02040503050406030204" pitchFamily="18" charset="0"/>
                                    </a:rPr>
                                    <m:t>𝑒</m:t>
                                  </m:r>
                                </m:e>
                                <m:sup>
                                  <m:sSub>
                                    <m:sSubPr>
                                      <m:ctrlPr>
                                        <a:rPr lang="en-US" altLang="zh-CN" sz="1200" i="1">
                                          <a:solidFill>
                                            <a:srgbClr val="000000"/>
                                          </a:solidFill>
                                          <a:latin typeface="Cambria Math" panose="02040503050406030204" pitchFamily="18" charset="0"/>
                                        </a:rPr>
                                      </m:ctrlPr>
                                    </m:sSubPr>
                                    <m:e>
                                      <m:r>
                                        <a:rPr lang="en-US" altLang="zh-CN" sz="1200">
                                          <a:solidFill>
                                            <a:srgbClr val="000000"/>
                                          </a:solidFill>
                                          <a:latin typeface="Cambria Math" panose="02040503050406030204" pitchFamily="18" charset="0"/>
                                        </a:rPr>
                                        <m:t>𝑥</m:t>
                                      </m:r>
                                    </m:e>
                                    <m:sub>
                                      <m:r>
                                        <a:rPr lang="en-US" altLang="zh-CN" sz="1200">
                                          <a:solidFill>
                                            <a:srgbClr val="000000"/>
                                          </a:solidFill>
                                          <a:latin typeface="Cambria Math" panose="02040503050406030204" pitchFamily="18" charset="0"/>
                                        </a:rPr>
                                        <m:t>𝑗</m:t>
                                      </m:r>
                                    </m:sub>
                                  </m:sSub>
                                  <m:r>
                                    <a:rPr lang="en-US" altLang="zh-CN" sz="1200">
                                      <a:solidFill>
                                        <a:srgbClr val="000000"/>
                                      </a:solidFill>
                                      <a:latin typeface="Cambria Math" panose="02040503050406030204" pitchFamily="18" charset="0"/>
                                    </a:rPr>
                                    <m:t>−</m:t>
                                  </m:r>
                                  <m:r>
                                    <a:rPr lang="en-US" altLang="zh-CN" sz="1200">
                                      <a:solidFill>
                                        <a:srgbClr val="000000"/>
                                      </a:solidFill>
                                      <a:latin typeface="Cambria Math" panose="02040503050406030204" pitchFamily="18" charset="0"/>
                                    </a:rPr>
                                    <m:t>𝑚</m:t>
                                  </m:r>
                                </m:sup>
                              </m:sSup>
                            </m:e>
                          </m:nary>
                        </m:den>
                      </m:f>
                      <m:r>
                        <a:rPr lang="en-US" altLang="zh-CN" sz="1200">
                          <a:solidFill>
                            <a:srgbClr val="000000"/>
                          </a:solidFill>
                          <a:latin typeface="Cambria Math" panose="02040503050406030204" pitchFamily="18" charset="0"/>
                        </a:rPr>
                        <m:t>,…,</m:t>
                      </m:r>
                      <m:f>
                        <m:fPr>
                          <m:ctrlPr>
                            <a:rPr lang="en-US" altLang="zh-CN" sz="1200" i="1">
                              <a:solidFill>
                                <a:srgbClr val="000000"/>
                              </a:solidFill>
                              <a:latin typeface="Cambria Math" panose="02040503050406030204" pitchFamily="18" charset="0"/>
                            </a:rPr>
                          </m:ctrlPr>
                        </m:fPr>
                        <m:num>
                          <m:sSup>
                            <m:sSupPr>
                              <m:ctrlPr>
                                <a:rPr lang="en-US" altLang="zh-CN" sz="1200" i="1">
                                  <a:solidFill>
                                    <a:srgbClr val="000000"/>
                                  </a:solidFill>
                                  <a:latin typeface="Cambria Math" panose="02040503050406030204" pitchFamily="18" charset="0"/>
                                </a:rPr>
                              </m:ctrlPr>
                            </m:sSupPr>
                            <m:e>
                              <m:r>
                                <a:rPr lang="en-US" altLang="zh-CN" sz="1200">
                                  <a:solidFill>
                                    <a:srgbClr val="000000"/>
                                  </a:solidFill>
                                  <a:latin typeface="Cambria Math" panose="02040503050406030204" pitchFamily="18" charset="0"/>
                                </a:rPr>
                                <m:t>𝑒</m:t>
                              </m:r>
                            </m:e>
                            <m:sup>
                              <m:sSub>
                                <m:sSubPr>
                                  <m:ctrlPr>
                                    <a:rPr lang="en-US" altLang="zh-CN" sz="1200" i="1">
                                      <a:solidFill>
                                        <a:srgbClr val="000000"/>
                                      </a:solidFill>
                                      <a:latin typeface="Cambria Math" panose="02040503050406030204" pitchFamily="18" charset="0"/>
                                    </a:rPr>
                                  </m:ctrlPr>
                                </m:sSubPr>
                                <m:e>
                                  <m:r>
                                    <a:rPr lang="en-US" altLang="zh-CN" sz="1200">
                                      <a:solidFill>
                                        <a:srgbClr val="000000"/>
                                      </a:solidFill>
                                      <a:latin typeface="Cambria Math" panose="02040503050406030204" pitchFamily="18" charset="0"/>
                                    </a:rPr>
                                    <m:t>𝑥</m:t>
                                  </m:r>
                                </m:e>
                                <m:sub>
                                  <m:r>
                                    <a:rPr lang="en-US" altLang="zh-CN" sz="1200">
                                      <a:solidFill>
                                        <a:srgbClr val="000000"/>
                                      </a:solidFill>
                                      <a:latin typeface="Cambria Math" panose="02040503050406030204" pitchFamily="18" charset="0"/>
                                    </a:rPr>
                                    <m:t>𝑁</m:t>
                                  </m:r>
                                </m:sub>
                              </m:sSub>
                              <m:r>
                                <a:rPr lang="en-US" altLang="zh-CN" sz="1200">
                                  <a:solidFill>
                                    <a:srgbClr val="000000"/>
                                  </a:solidFill>
                                  <a:latin typeface="Cambria Math" panose="02040503050406030204" pitchFamily="18" charset="0"/>
                                </a:rPr>
                                <m:t>−</m:t>
                              </m:r>
                              <m:r>
                                <a:rPr lang="en-US" altLang="zh-CN" sz="1200">
                                  <a:solidFill>
                                    <a:srgbClr val="000000"/>
                                  </a:solidFill>
                                  <a:latin typeface="Cambria Math" panose="02040503050406030204" pitchFamily="18" charset="0"/>
                                </a:rPr>
                                <m:t>𝑚</m:t>
                              </m:r>
                            </m:sup>
                          </m:sSup>
                        </m:num>
                        <m:den>
                          <m:nary>
                            <m:naryPr>
                              <m:chr m:val="∑"/>
                              <m:limLoc m:val="subSup"/>
                              <m:ctrlPr>
                                <a:rPr lang="en-US" altLang="zh-CN" sz="1200" i="1">
                                  <a:solidFill>
                                    <a:srgbClr val="000000"/>
                                  </a:solidFill>
                                  <a:latin typeface="Cambria Math" panose="02040503050406030204" pitchFamily="18" charset="0"/>
                                </a:rPr>
                              </m:ctrlPr>
                            </m:naryPr>
                            <m:sub>
                              <m:r>
                                <m:rPr>
                                  <m:sty m:val="p"/>
                                  <m:brk m:alnAt="25"/>
                                </m:rPr>
                                <a:rPr lang="en-US" altLang="zh-CN" sz="1200">
                                  <a:solidFill>
                                    <a:srgbClr val="000000"/>
                                  </a:solidFill>
                                  <a:latin typeface="Cambria Math" panose="02040503050406030204" pitchFamily="18" charset="0"/>
                                </a:rPr>
                                <m:t>j</m:t>
                              </m:r>
                              <m:r>
                                <a:rPr lang="en-US" altLang="zh-CN" sz="1200">
                                  <a:solidFill>
                                    <a:srgbClr val="000000"/>
                                  </a:solidFill>
                                  <a:latin typeface="Cambria Math" panose="02040503050406030204" pitchFamily="18" charset="0"/>
                                </a:rPr>
                                <m:t>=1</m:t>
                              </m:r>
                            </m:sub>
                            <m:sup>
                              <m:r>
                                <a:rPr lang="en-US" altLang="zh-CN" sz="1200">
                                  <a:solidFill>
                                    <a:srgbClr val="000000"/>
                                  </a:solidFill>
                                  <a:latin typeface="Cambria Math" panose="02040503050406030204" pitchFamily="18" charset="0"/>
                                </a:rPr>
                                <m:t>𝑁</m:t>
                              </m:r>
                            </m:sup>
                            <m:e>
                              <m:sSup>
                                <m:sSupPr>
                                  <m:ctrlPr>
                                    <a:rPr lang="en-US" altLang="zh-CN" sz="1200" i="1">
                                      <a:solidFill>
                                        <a:srgbClr val="000000"/>
                                      </a:solidFill>
                                      <a:latin typeface="Cambria Math" panose="02040503050406030204" pitchFamily="18" charset="0"/>
                                    </a:rPr>
                                  </m:ctrlPr>
                                </m:sSupPr>
                                <m:e>
                                  <m:r>
                                    <a:rPr lang="en-US" altLang="zh-CN" sz="1200">
                                      <a:solidFill>
                                        <a:srgbClr val="000000"/>
                                      </a:solidFill>
                                      <a:latin typeface="Cambria Math" panose="02040503050406030204" pitchFamily="18" charset="0"/>
                                    </a:rPr>
                                    <m:t>𝑒</m:t>
                                  </m:r>
                                </m:e>
                                <m:sup>
                                  <m:sSub>
                                    <m:sSubPr>
                                      <m:ctrlPr>
                                        <a:rPr lang="en-US" altLang="zh-CN" sz="1200" i="1">
                                          <a:solidFill>
                                            <a:srgbClr val="000000"/>
                                          </a:solidFill>
                                          <a:latin typeface="Cambria Math" panose="02040503050406030204" pitchFamily="18" charset="0"/>
                                        </a:rPr>
                                      </m:ctrlPr>
                                    </m:sSubPr>
                                    <m:e>
                                      <m:r>
                                        <a:rPr lang="en-US" altLang="zh-CN" sz="1200">
                                          <a:solidFill>
                                            <a:srgbClr val="000000"/>
                                          </a:solidFill>
                                          <a:latin typeface="Cambria Math" panose="02040503050406030204" pitchFamily="18" charset="0"/>
                                        </a:rPr>
                                        <m:t>𝑥</m:t>
                                      </m:r>
                                    </m:e>
                                    <m:sub>
                                      <m:r>
                                        <a:rPr lang="en-US" altLang="zh-CN" sz="1200">
                                          <a:solidFill>
                                            <a:srgbClr val="000000"/>
                                          </a:solidFill>
                                          <a:latin typeface="Cambria Math" panose="02040503050406030204" pitchFamily="18" charset="0"/>
                                        </a:rPr>
                                        <m:t>𝑗</m:t>
                                      </m:r>
                                    </m:sub>
                                  </m:sSub>
                                  <m:r>
                                    <a:rPr lang="en-US" altLang="zh-CN" sz="1200">
                                      <a:solidFill>
                                        <a:srgbClr val="000000"/>
                                      </a:solidFill>
                                      <a:latin typeface="Cambria Math" panose="02040503050406030204" pitchFamily="18" charset="0"/>
                                    </a:rPr>
                                    <m:t>−</m:t>
                                  </m:r>
                                  <m:r>
                                    <a:rPr lang="en-US" altLang="zh-CN" sz="1200">
                                      <a:solidFill>
                                        <a:srgbClr val="000000"/>
                                      </a:solidFill>
                                      <a:latin typeface="Cambria Math" panose="02040503050406030204" pitchFamily="18" charset="0"/>
                                    </a:rPr>
                                    <m:t>𝑚</m:t>
                                  </m:r>
                                </m:sup>
                              </m:sSup>
                            </m:e>
                          </m:nary>
                        </m:den>
                      </m:f>
                      <m:r>
                        <a:rPr lang="en-US" altLang="zh-CN" sz="1200">
                          <a:solidFill>
                            <a:srgbClr val="000000"/>
                          </a:solidFill>
                          <a:latin typeface="Cambria Math" panose="02040503050406030204" pitchFamily="18" charset="0"/>
                        </a:rPr>
                        <m:t>}</m:t>
                      </m:r>
                    </m:oMath>
                  </m:oMathPara>
                </a14:m>
                <a:endParaRPr lang="en-US" altLang="zh-CN" sz="1200" dirty="0">
                  <a:solidFill>
                    <a:srgbClr val="000000"/>
                  </a:solidFill>
                  <a:latin typeface="Arial" panose="020B0604020202020204" pitchFamily="34" charset="0"/>
                  <a:ea typeface="微软雅黑" panose="020B0503020204020204" pitchFamily="34" charset="-122"/>
                  <a:cs typeface="Arial" panose="020B0604020202020204" pitchFamily="34" charset="0"/>
                </a:endParaRPr>
              </a:p>
              <a:p>
                <a:pPr marL="0" lvl="3" indent="0">
                  <a:lnSpc>
                    <a:spcPct val="150000"/>
                  </a:lnSpc>
                  <a:spcBef>
                    <a:spcPts val="0"/>
                  </a:spcBef>
                  <a:buNone/>
                  <a:defRPr>
                    <a:solidFill>
                      <a:srgbClr val="000000"/>
                    </a:solidFill>
                  </a:defRPr>
                </a:pPr>
                <a:r>
                  <a:rPr lang="zh-CN" altLang="en-US" sz="1200" dirty="0">
                    <a:solidFill>
                      <a:srgbClr val="000000"/>
                    </a:solidFill>
                    <a:latin typeface="Arial" panose="020B0604020202020204" pitchFamily="34" charset="0"/>
                    <a:ea typeface="微软雅黑" panose="020B0503020204020204" pitchFamily="34" charset="-122"/>
                    <a:cs typeface="Arial" panose="020B0604020202020204" pitchFamily="34" charset="0"/>
                  </a:rPr>
                  <a:t>其中 </a:t>
                </a:r>
                <a14:m>
                  <m:oMath xmlns:m="http://schemas.openxmlformats.org/officeDocument/2006/math">
                    <m:r>
                      <a:rPr lang="en-US" altLang="zh-CN" sz="1200">
                        <a:solidFill>
                          <a:srgbClr val="000000"/>
                        </a:solidFill>
                        <a:latin typeface="Cambria Math" panose="02040503050406030204" pitchFamily="18" charset="0"/>
                      </a:rPr>
                      <m:t>𝑚</m:t>
                    </m:r>
                    <m:r>
                      <a:rPr lang="en-US" altLang="zh-CN" sz="1200">
                        <a:solidFill>
                          <a:srgbClr val="000000"/>
                        </a:solidFill>
                        <a:latin typeface="Cambria Math" panose="02040503050406030204" pitchFamily="18" charset="0"/>
                      </a:rPr>
                      <m:t>=</m:t>
                    </m:r>
                    <m:r>
                      <m:rPr>
                        <m:sty m:val="p"/>
                      </m:rPr>
                      <a:rPr lang="en-US" altLang="zh-CN" sz="1200">
                        <a:solidFill>
                          <a:srgbClr val="000000"/>
                        </a:solidFill>
                        <a:latin typeface="Cambria Math" panose="02040503050406030204" pitchFamily="18" charset="0"/>
                      </a:rPr>
                      <m:t>max</m:t>
                    </m:r>
                    <m:r>
                      <a:rPr lang="en-US" altLang="zh-CN" sz="1200">
                        <a:solidFill>
                          <a:srgbClr val="000000"/>
                        </a:solidFill>
                        <a:latin typeface="Cambria Math" panose="02040503050406030204" pitchFamily="18" charset="0"/>
                      </a:rPr>
                      <m:t>(</m:t>
                    </m:r>
                    <m:d>
                      <m:dPr>
                        <m:begChr m:val="{"/>
                        <m:endChr m:val="}"/>
                        <m:ctrlPr>
                          <a:rPr lang="en-US" altLang="zh-CN" sz="1200" i="1">
                            <a:solidFill>
                              <a:srgbClr val="000000"/>
                            </a:solidFill>
                            <a:latin typeface="Cambria Math" panose="02040503050406030204" pitchFamily="18" charset="0"/>
                          </a:rPr>
                        </m:ctrlPr>
                      </m:dPr>
                      <m:e>
                        <m:sSub>
                          <m:sSubPr>
                            <m:ctrlPr>
                              <a:rPr lang="en-US" altLang="zh-CN" sz="1200" i="1" dirty="0">
                                <a:solidFill>
                                  <a:srgbClr val="000000"/>
                                </a:solidFill>
                                <a:latin typeface="Cambria Math" panose="02040503050406030204" pitchFamily="18" charset="0"/>
                              </a:rPr>
                            </m:ctrlPr>
                          </m:sSubPr>
                          <m:e>
                            <m:r>
                              <a:rPr lang="en-US" altLang="zh-CN" sz="1200" dirty="0">
                                <a:solidFill>
                                  <a:srgbClr val="000000"/>
                                </a:solidFill>
                                <a:latin typeface="Cambria Math" panose="02040503050406030204" pitchFamily="18" charset="0"/>
                              </a:rPr>
                              <m:t>𝑥</m:t>
                            </m:r>
                          </m:e>
                          <m:sub>
                            <m:r>
                              <a:rPr lang="en-US" altLang="zh-CN" sz="1200" dirty="0">
                                <a:solidFill>
                                  <a:srgbClr val="000000"/>
                                </a:solidFill>
                                <a:latin typeface="Cambria Math" panose="02040503050406030204" pitchFamily="18" charset="0"/>
                              </a:rPr>
                              <m:t>1</m:t>
                            </m:r>
                          </m:sub>
                        </m:sSub>
                        <m:r>
                          <a:rPr lang="en-US" altLang="zh-CN" sz="1200" dirty="0">
                            <a:solidFill>
                              <a:srgbClr val="000000"/>
                            </a:solidFill>
                            <a:latin typeface="Cambria Math" panose="02040503050406030204" pitchFamily="18" charset="0"/>
                          </a:rPr>
                          <m:t>,…,</m:t>
                        </m:r>
                        <m:sSub>
                          <m:sSubPr>
                            <m:ctrlPr>
                              <a:rPr lang="en-US" altLang="zh-CN" sz="1200" i="1" dirty="0">
                                <a:solidFill>
                                  <a:srgbClr val="000000"/>
                                </a:solidFill>
                                <a:latin typeface="Cambria Math" panose="02040503050406030204" pitchFamily="18" charset="0"/>
                              </a:rPr>
                            </m:ctrlPr>
                          </m:sSubPr>
                          <m:e>
                            <m:r>
                              <a:rPr lang="en-US" altLang="zh-CN" sz="1200" dirty="0">
                                <a:solidFill>
                                  <a:srgbClr val="000000"/>
                                </a:solidFill>
                                <a:latin typeface="Cambria Math" panose="02040503050406030204" pitchFamily="18" charset="0"/>
                              </a:rPr>
                              <m:t>𝑥</m:t>
                            </m:r>
                          </m:e>
                          <m:sub>
                            <m:r>
                              <a:rPr lang="en-US" altLang="zh-CN" sz="1200" dirty="0">
                                <a:solidFill>
                                  <a:srgbClr val="000000"/>
                                </a:solidFill>
                                <a:latin typeface="Cambria Math" panose="02040503050406030204" pitchFamily="18" charset="0"/>
                              </a:rPr>
                              <m:t>𝑁</m:t>
                            </m:r>
                          </m:sub>
                        </m:sSub>
                      </m:e>
                    </m:d>
                    <m:r>
                      <a:rPr lang="en-US" altLang="zh-CN" sz="1200">
                        <a:solidFill>
                          <a:srgbClr val="000000"/>
                        </a:solidFill>
                        <a:latin typeface="Cambria Math" panose="02040503050406030204" pitchFamily="18" charset="0"/>
                      </a:rPr>
                      <m:t>)</m:t>
                    </m:r>
                  </m:oMath>
                </a14:m>
                <a:endParaRPr lang="en-US" altLang="zh-CN" sz="1200" dirty="0">
                  <a:solidFill>
                    <a:srgbClr val="000000"/>
                  </a:solidFill>
                  <a:latin typeface="Arial" panose="020B0604020202020204" pitchFamily="34" charset="0"/>
                  <a:ea typeface="微软雅黑" panose="020B0503020204020204" pitchFamily="34" charset="-122"/>
                  <a:cs typeface="Arial" panose="020B0604020202020204" pitchFamily="34" charset="0"/>
                </a:endParaRPr>
              </a:p>
            </p:txBody>
          </p:sp>
        </mc:Choice>
        <mc:Fallback>
          <p:sp>
            <p:nvSpPr>
              <p:cNvPr id="3" name="文本占位符 2">
                <a:extLst>
                  <a:ext uri="{FF2B5EF4-FFF2-40B4-BE49-F238E27FC236}">
                    <a16:creationId xmlns:a16="http://schemas.microsoft.com/office/drawing/2014/main" id="{EE331615-0761-4B93-FB1E-5AB7207562E9}"/>
                  </a:ext>
                </a:extLst>
              </p:cNvPr>
              <p:cNvSpPr txBox="1">
                <a:spLocks noRot="1" noChangeAspect="1" noMove="1" noResize="1" noEditPoints="1" noAdjustHandles="1" noChangeArrowheads="1" noChangeShapeType="1" noTextEdit="1"/>
              </p:cNvSpPr>
              <p:nvPr/>
            </p:nvSpPr>
            <p:spPr>
              <a:xfrm>
                <a:off x="4132170" y="2259791"/>
                <a:ext cx="3932423" cy="2741904"/>
              </a:xfrm>
              <a:prstGeom prst="rect">
                <a:avLst/>
              </a:prstGeom>
              <a:blipFill>
                <a:blip r:embed="rId2"/>
                <a:stretch>
                  <a:fillRect l="-1395" b="-1114"/>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76829640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420BE12-CC3E-81E5-84F7-5F4C70071D9F}"/>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15A28BA0-951B-C2BD-BBEA-6BA7699DD7AB}"/>
              </a:ext>
            </a:extLst>
          </p:cNvPr>
          <p:cNvSpPr txBox="1">
            <a:spLocks/>
          </p:cNvSpPr>
          <p:nvPr/>
        </p:nvSpPr>
        <p:spPr>
          <a:xfrm>
            <a:off x="3954203" y="411900"/>
            <a:ext cx="4288353" cy="584775"/>
          </a:xfrm>
          <a:prstGeom prst="rect">
            <a:avLst/>
          </a:prstGeom>
        </p:spPr>
        <p:txBody>
          <a:bodyPr wrap="none">
            <a:spAutoFit/>
          </a:bodyPr>
          <a:lstStyle>
            <a:lvl1pPr algn="l" defTabSz="1187798" rtl="0" eaLnBrk="1" latinLnBrk="0" hangingPunct="1">
              <a:lnSpc>
                <a:spcPct val="90000"/>
              </a:lnSpc>
              <a:spcBef>
                <a:spcPct val="0"/>
              </a:spcBef>
              <a:buNone/>
              <a:defRPr sz="5716" kern="1200">
                <a:solidFill>
                  <a:schemeClr val="tx1"/>
                </a:solidFill>
                <a:latin typeface="+mj-lt"/>
                <a:ea typeface="+mj-ea"/>
                <a:cs typeface="+mj-cs"/>
              </a:defRPr>
            </a:lvl1pPr>
          </a:lstStyle>
          <a:p>
            <a:pPr algn="ctr">
              <a:lnSpc>
                <a:spcPct val="100000"/>
              </a:lnSpc>
            </a:pPr>
            <a:r>
              <a:rPr lang="zh-CN" altLang="en-US" sz="3200" b="1" dirty="0">
                <a:solidFill>
                  <a:srgbClr val="000000"/>
                </a:solidFill>
                <a:latin typeface="微软雅黑" panose="020B0503020204020204" pitchFamily="34" charset="-122"/>
                <a:ea typeface="微软雅黑" panose="020B0503020204020204" pitchFamily="34" charset="-122"/>
              </a:rPr>
              <a:t>自注意力算子运算分析</a:t>
            </a:r>
          </a:p>
        </p:txBody>
      </p:sp>
      <mc:AlternateContent xmlns:mc="http://schemas.openxmlformats.org/markup-compatibility/2006">
        <mc:Choice xmlns:a14="http://schemas.microsoft.com/office/drawing/2010/main" Requires="a14">
          <p:sp>
            <p:nvSpPr>
              <p:cNvPr id="3" name="文本占位符 2">
                <a:extLst>
                  <a:ext uri="{FF2B5EF4-FFF2-40B4-BE49-F238E27FC236}">
                    <a16:creationId xmlns:a16="http://schemas.microsoft.com/office/drawing/2014/main" id="{6E0E7817-E351-4290-20EA-01B2BAA69A10}"/>
                  </a:ext>
                </a:extLst>
              </p:cNvPr>
              <p:cNvSpPr txBox="1">
                <a:spLocks/>
              </p:cNvSpPr>
              <p:nvPr/>
            </p:nvSpPr>
            <p:spPr>
              <a:xfrm>
                <a:off x="3980654" y="1765591"/>
                <a:ext cx="4235455" cy="3710824"/>
              </a:xfrm>
              <a:prstGeom prst="rect">
                <a:avLst/>
              </a:prstGeom>
            </p:spPr>
            <p:txBody>
              <a:bodyPr wrap="none">
                <a:spAutoFit/>
              </a:bodyPr>
              <a:lstStyle>
                <a:lvl1pPr marL="296950" indent="-296950" algn="l" defTabSz="1187798" rtl="0" eaLnBrk="1" latinLnBrk="0" hangingPunct="1">
                  <a:lnSpc>
                    <a:spcPct val="90000"/>
                  </a:lnSpc>
                  <a:spcBef>
                    <a:spcPts val="1299"/>
                  </a:spcBef>
                  <a:buFont typeface="Arial" panose="020B0604020202020204" pitchFamily="34" charset="0"/>
                  <a:buChar char="•"/>
                  <a:defRPr sz="3636" kern="1200">
                    <a:solidFill>
                      <a:schemeClr val="tx1"/>
                    </a:solidFill>
                    <a:latin typeface="+mn-lt"/>
                    <a:ea typeface="+mn-ea"/>
                    <a:cs typeface="+mn-cs"/>
                  </a:defRPr>
                </a:lvl1pPr>
                <a:lvl2pPr marL="890849" indent="-296950" algn="l" defTabSz="1187798" rtl="0" eaLnBrk="1" latinLnBrk="0" hangingPunct="1">
                  <a:lnSpc>
                    <a:spcPct val="90000"/>
                  </a:lnSpc>
                  <a:spcBef>
                    <a:spcPts val="650"/>
                  </a:spcBef>
                  <a:buFont typeface="Arial" panose="020B0604020202020204" pitchFamily="34" charset="0"/>
                  <a:buChar char="•"/>
                  <a:defRPr sz="3118" kern="1200">
                    <a:solidFill>
                      <a:schemeClr val="tx1"/>
                    </a:solidFill>
                    <a:latin typeface="+mn-lt"/>
                    <a:ea typeface="+mn-ea"/>
                    <a:cs typeface="+mn-cs"/>
                  </a:defRPr>
                </a:lvl2pPr>
                <a:lvl3pPr marL="1484748" indent="-296950" algn="l" defTabSz="1187798" rtl="0" eaLnBrk="1" latinLnBrk="0" hangingPunct="1">
                  <a:lnSpc>
                    <a:spcPct val="90000"/>
                  </a:lnSpc>
                  <a:spcBef>
                    <a:spcPts val="650"/>
                  </a:spcBef>
                  <a:buFont typeface="Arial" panose="020B0604020202020204" pitchFamily="34" charset="0"/>
                  <a:buChar char="•"/>
                  <a:defRPr sz="2598" kern="1200">
                    <a:solidFill>
                      <a:schemeClr val="tx1"/>
                    </a:solidFill>
                    <a:latin typeface="+mn-lt"/>
                    <a:ea typeface="+mn-ea"/>
                    <a:cs typeface="+mn-cs"/>
                  </a:defRPr>
                </a:lvl3pPr>
                <a:lvl4pPr marL="2078648" indent="-296950" algn="l" defTabSz="1187798" rtl="0" eaLnBrk="1" latinLnBrk="0" hangingPunct="1">
                  <a:lnSpc>
                    <a:spcPct val="90000"/>
                  </a:lnSpc>
                  <a:spcBef>
                    <a:spcPts val="650"/>
                  </a:spcBef>
                  <a:buFont typeface="Arial" panose="020B0604020202020204" pitchFamily="34" charset="0"/>
                  <a:buChar char="•"/>
                  <a:defRPr sz="2338" kern="1200">
                    <a:solidFill>
                      <a:schemeClr val="tx1"/>
                    </a:solidFill>
                    <a:latin typeface="+mn-lt"/>
                    <a:ea typeface="+mn-ea"/>
                    <a:cs typeface="+mn-cs"/>
                  </a:defRPr>
                </a:lvl4pPr>
                <a:lvl5pPr marL="2672547" indent="-296950" algn="l" defTabSz="1187798" rtl="0" eaLnBrk="1" latinLnBrk="0" hangingPunct="1">
                  <a:lnSpc>
                    <a:spcPct val="90000"/>
                  </a:lnSpc>
                  <a:spcBef>
                    <a:spcPts val="650"/>
                  </a:spcBef>
                  <a:buFont typeface="Arial" panose="020B0604020202020204" pitchFamily="34" charset="0"/>
                  <a:buChar char="•"/>
                  <a:defRPr sz="2338" kern="1200">
                    <a:solidFill>
                      <a:schemeClr val="tx1"/>
                    </a:solidFill>
                    <a:latin typeface="+mn-lt"/>
                    <a:ea typeface="+mn-ea"/>
                    <a:cs typeface="+mn-cs"/>
                  </a:defRPr>
                </a:lvl5pPr>
                <a:lvl6pPr marL="3266447" indent="-296950" algn="l" defTabSz="1187798" rtl="0" eaLnBrk="1" latinLnBrk="0" hangingPunct="1">
                  <a:lnSpc>
                    <a:spcPct val="90000"/>
                  </a:lnSpc>
                  <a:spcBef>
                    <a:spcPts val="650"/>
                  </a:spcBef>
                  <a:buFont typeface="Arial" panose="020B0604020202020204" pitchFamily="34" charset="0"/>
                  <a:buChar char="•"/>
                  <a:defRPr sz="2338" kern="1200">
                    <a:solidFill>
                      <a:schemeClr val="tx1"/>
                    </a:solidFill>
                    <a:latin typeface="+mn-lt"/>
                    <a:ea typeface="+mn-ea"/>
                    <a:cs typeface="+mn-cs"/>
                  </a:defRPr>
                </a:lvl6pPr>
                <a:lvl7pPr marL="3860346" indent="-296950" algn="l" defTabSz="1187798" rtl="0" eaLnBrk="1" latinLnBrk="0" hangingPunct="1">
                  <a:lnSpc>
                    <a:spcPct val="90000"/>
                  </a:lnSpc>
                  <a:spcBef>
                    <a:spcPts val="650"/>
                  </a:spcBef>
                  <a:buFont typeface="Arial" panose="020B0604020202020204" pitchFamily="34" charset="0"/>
                  <a:buChar char="•"/>
                  <a:defRPr sz="2338" kern="1200">
                    <a:solidFill>
                      <a:schemeClr val="tx1"/>
                    </a:solidFill>
                    <a:latin typeface="+mn-lt"/>
                    <a:ea typeface="+mn-ea"/>
                    <a:cs typeface="+mn-cs"/>
                  </a:defRPr>
                </a:lvl7pPr>
                <a:lvl8pPr marL="4454245" indent="-296950" algn="l" defTabSz="1187798" rtl="0" eaLnBrk="1" latinLnBrk="0" hangingPunct="1">
                  <a:lnSpc>
                    <a:spcPct val="90000"/>
                  </a:lnSpc>
                  <a:spcBef>
                    <a:spcPts val="650"/>
                  </a:spcBef>
                  <a:buFont typeface="Arial" panose="020B0604020202020204" pitchFamily="34" charset="0"/>
                  <a:buChar char="•"/>
                  <a:defRPr sz="2338" kern="1200">
                    <a:solidFill>
                      <a:schemeClr val="tx1"/>
                    </a:solidFill>
                    <a:latin typeface="+mn-lt"/>
                    <a:ea typeface="+mn-ea"/>
                    <a:cs typeface="+mn-cs"/>
                  </a:defRPr>
                </a:lvl8pPr>
                <a:lvl9pPr marL="5048144" indent="-296950" algn="l" defTabSz="1187798" rtl="0" eaLnBrk="1" latinLnBrk="0" hangingPunct="1">
                  <a:lnSpc>
                    <a:spcPct val="90000"/>
                  </a:lnSpc>
                  <a:spcBef>
                    <a:spcPts val="650"/>
                  </a:spcBef>
                  <a:buFont typeface="Arial" panose="020B0604020202020204" pitchFamily="34" charset="0"/>
                  <a:buChar char="•"/>
                  <a:defRPr sz="2338" kern="1200">
                    <a:solidFill>
                      <a:schemeClr val="tx1"/>
                    </a:solidFill>
                    <a:latin typeface="+mn-lt"/>
                    <a:ea typeface="+mn-ea"/>
                    <a:cs typeface="+mn-cs"/>
                  </a:defRPr>
                </a:lvl9pPr>
              </a:lstStyle>
              <a:p>
                <a:pPr marL="0" indent="0">
                  <a:lnSpc>
                    <a:spcPct val="150000"/>
                  </a:lnSpc>
                  <a:spcBef>
                    <a:spcPts val="0"/>
                  </a:spcBef>
                  <a:buNone/>
                </a:pPr>
                <a:r>
                  <a:rPr lang="en-US" altLang="zh-CN" sz="1800" b="1" dirty="0" err="1">
                    <a:solidFill>
                      <a:srgbClr val="C00000"/>
                    </a:solidFill>
                    <a:latin typeface="Arial" panose="020B0604020202020204" pitchFamily="34" charset="0"/>
                    <a:ea typeface="微软雅黑" panose="020B0503020204020204" pitchFamily="34" charset="-122"/>
                    <a:cs typeface="Arial" panose="020B0604020202020204" pitchFamily="34" charset="0"/>
                  </a:rPr>
                  <a:t>Softmax</a:t>
                </a:r>
                <a:r>
                  <a:rPr lang="en-US" altLang="zh-CN" sz="1800" b="1" dirty="0">
                    <a:solidFill>
                      <a:srgbClr val="C00000"/>
                    </a:solidFill>
                    <a:latin typeface="Arial" panose="020B0604020202020204" pitchFamily="34" charset="0"/>
                    <a:ea typeface="微软雅黑" panose="020B0503020204020204" pitchFamily="34" charset="-122"/>
                    <a:cs typeface="Arial" panose="020B0604020202020204" pitchFamily="34" charset="0"/>
                  </a:rPr>
                  <a:t> </a:t>
                </a:r>
                <a:r>
                  <a:rPr lang="zh-CN" altLang="en-US" sz="1800" b="1" dirty="0">
                    <a:solidFill>
                      <a:srgbClr val="C00000"/>
                    </a:solidFill>
                    <a:latin typeface="Arial" panose="020B0604020202020204" pitchFamily="34" charset="0"/>
                    <a:ea typeface="微软雅黑" panose="020B0503020204020204" pitchFamily="34" charset="-122"/>
                    <a:cs typeface="Arial" panose="020B0604020202020204" pitchFamily="34" charset="0"/>
                  </a:rPr>
                  <a:t>运算分析</a:t>
                </a:r>
                <a:endParaRPr lang="en-US" altLang="zh-CN" sz="1800" b="1" dirty="0">
                  <a:solidFill>
                    <a:srgbClr val="C00000"/>
                  </a:solidFill>
                  <a:latin typeface="Arial" panose="020B0604020202020204" pitchFamily="34" charset="0"/>
                  <a:ea typeface="微软雅黑" panose="020B0503020204020204" pitchFamily="34" charset="-122"/>
                  <a:cs typeface="Arial" panose="020B0604020202020204" pitchFamily="34" charset="0"/>
                </a:endParaRPr>
              </a:p>
              <a:p>
                <a:pPr marL="0" lvl="1" indent="0">
                  <a:lnSpc>
                    <a:spcPct val="150000"/>
                  </a:lnSpc>
                  <a:spcBef>
                    <a:spcPts val="0"/>
                  </a:spcBef>
                  <a:buNone/>
                  <a:defRPr>
                    <a:solidFill>
                      <a:srgbClr val="000000"/>
                    </a:solidFill>
                  </a:defRPr>
                </a:pPr>
                <a:r>
                  <a:rPr lang="zh-CN" altLang="en-US" sz="1200" b="1" dirty="0">
                    <a:solidFill>
                      <a:srgbClr val="000000"/>
                    </a:solidFill>
                    <a:latin typeface="Arial" panose="020B0604020202020204" pitchFamily="34" charset="0"/>
                    <a:ea typeface="微软雅黑" panose="020B0503020204020204" pitchFamily="34" charset="-122"/>
                    <a:cs typeface="Arial" panose="020B0604020202020204" pitchFamily="34" charset="0"/>
                  </a:rPr>
                  <a:t>对于</a:t>
                </a:r>
                <a:r>
                  <a:rPr lang="en-US" altLang="zh-CN" sz="1200" b="1" dirty="0">
                    <a:solidFill>
                      <a:srgbClr val="000000"/>
                    </a:solidFill>
                    <a:latin typeface="Arial" panose="020B0604020202020204" pitchFamily="34" charset="0"/>
                    <a:ea typeface="微软雅黑" panose="020B0503020204020204" pitchFamily="34" charset="-122"/>
                    <a:cs typeface="Arial" panose="020B0604020202020204" pitchFamily="34" charset="0"/>
                  </a:rPr>
                  <a:t>Safe </a:t>
                </a:r>
                <a:r>
                  <a:rPr lang="en-US" altLang="zh-CN" sz="1200" b="1" dirty="0" err="1">
                    <a:solidFill>
                      <a:srgbClr val="000000"/>
                    </a:solidFill>
                    <a:latin typeface="Arial" panose="020B0604020202020204" pitchFamily="34" charset="0"/>
                    <a:ea typeface="微软雅黑" panose="020B0503020204020204" pitchFamily="34" charset="-122"/>
                    <a:cs typeface="Arial" panose="020B0604020202020204" pitchFamily="34" charset="0"/>
                  </a:rPr>
                  <a:t>Softmax</a:t>
                </a:r>
                <a:r>
                  <a:rPr lang="zh-CN" altLang="en-US" sz="1200" b="1" dirty="0">
                    <a:solidFill>
                      <a:srgbClr val="000000"/>
                    </a:solidFill>
                    <a:latin typeface="Arial" panose="020B0604020202020204" pitchFamily="34" charset="0"/>
                    <a:ea typeface="微软雅黑" panose="020B0503020204020204" pitchFamily="34" charset="-122"/>
                    <a:cs typeface="Arial" panose="020B0604020202020204" pitchFamily="34" charset="0"/>
                  </a:rPr>
                  <a:t>，在工程上，可以采用如下的算法实现：</a:t>
                </a:r>
                <a:endParaRPr lang="en-US" altLang="zh-CN" sz="1200" b="1" dirty="0">
                  <a:solidFill>
                    <a:srgbClr val="000000"/>
                  </a:solidFill>
                  <a:latin typeface="Arial" panose="020B0604020202020204" pitchFamily="34" charset="0"/>
                  <a:ea typeface="微软雅黑" panose="020B0503020204020204" pitchFamily="34" charset="-122"/>
                  <a:cs typeface="Arial" panose="020B0604020202020204" pitchFamily="34" charset="0"/>
                </a:endParaRPr>
              </a:p>
              <a:p>
                <a:pPr marL="126000" lvl="2" indent="-126000">
                  <a:lnSpc>
                    <a:spcPct val="150000"/>
                  </a:lnSpc>
                  <a:spcBef>
                    <a:spcPts val="0"/>
                  </a:spcBef>
                  <a:defRPr>
                    <a:solidFill>
                      <a:srgbClr val="000000"/>
                    </a:solidFill>
                  </a:defRPr>
                </a:pPr>
                <a14:m>
                  <m:oMath xmlns:m="http://schemas.openxmlformats.org/officeDocument/2006/math">
                    <m:r>
                      <a:rPr lang="en-US" altLang="zh-CN" sz="1600">
                        <a:solidFill>
                          <a:srgbClr val="000000"/>
                        </a:solidFill>
                        <a:latin typeface="Cambria Math" panose="02040503050406030204" pitchFamily="18" charset="0"/>
                      </a:rPr>
                      <m:t>𝑓𝑜𝑟</m:t>
                    </m:r>
                    <m:r>
                      <a:rPr lang="en-US" altLang="zh-CN" sz="1600">
                        <a:solidFill>
                          <a:srgbClr val="000000"/>
                        </a:solidFill>
                        <a:latin typeface="Cambria Math" panose="02040503050406030204" pitchFamily="18" charset="0"/>
                      </a:rPr>
                      <m:t> </m:t>
                    </m:r>
                    <m:r>
                      <a:rPr lang="en-US" altLang="zh-CN" sz="1600">
                        <a:solidFill>
                          <a:srgbClr val="000000"/>
                        </a:solidFill>
                        <a:latin typeface="Cambria Math" panose="02040503050406030204" pitchFamily="18" charset="0"/>
                      </a:rPr>
                      <m:t>𝑖</m:t>
                    </m:r>
                    <m:r>
                      <a:rPr lang="en-US" altLang="zh-CN" sz="1600">
                        <a:solidFill>
                          <a:srgbClr val="000000"/>
                        </a:solidFill>
                        <a:latin typeface="Cambria Math" panose="02040503050406030204" pitchFamily="18" charset="0"/>
                      </a:rPr>
                      <m:t> ←1,</m:t>
                    </m:r>
                    <m:r>
                      <a:rPr lang="en-US" altLang="zh-CN" sz="1600">
                        <a:solidFill>
                          <a:srgbClr val="000000"/>
                        </a:solidFill>
                        <a:latin typeface="Cambria Math" panose="02040503050406030204" pitchFamily="18" charset="0"/>
                      </a:rPr>
                      <m:t>𝑁</m:t>
                    </m:r>
                    <m:r>
                      <a:rPr lang="en-US" altLang="zh-CN" sz="1600">
                        <a:solidFill>
                          <a:srgbClr val="000000"/>
                        </a:solidFill>
                        <a:latin typeface="Cambria Math" panose="02040503050406030204" pitchFamily="18" charset="0"/>
                      </a:rPr>
                      <m:t> </m:t>
                    </m:r>
                    <m:r>
                      <a:rPr lang="en-US" altLang="zh-CN" sz="1600">
                        <a:solidFill>
                          <a:srgbClr val="000000"/>
                        </a:solidFill>
                        <a:latin typeface="Cambria Math" panose="02040503050406030204" pitchFamily="18" charset="0"/>
                      </a:rPr>
                      <m:t>𝑑𝑜</m:t>
                    </m:r>
                  </m:oMath>
                </a14:m>
                <a:endParaRPr lang="en-US" altLang="zh-CN" sz="1600" dirty="0">
                  <a:solidFill>
                    <a:srgbClr val="000000"/>
                  </a:solidFill>
                  <a:latin typeface="Arial" panose="020B0604020202020204" pitchFamily="34" charset="0"/>
                  <a:ea typeface="微软雅黑" panose="020B0503020204020204" pitchFamily="34" charset="-122"/>
                  <a:cs typeface="Arial" panose="020B0604020202020204" pitchFamily="34" charset="0"/>
                </a:endParaRPr>
              </a:p>
              <a:p>
                <a:pPr marL="0" lvl="2" indent="0">
                  <a:lnSpc>
                    <a:spcPct val="150000"/>
                  </a:lnSpc>
                  <a:spcBef>
                    <a:spcPts val="0"/>
                  </a:spcBef>
                  <a:spcAft>
                    <a:spcPts val="1200"/>
                  </a:spcAft>
                  <a:buNone/>
                  <a:defRPr>
                    <a:solidFill>
                      <a:srgbClr val="000000"/>
                    </a:solidFill>
                  </a:defRPr>
                </a:pPr>
                <a14:m>
                  <m:oMathPara xmlns:m="http://schemas.openxmlformats.org/officeDocument/2006/math">
                    <m:oMathParaPr>
                      <m:jc m:val="center"/>
                    </m:oMathParaPr>
                    <m:oMath xmlns:m="http://schemas.openxmlformats.org/officeDocument/2006/math">
                      <m:sSub>
                        <m:sSubPr>
                          <m:ctrlPr>
                            <a:rPr lang="en-US" altLang="zh-CN" sz="1600" i="1">
                              <a:solidFill>
                                <a:srgbClr val="000000"/>
                              </a:solidFill>
                              <a:latin typeface="Cambria Math" panose="02040503050406030204" pitchFamily="18" charset="0"/>
                            </a:rPr>
                          </m:ctrlPr>
                        </m:sSubPr>
                        <m:e>
                          <m:r>
                            <a:rPr lang="en-US" altLang="zh-CN" sz="1600">
                              <a:solidFill>
                                <a:srgbClr val="000000"/>
                              </a:solidFill>
                              <a:latin typeface="Cambria Math" panose="02040503050406030204" pitchFamily="18" charset="0"/>
                            </a:rPr>
                            <m:t>𝑚</m:t>
                          </m:r>
                        </m:e>
                        <m:sub>
                          <m:r>
                            <a:rPr lang="en-US" altLang="zh-CN" sz="1600">
                              <a:solidFill>
                                <a:srgbClr val="000000"/>
                              </a:solidFill>
                              <a:latin typeface="Cambria Math" panose="02040503050406030204" pitchFamily="18" charset="0"/>
                            </a:rPr>
                            <m:t>𝑖</m:t>
                          </m:r>
                        </m:sub>
                      </m:sSub>
                      <m:r>
                        <a:rPr lang="en-US" altLang="zh-CN" sz="1600">
                          <a:solidFill>
                            <a:srgbClr val="000000"/>
                          </a:solidFill>
                          <a:latin typeface="Cambria Math" panose="02040503050406030204" pitchFamily="18" charset="0"/>
                        </a:rPr>
                        <m:t>←</m:t>
                      </m:r>
                      <m:r>
                        <m:rPr>
                          <m:sty m:val="p"/>
                        </m:rPr>
                        <a:rPr lang="en-US" altLang="zh-CN" sz="1600">
                          <a:solidFill>
                            <a:srgbClr val="000000"/>
                          </a:solidFill>
                          <a:latin typeface="Cambria Math" panose="02040503050406030204" pitchFamily="18" charset="0"/>
                        </a:rPr>
                        <m:t>max</m:t>
                      </m:r>
                      <m:r>
                        <a:rPr lang="en-US" altLang="zh-CN" sz="1600">
                          <a:solidFill>
                            <a:srgbClr val="000000"/>
                          </a:solidFill>
                          <a:latin typeface="Cambria Math" panose="02040503050406030204" pitchFamily="18" charset="0"/>
                        </a:rPr>
                        <m:t>(</m:t>
                      </m:r>
                      <m:sSub>
                        <m:sSubPr>
                          <m:ctrlPr>
                            <a:rPr lang="en-US" altLang="zh-CN" sz="1600" i="1">
                              <a:solidFill>
                                <a:srgbClr val="000000"/>
                              </a:solidFill>
                              <a:latin typeface="Cambria Math" panose="02040503050406030204" pitchFamily="18" charset="0"/>
                            </a:rPr>
                          </m:ctrlPr>
                        </m:sSubPr>
                        <m:e>
                          <m:r>
                            <a:rPr lang="en-US" altLang="zh-CN" sz="1600">
                              <a:solidFill>
                                <a:srgbClr val="000000"/>
                              </a:solidFill>
                              <a:latin typeface="Cambria Math" panose="02040503050406030204" pitchFamily="18" charset="0"/>
                            </a:rPr>
                            <m:t>𝑚</m:t>
                          </m:r>
                        </m:e>
                        <m:sub>
                          <m:r>
                            <a:rPr lang="en-US" altLang="zh-CN" sz="1600">
                              <a:solidFill>
                                <a:srgbClr val="000000"/>
                              </a:solidFill>
                              <a:latin typeface="Cambria Math" panose="02040503050406030204" pitchFamily="18" charset="0"/>
                            </a:rPr>
                            <m:t>𝑖</m:t>
                          </m:r>
                          <m:r>
                            <a:rPr lang="en-US" altLang="zh-CN" sz="1600">
                              <a:solidFill>
                                <a:srgbClr val="000000"/>
                              </a:solidFill>
                              <a:latin typeface="Cambria Math" panose="02040503050406030204" pitchFamily="18" charset="0"/>
                            </a:rPr>
                            <m:t>−1</m:t>
                          </m:r>
                        </m:sub>
                      </m:sSub>
                      <m:r>
                        <a:rPr lang="en-US" altLang="zh-CN" sz="1600">
                          <a:solidFill>
                            <a:srgbClr val="000000"/>
                          </a:solidFill>
                          <a:latin typeface="Cambria Math" panose="02040503050406030204" pitchFamily="18" charset="0"/>
                        </a:rPr>
                        <m:t>,</m:t>
                      </m:r>
                      <m:sSub>
                        <m:sSubPr>
                          <m:ctrlPr>
                            <a:rPr lang="en-US" altLang="zh-CN" sz="1600" i="1">
                              <a:solidFill>
                                <a:srgbClr val="000000"/>
                              </a:solidFill>
                              <a:latin typeface="Cambria Math" panose="02040503050406030204" pitchFamily="18" charset="0"/>
                            </a:rPr>
                          </m:ctrlPr>
                        </m:sSubPr>
                        <m:e>
                          <m:r>
                            <a:rPr lang="en-US" altLang="zh-CN" sz="1600">
                              <a:solidFill>
                                <a:srgbClr val="000000"/>
                              </a:solidFill>
                              <a:latin typeface="Cambria Math" panose="02040503050406030204" pitchFamily="18" charset="0"/>
                            </a:rPr>
                            <m:t>𝑥</m:t>
                          </m:r>
                        </m:e>
                        <m:sub>
                          <m:r>
                            <a:rPr lang="en-US" altLang="zh-CN" sz="1600">
                              <a:solidFill>
                                <a:srgbClr val="000000"/>
                              </a:solidFill>
                              <a:latin typeface="Cambria Math" panose="02040503050406030204" pitchFamily="18" charset="0"/>
                            </a:rPr>
                            <m:t>𝑖</m:t>
                          </m:r>
                        </m:sub>
                      </m:sSub>
                      <m:r>
                        <a:rPr lang="en-US" altLang="zh-CN" sz="1600">
                          <a:solidFill>
                            <a:srgbClr val="000000"/>
                          </a:solidFill>
                          <a:latin typeface="Cambria Math" panose="02040503050406030204" pitchFamily="18" charset="0"/>
                        </a:rPr>
                        <m:t>)</m:t>
                      </m:r>
                    </m:oMath>
                  </m:oMathPara>
                </a14:m>
                <a:endParaRPr lang="en-US" altLang="zh-CN" sz="1600" dirty="0">
                  <a:solidFill>
                    <a:srgbClr val="000000"/>
                  </a:solidFill>
                  <a:latin typeface="Arial" panose="020B0604020202020204" pitchFamily="34" charset="0"/>
                  <a:ea typeface="微软雅黑" panose="020B0503020204020204" pitchFamily="34" charset="-122"/>
                  <a:cs typeface="Arial" panose="020B0604020202020204" pitchFamily="34" charset="0"/>
                </a:endParaRPr>
              </a:p>
              <a:p>
                <a:pPr marL="126000" lvl="2" indent="-126000">
                  <a:lnSpc>
                    <a:spcPct val="150000"/>
                  </a:lnSpc>
                  <a:spcBef>
                    <a:spcPts val="0"/>
                  </a:spcBef>
                  <a:defRPr>
                    <a:solidFill>
                      <a:srgbClr val="000000"/>
                    </a:solidFill>
                  </a:defRPr>
                </a:pPr>
                <a14:m>
                  <m:oMath xmlns:m="http://schemas.openxmlformats.org/officeDocument/2006/math">
                    <m:r>
                      <a:rPr lang="en-US" altLang="zh-CN" sz="1600">
                        <a:solidFill>
                          <a:srgbClr val="000000"/>
                        </a:solidFill>
                        <a:latin typeface="Cambria Math" panose="02040503050406030204" pitchFamily="18" charset="0"/>
                      </a:rPr>
                      <m:t>𝑓𝑜𝑟</m:t>
                    </m:r>
                    <m:r>
                      <a:rPr lang="en-US" altLang="zh-CN" sz="1600">
                        <a:solidFill>
                          <a:srgbClr val="000000"/>
                        </a:solidFill>
                        <a:latin typeface="Cambria Math" panose="02040503050406030204" pitchFamily="18" charset="0"/>
                      </a:rPr>
                      <m:t> </m:t>
                    </m:r>
                    <m:r>
                      <a:rPr lang="en-US" altLang="zh-CN" sz="1600">
                        <a:solidFill>
                          <a:srgbClr val="000000"/>
                        </a:solidFill>
                        <a:latin typeface="Cambria Math" panose="02040503050406030204" pitchFamily="18" charset="0"/>
                      </a:rPr>
                      <m:t>𝑖</m:t>
                    </m:r>
                    <m:r>
                      <a:rPr lang="en-US" altLang="zh-CN" sz="1600">
                        <a:solidFill>
                          <a:srgbClr val="000000"/>
                        </a:solidFill>
                        <a:latin typeface="Cambria Math" panose="02040503050406030204" pitchFamily="18" charset="0"/>
                      </a:rPr>
                      <m:t> ←1,</m:t>
                    </m:r>
                    <m:r>
                      <a:rPr lang="en-US" altLang="zh-CN" sz="1600">
                        <a:solidFill>
                          <a:srgbClr val="000000"/>
                        </a:solidFill>
                        <a:latin typeface="Cambria Math" panose="02040503050406030204" pitchFamily="18" charset="0"/>
                      </a:rPr>
                      <m:t>𝑁</m:t>
                    </m:r>
                    <m:r>
                      <a:rPr lang="en-US" altLang="zh-CN" sz="1600">
                        <a:solidFill>
                          <a:srgbClr val="000000"/>
                        </a:solidFill>
                        <a:latin typeface="Cambria Math" panose="02040503050406030204" pitchFamily="18" charset="0"/>
                      </a:rPr>
                      <m:t> </m:t>
                    </m:r>
                    <m:r>
                      <a:rPr lang="en-US" altLang="zh-CN" sz="1600">
                        <a:solidFill>
                          <a:srgbClr val="000000"/>
                        </a:solidFill>
                        <a:latin typeface="Cambria Math" panose="02040503050406030204" pitchFamily="18" charset="0"/>
                      </a:rPr>
                      <m:t>𝑑𝑜</m:t>
                    </m:r>
                  </m:oMath>
                </a14:m>
                <a:endParaRPr lang="en-US" altLang="zh-CN" sz="1600" dirty="0">
                  <a:solidFill>
                    <a:srgbClr val="000000"/>
                  </a:solidFill>
                  <a:latin typeface="Arial" panose="020B0604020202020204" pitchFamily="34" charset="0"/>
                  <a:ea typeface="微软雅黑" panose="020B0503020204020204" pitchFamily="34" charset="-122"/>
                  <a:cs typeface="Arial" panose="020B0604020202020204" pitchFamily="34" charset="0"/>
                </a:endParaRPr>
              </a:p>
              <a:p>
                <a:pPr marL="0" lvl="3" indent="0">
                  <a:lnSpc>
                    <a:spcPct val="150000"/>
                  </a:lnSpc>
                  <a:spcBef>
                    <a:spcPts val="0"/>
                  </a:spcBef>
                  <a:spcAft>
                    <a:spcPts val="1200"/>
                  </a:spcAft>
                  <a:buNone/>
                  <a:defRPr>
                    <a:solidFill>
                      <a:srgbClr val="000000"/>
                    </a:solidFill>
                  </a:defRPr>
                </a:pPr>
                <a14:m>
                  <m:oMathPara xmlns:m="http://schemas.openxmlformats.org/officeDocument/2006/math">
                    <m:oMathParaPr>
                      <m:jc m:val="center"/>
                    </m:oMathParaPr>
                    <m:oMath xmlns:m="http://schemas.openxmlformats.org/officeDocument/2006/math">
                      <m:sSub>
                        <m:sSubPr>
                          <m:ctrlPr>
                            <a:rPr lang="en-US" altLang="zh-CN" sz="1600" i="1">
                              <a:solidFill>
                                <a:srgbClr val="000000"/>
                              </a:solidFill>
                              <a:latin typeface="Cambria Math" panose="02040503050406030204" pitchFamily="18" charset="0"/>
                            </a:rPr>
                          </m:ctrlPr>
                        </m:sSubPr>
                        <m:e>
                          <m:r>
                            <a:rPr lang="en-US" altLang="zh-CN" sz="1600">
                              <a:solidFill>
                                <a:srgbClr val="000000"/>
                              </a:solidFill>
                              <a:latin typeface="Cambria Math" panose="02040503050406030204" pitchFamily="18" charset="0"/>
                            </a:rPr>
                            <m:t>𝑑</m:t>
                          </m:r>
                        </m:e>
                        <m:sub>
                          <m:r>
                            <a:rPr lang="en-US" altLang="zh-CN" sz="1600">
                              <a:solidFill>
                                <a:srgbClr val="000000"/>
                              </a:solidFill>
                              <a:latin typeface="Cambria Math" panose="02040503050406030204" pitchFamily="18" charset="0"/>
                            </a:rPr>
                            <m:t>𝑖</m:t>
                          </m:r>
                        </m:sub>
                      </m:sSub>
                      <m:r>
                        <a:rPr lang="en-US" altLang="zh-CN" sz="1600">
                          <a:solidFill>
                            <a:srgbClr val="000000"/>
                          </a:solidFill>
                          <a:latin typeface="Cambria Math" panose="02040503050406030204" pitchFamily="18" charset="0"/>
                        </a:rPr>
                        <m:t>← </m:t>
                      </m:r>
                      <m:sSub>
                        <m:sSubPr>
                          <m:ctrlPr>
                            <a:rPr lang="en-US" altLang="zh-CN" sz="1600" i="1">
                              <a:solidFill>
                                <a:srgbClr val="000000"/>
                              </a:solidFill>
                              <a:latin typeface="Cambria Math" panose="02040503050406030204" pitchFamily="18" charset="0"/>
                            </a:rPr>
                          </m:ctrlPr>
                        </m:sSubPr>
                        <m:e>
                          <m:r>
                            <a:rPr lang="en-US" altLang="zh-CN" sz="1600">
                              <a:solidFill>
                                <a:srgbClr val="000000"/>
                              </a:solidFill>
                              <a:latin typeface="Cambria Math" panose="02040503050406030204" pitchFamily="18" charset="0"/>
                            </a:rPr>
                            <m:t>𝑑</m:t>
                          </m:r>
                        </m:e>
                        <m:sub>
                          <m:r>
                            <a:rPr lang="en-US" altLang="zh-CN" sz="1600">
                              <a:solidFill>
                                <a:srgbClr val="000000"/>
                              </a:solidFill>
                              <a:latin typeface="Cambria Math" panose="02040503050406030204" pitchFamily="18" charset="0"/>
                            </a:rPr>
                            <m:t>𝑖</m:t>
                          </m:r>
                          <m:r>
                            <a:rPr lang="en-US" altLang="zh-CN" sz="1600">
                              <a:solidFill>
                                <a:srgbClr val="000000"/>
                              </a:solidFill>
                              <a:latin typeface="Cambria Math" panose="02040503050406030204" pitchFamily="18" charset="0"/>
                            </a:rPr>
                            <m:t>−1</m:t>
                          </m:r>
                        </m:sub>
                      </m:sSub>
                      <m:r>
                        <a:rPr lang="en-US" altLang="zh-CN" sz="1600">
                          <a:solidFill>
                            <a:srgbClr val="000000"/>
                          </a:solidFill>
                          <a:latin typeface="Cambria Math" panose="02040503050406030204" pitchFamily="18" charset="0"/>
                        </a:rPr>
                        <m:t>+ </m:t>
                      </m:r>
                      <m:sSup>
                        <m:sSupPr>
                          <m:ctrlPr>
                            <a:rPr lang="en-US" altLang="zh-CN" sz="1600" i="1">
                              <a:solidFill>
                                <a:srgbClr val="000000"/>
                              </a:solidFill>
                              <a:latin typeface="Cambria Math" panose="02040503050406030204" pitchFamily="18" charset="0"/>
                            </a:rPr>
                          </m:ctrlPr>
                        </m:sSupPr>
                        <m:e>
                          <m:r>
                            <a:rPr lang="en-US" altLang="zh-CN" sz="1600">
                              <a:solidFill>
                                <a:srgbClr val="000000"/>
                              </a:solidFill>
                              <a:latin typeface="Cambria Math" panose="02040503050406030204" pitchFamily="18" charset="0"/>
                            </a:rPr>
                            <m:t>𝑒</m:t>
                          </m:r>
                        </m:e>
                        <m:sup>
                          <m:sSub>
                            <m:sSubPr>
                              <m:ctrlPr>
                                <a:rPr lang="en-US" altLang="zh-CN" sz="1600" i="1">
                                  <a:solidFill>
                                    <a:srgbClr val="000000"/>
                                  </a:solidFill>
                                  <a:latin typeface="Cambria Math" panose="02040503050406030204" pitchFamily="18" charset="0"/>
                                </a:rPr>
                              </m:ctrlPr>
                            </m:sSubPr>
                            <m:e>
                              <m:r>
                                <a:rPr lang="en-US" altLang="zh-CN" sz="1600">
                                  <a:solidFill>
                                    <a:srgbClr val="000000"/>
                                  </a:solidFill>
                                  <a:latin typeface="Cambria Math" panose="02040503050406030204" pitchFamily="18" charset="0"/>
                                </a:rPr>
                                <m:t>𝑥</m:t>
                              </m:r>
                            </m:e>
                            <m:sub>
                              <m:r>
                                <a:rPr lang="en-US" altLang="zh-CN" sz="1600">
                                  <a:solidFill>
                                    <a:srgbClr val="000000"/>
                                  </a:solidFill>
                                  <a:latin typeface="Cambria Math" panose="02040503050406030204" pitchFamily="18" charset="0"/>
                                </a:rPr>
                                <m:t>𝑖</m:t>
                              </m:r>
                            </m:sub>
                          </m:sSub>
                          <m:r>
                            <a:rPr lang="en-US" altLang="zh-CN" sz="1600">
                              <a:solidFill>
                                <a:srgbClr val="000000"/>
                              </a:solidFill>
                              <a:latin typeface="Cambria Math" panose="02040503050406030204" pitchFamily="18" charset="0"/>
                            </a:rPr>
                            <m:t>−</m:t>
                          </m:r>
                          <m:sSub>
                            <m:sSubPr>
                              <m:ctrlPr>
                                <a:rPr lang="en-US" altLang="zh-CN" sz="1600" i="1">
                                  <a:solidFill>
                                    <a:srgbClr val="000000"/>
                                  </a:solidFill>
                                  <a:latin typeface="Cambria Math" panose="02040503050406030204" pitchFamily="18" charset="0"/>
                                </a:rPr>
                              </m:ctrlPr>
                            </m:sSubPr>
                            <m:e>
                              <m:r>
                                <a:rPr lang="en-US" altLang="zh-CN" sz="1600">
                                  <a:solidFill>
                                    <a:srgbClr val="000000"/>
                                  </a:solidFill>
                                  <a:latin typeface="Cambria Math" panose="02040503050406030204" pitchFamily="18" charset="0"/>
                                </a:rPr>
                                <m:t>𝑚</m:t>
                              </m:r>
                            </m:e>
                            <m:sub>
                              <m:r>
                                <a:rPr lang="en-US" altLang="zh-CN" sz="1600">
                                  <a:solidFill>
                                    <a:srgbClr val="000000"/>
                                  </a:solidFill>
                                  <a:latin typeface="Cambria Math" panose="02040503050406030204" pitchFamily="18" charset="0"/>
                                </a:rPr>
                                <m:t>𝑁</m:t>
                              </m:r>
                            </m:sub>
                          </m:sSub>
                        </m:sup>
                      </m:sSup>
                      <m:r>
                        <a:rPr lang="en-US" altLang="zh-CN" sz="1600">
                          <a:solidFill>
                            <a:srgbClr val="000000"/>
                          </a:solidFill>
                          <a:latin typeface="Cambria Math" panose="02040503050406030204" pitchFamily="18" charset="0"/>
                        </a:rPr>
                        <m:t> </m:t>
                      </m:r>
                    </m:oMath>
                  </m:oMathPara>
                </a14:m>
                <a:endParaRPr lang="en-US" altLang="zh-CN" sz="1600" dirty="0">
                  <a:solidFill>
                    <a:srgbClr val="000000"/>
                  </a:solidFill>
                  <a:latin typeface="Arial" panose="020B0604020202020204" pitchFamily="34" charset="0"/>
                  <a:ea typeface="微软雅黑" panose="020B0503020204020204" pitchFamily="34" charset="-122"/>
                  <a:cs typeface="Arial" panose="020B0604020202020204" pitchFamily="34" charset="0"/>
                </a:endParaRPr>
              </a:p>
              <a:p>
                <a:pPr marL="126000" lvl="2" indent="-126000">
                  <a:lnSpc>
                    <a:spcPct val="150000"/>
                  </a:lnSpc>
                  <a:spcBef>
                    <a:spcPts val="0"/>
                  </a:spcBef>
                  <a:defRPr>
                    <a:solidFill>
                      <a:srgbClr val="000000"/>
                    </a:solidFill>
                  </a:defRPr>
                </a:pPr>
                <a14:m>
                  <m:oMath xmlns:m="http://schemas.openxmlformats.org/officeDocument/2006/math">
                    <m:r>
                      <a:rPr lang="en-US" altLang="zh-CN" sz="1600">
                        <a:solidFill>
                          <a:srgbClr val="000000"/>
                        </a:solidFill>
                        <a:latin typeface="Cambria Math" panose="02040503050406030204" pitchFamily="18" charset="0"/>
                      </a:rPr>
                      <m:t>𝑓𝑜𝑟</m:t>
                    </m:r>
                    <m:r>
                      <a:rPr lang="en-US" altLang="zh-CN" sz="1600">
                        <a:solidFill>
                          <a:srgbClr val="000000"/>
                        </a:solidFill>
                        <a:latin typeface="Cambria Math" panose="02040503050406030204" pitchFamily="18" charset="0"/>
                      </a:rPr>
                      <m:t> </m:t>
                    </m:r>
                    <m:r>
                      <a:rPr lang="en-US" altLang="zh-CN" sz="1600">
                        <a:solidFill>
                          <a:srgbClr val="000000"/>
                        </a:solidFill>
                        <a:latin typeface="Cambria Math" panose="02040503050406030204" pitchFamily="18" charset="0"/>
                      </a:rPr>
                      <m:t>𝑖</m:t>
                    </m:r>
                    <m:r>
                      <a:rPr lang="en-US" altLang="zh-CN" sz="1600">
                        <a:solidFill>
                          <a:srgbClr val="000000"/>
                        </a:solidFill>
                        <a:latin typeface="Cambria Math" panose="02040503050406030204" pitchFamily="18" charset="0"/>
                      </a:rPr>
                      <m:t> ←1,</m:t>
                    </m:r>
                    <m:r>
                      <a:rPr lang="en-US" altLang="zh-CN" sz="1600">
                        <a:solidFill>
                          <a:srgbClr val="000000"/>
                        </a:solidFill>
                        <a:latin typeface="Cambria Math" panose="02040503050406030204" pitchFamily="18" charset="0"/>
                      </a:rPr>
                      <m:t>𝑁</m:t>
                    </m:r>
                    <m:r>
                      <a:rPr lang="en-US" altLang="zh-CN" sz="1600">
                        <a:solidFill>
                          <a:srgbClr val="000000"/>
                        </a:solidFill>
                        <a:latin typeface="Cambria Math" panose="02040503050406030204" pitchFamily="18" charset="0"/>
                      </a:rPr>
                      <m:t> </m:t>
                    </m:r>
                    <m:r>
                      <a:rPr lang="en-US" altLang="zh-CN" sz="1600">
                        <a:solidFill>
                          <a:srgbClr val="000000"/>
                        </a:solidFill>
                        <a:latin typeface="Cambria Math" panose="02040503050406030204" pitchFamily="18" charset="0"/>
                      </a:rPr>
                      <m:t>𝑑𝑜</m:t>
                    </m:r>
                  </m:oMath>
                </a14:m>
                <a:endParaRPr lang="en-US" altLang="zh-CN" sz="1600" dirty="0">
                  <a:solidFill>
                    <a:srgbClr val="000000"/>
                  </a:solidFill>
                  <a:latin typeface="Arial" panose="020B0604020202020204" pitchFamily="34" charset="0"/>
                  <a:ea typeface="微软雅黑" panose="020B0503020204020204" pitchFamily="34" charset="-122"/>
                  <a:cs typeface="Arial" panose="020B0604020202020204" pitchFamily="34" charset="0"/>
                </a:endParaRPr>
              </a:p>
              <a:p>
                <a:pPr marL="0" lvl="3" indent="0">
                  <a:lnSpc>
                    <a:spcPct val="150000"/>
                  </a:lnSpc>
                  <a:spcBef>
                    <a:spcPts val="0"/>
                  </a:spcBef>
                  <a:buNone/>
                  <a:defRPr>
                    <a:solidFill>
                      <a:srgbClr val="000000"/>
                    </a:solidFill>
                  </a:defRPr>
                </a:pPr>
                <a14:m>
                  <m:oMathPara xmlns:m="http://schemas.openxmlformats.org/officeDocument/2006/math">
                    <m:oMathParaPr>
                      <m:jc m:val="center"/>
                    </m:oMathParaPr>
                    <m:oMath xmlns:m="http://schemas.openxmlformats.org/officeDocument/2006/math">
                      <m:sSub>
                        <m:sSubPr>
                          <m:ctrlPr>
                            <a:rPr lang="en-US" altLang="zh-CN" sz="1600" i="1">
                              <a:solidFill>
                                <a:srgbClr val="000000"/>
                              </a:solidFill>
                              <a:latin typeface="Cambria Math" panose="02040503050406030204" pitchFamily="18" charset="0"/>
                            </a:rPr>
                          </m:ctrlPr>
                        </m:sSubPr>
                        <m:e>
                          <m:r>
                            <a:rPr lang="en-US" altLang="zh-CN" sz="1600">
                              <a:solidFill>
                                <a:srgbClr val="000000"/>
                              </a:solidFill>
                              <a:latin typeface="Cambria Math" panose="02040503050406030204" pitchFamily="18" charset="0"/>
                            </a:rPr>
                            <m:t>𝑠</m:t>
                          </m:r>
                        </m:e>
                        <m:sub>
                          <m:r>
                            <a:rPr lang="en-US" altLang="zh-CN" sz="1600">
                              <a:solidFill>
                                <a:srgbClr val="000000"/>
                              </a:solidFill>
                              <a:latin typeface="Cambria Math" panose="02040503050406030204" pitchFamily="18" charset="0"/>
                            </a:rPr>
                            <m:t>𝑖</m:t>
                          </m:r>
                        </m:sub>
                      </m:sSub>
                      <m:r>
                        <a:rPr lang="en-US" altLang="zh-CN" sz="1600">
                          <a:solidFill>
                            <a:srgbClr val="000000"/>
                          </a:solidFill>
                          <a:latin typeface="Cambria Math" panose="02040503050406030204" pitchFamily="18" charset="0"/>
                        </a:rPr>
                        <m:t>= </m:t>
                      </m:r>
                      <m:f>
                        <m:fPr>
                          <m:ctrlPr>
                            <a:rPr lang="en-US" altLang="zh-CN" sz="1600" i="1">
                              <a:solidFill>
                                <a:srgbClr val="000000"/>
                              </a:solidFill>
                              <a:latin typeface="Cambria Math" panose="02040503050406030204" pitchFamily="18" charset="0"/>
                            </a:rPr>
                          </m:ctrlPr>
                        </m:fPr>
                        <m:num>
                          <m:sSup>
                            <m:sSupPr>
                              <m:ctrlPr>
                                <a:rPr lang="en-US" altLang="zh-CN" sz="1600" i="1">
                                  <a:solidFill>
                                    <a:srgbClr val="000000"/>
                                  </a:solidFill>
                                  <a:latin typeface="Cambria Math" panose="02040503050406030204" pitchFamily="18" charset="0"/>
                                </a:rPr>
                              </m:ctrlPr>
                            </m:sSupPr>
                            <m:e>
                              <m:r>
                                <a:rPr lang="en-US" altLang="zh-CN" sz="1600">
                                  <a:solidFill>
                                    <a:srgbClr val="000000"/>
                                  </a:solidFill>
                                  <a:latin typeface="Cambria Math" panose="02040503050406030204" pitchFamily="18" charset="0"/>
                                </a:rPr>
                                <m:t>𝑒</m:t>
                              </m:r>
                            </m:e>
                            <m:sup>
                              <m:sSub>
                                <m:sSubPr>
                                  <m:ctrlPr>
                                    <a:rPr lang="en-US" altLang="zh-CN" sz="1600" i="1">
                                      <a:solidFill>
                                        <a:srgbClr val="000000"/>
                                      </a:solidFill>
                                      <a:latin typeface="Cambria Math" panose="02040503050406030204" pitchFamily="18" charset="0"/>
                                    </a:rPr>
                                  </m:ctrlPr>
                                </m:sSubPr>
                                <m:e>
                                  <m:r>
                                    <a:rPr lang="en-US" altLang="zh-CN" sz="1600">
                                      <a:solidFill>
                                        <a:srgbClr val="000000"/>
                                      </a:solidFill>
                                      <a:latin typeface="Cambria Math" panose="02040503050406030204" pitchFamily="18" charset="0"/>
                                    </a:rPr>
                                    <m:t>𝑥</m:t>
                                  </m:r>
                                </m:e>
                                <m:sub>
                                  <m:r>
                                    <a:rPr lang="en-US" altLang="zh-CN" sz="1600">
                                      <a:solidFill>
                                        <a:srgbClr val="000000"/>
                                      </a:solidFill>
                                      <a:latin typeface="Cambria Math" panose="02040503050406030204" pitchFamily="18" charset="0"/>
                                    </a:rPr>
                                    <m:t>𝑖</m:t>
                                  </m:r>
                                </m:sub>
                              </m:sSub>
                              <m:r>
                                <a:rPr lang="en-US" altLang="zh-CN" sz="1600">
                                  <a:solidFill>
                                    <a:srgbClr val="000000"/>
                                  </a:solidFill>
                                  <a:latin typeface="Cambria Math" panose="02040503050406030204" pitchFamily="18" charset="0"/>
                                </a:rPr>
                                <m:t>−</m:t>
                              </m:r>
                              <m:sSub>
                                <m:sSubPr>
                                  <m:ctrlPr>
                                    <a:rPr lang="en-US" altLang="zh-CN" sz="1600" i="1">
                                      <a:solidFill>
                                        <a:srgbClr val="000000"/>
                                      </a:solidFill>
                                      <a:latin typeface="Cambria Math" panose="02040503050406030204" pitchFamily="18" charset="0"/>
                                    </a:rPr>
                                  </m:ctrlPr>
                                </m:sSubPr>
                                <m:e>
                                  <m:r>
                                    <a:rPr lang="en-US" altLang="zh-CN" sz="1600">
                                      <a:solidFill>
                                        <a:srgbClr val="000000"/>
                                      </a:solidFill>
                                      <a:latin typeface="Cambria Math" panose="02040503050406030204" pitchFamily="18" charset="0"/>
                                    </a:rPr>
                                    <m:t>𝑚</m:t>
                                  </m:r>
                                </m:e>
                                <m:sub>
                                  <m:r>
                                    <a:rPr lang="en-US" altLang="zh-CN" sz="1600">
                                      <a:solidFill>
                                        <a:srgbClr val="000000"/>
                                      </a:solidFill>
                                      <a:latin typeface="Cambria Math" panose="02040503050406030204" pitchFamily="18" charset="0"/>
                                    </a:rPr>
                                    <m:t>𝑁</m:t>
                                  </m:r>
                                </m:sub>
                              </m:sSub>
                            </m:sup>
                          </m:sSup>
                        </m:num>
                        <m:den>
                          <m:sSub>
                            <m:sSubPr>
                              <m:ctrlPr>
                                <a:rPr lang="en-US" altLang="zh-CN" sz="1600" i="1">
                                  <a:solidFill>
                                    <a:srgbClr val="000000"/>
                                  </a:solidFill>
                                  <a:latin typeface="Cambria Math" panose="02040503050406030204" pitchFamily="18" charset="0"/>
                                </a:rPr>
                              </m:ctrlPr>
                            </m:sSubPr>
                            <m:e>
                              <m:r>
                                <a:rPr lang="en-US" altLang="zh-CN" sz="1600">
                                  <a:solidFill>
                                    <a:srgbClr val="000000"/>
                                  </a:solidFill>
                                  <a:latin typeface="Cambria Math" panose="02040503050406030204" pitchFamily="18" charset="0"/>
                                </a:rPr>
                                <m:t>𝑑</m:t>
                              </m:r>
                            </m:e>
                            <m:sub>
                              <m:r>
                                <a:rPr lang="en-US" altLang="zh-CN" sz="1600">
                                  <a:solidFill>
                                    <a:srgbClr val="000000"/>
                                  </a:solidFill>
                                  <a:latin typeface="Cambria Math" panose="02040503050406030204" pitchFamily="18" charset="0"/>
                                </a:rPr>
                                <m:t>𝑁</m:t>
                              </m:r>
                            </m:sub>
                          </m:sSub>
                        </m:den>
                      </m:f>
                    </m:oMath>
                  </m:oMathPara>
                </a14:m>
                <a:endParaRPr lang="en-US" altLang="zh-CN" sz="1600" dirty="0">
                  <a:solidFill>
                    <a:srgbClr val="000000"/>
                  </a:solidFill>
                  <a:latin typeface="Arial" panose="020B0604020202020204" pitchFamily="34" charset="0"/>
                  <a:ea typeface="微软雅黑" panose="020B0503020204020204" pitchFamily="34" charset="-122"/>
                  <a:cs typeface="Arial" panose="020B0604020202020204" pitchFamily="34" charset="0"/>
                </a:endParaRPr>
              </a:p>
            </p:txBody>
          </p:sp>
        </mc:Choice>
        <mc:Fallback>
          <p:sp>
            <p:nvSpPr>
              <p:cNvPr id="3" name="文本占位符 2">
                <a:extLst>
                  <a:ext uri="{FF2B5EF4-FFF2-40B4-BE49-F238E27FC236}">
                    <a16:creationId xmlns:a16="http://schemas.microsoft.com/office/drawing/2014/main" id="{6E0E7817-E351-4290-20EA-01B2BAA69A10}"/>
                  </a:ext>
                </a:extLst>
              </p:cNvPr>
              <p:cNvSpPr txBox="1">
                <a:spLocks noRot="1" noChangeAspect="1" noMove="1" noResize="1" noEditPoints="1" noAdjustHandles="1" noChangeArrowheads="1" noChangeShapeType="1" noTextEdit="1"/>
              </p:cNvSpPr>
              <p:nvPr/>
            </p:nvSpPr>
            <p:spPr>
              <a:xfrm>
                <a:off x="3980654" y="1765591"/>
                <a:ext cx="4235455" cy="3710824"/>
              </a:xfrm>
              <a:prstGeom prst="rect">
                <a:avLst/>
              </a:prstGeom>
              <a:blipFill>
                <a:blip r:embed="rId2"/>
                <a:stretch>
                  <a:fillRect l="-1295"/>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366921282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617C3A2-1880-8B38-E54D-550FFC4866B5}"/>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E2A3DFA1-748A-DD9A-D0B5-BB78E141A410}"/>
              </a:ext>
            </a:extLst>
          </p:cNvPr>
          <p:cNvSpPr txBox="1">
            <a:spLocks/>
          </p:cNvSpPr>
          <p:nvPr/>
        </p:nvSpPr>
        <p:spPr>
          <a:xfrm>
            <a:off x="3954203" y="411900"/>
            <a:ext cx="4288353" cy="584775"/>
          </a:xfrm>
          <a:prstGeom prst="rect">
            <a:avLst/>
          </a:prstGeom>
        </p:spPr>
        <p:txBody>
          <a:bodyPr wrap="none">
            <a:spAutoFit/>
          </a:bodyPr>
          <a:lstStyle>
            <a:lvl1pPr algn="l" defTabSz="1187798" rtl="0" eaLnBrk="1" latinLnBrk="0" hangingPunct="1">
              <a:lnSpc>
                <a:spcPct val="90000"/>
              </a:lnSpc>
              <a:spcBef>
                <a:spcPct val="0"/>
              </a:spcBef>
              <a:buNone/>
              <a:defRPr sz="5716" kern="1200">
                <a:solidFill>
                  <a:schemeClr val="tx1"/>
                </a:solidFill>
                <a:latin typeface="+mj-lt"/>
                <a:ea typeface="+mj-ea"/>
                <a:cs typeface="+mj-cs"/>
              </a:defRPr>
            </a:lvl1pPr>
          </a:lstStyle>
          <a:p>
            <a:pPr algn="ctr">
              <a:lnSpc>
                <a:spcPct val="100000"/>
              </a:lnSpc>
            </a:pPr>
            <a:r>
              <a:rPr lang="zh-CN" altLang="en-US" sz="3200" b="1" dirty="0">
                <a:solidFill>
                  <a:srgbClr val="000000"/>
                </a:solidFill>
                <a:latin typeface="微软雅黑" panose="020B0503020204020204" pitchFamily="34" charset="-122"/>
                <a:ea typeface="微软雅黑" panose="020B0503020204020204" pitchFamily="34" charset="-122"/>
              </a:rPr>
              <a:t>自注意力算子运算分析</a:t>
            </a:r>
          </a:p>
        </p:txBody>
      </p:sp>
      <mc:AlternateContent xmlns:mc="http://schemas.openxmlformats.org/markup-compatibility/2006">
        <mc:Choice xmlns:a14="http://schemas.microsoft.com/office/drawing/2010/main" Requires="a14">
          <p:sp>
            <p:nvSpPr>
              <p:cNvPr id="3" name="文本占位符 2">
                <a:extLst>
                  <a:ext uri="{FF2B5EF4-FFF2-40B4-BE49-F238E27FC236}">
                    <a16:creationId xmlns:a16="http://schemas.microsoft.com/office/drawing/2014/main" id="{C6D271A3-8461-E4A7-2E49-60A4AD3C26C1}"/>
                  </a:ext>
                </a:extLst>
              </p:cNvPr>
              <p:cNvSpPr txBox="1">
                <a:spLocks/>
              </p:cNvSpPr>
              <p:nvPr/>
            </p:nvSpPr>
            <p:spPr>
              <a:xfrm>
                <a:off x="1783961" y="2655871"/>
                <a:ext cx="8628841" cy="2141868"/>
              </a:xfrm>
              <a:prstGeom prst="rect">
                <a:avLst/>
              </a:prstGeom>
            </p:spPr>
            <p:txBody>
              <a:bodyPr wrap="square">
                <a:spAutoFit/>
              </a:bodyPr>
              <a:lstStyle>
                <a:lvl1pPr marL="296950" indent="-296950" algn="l" defTabSz="1187798" rtl="0" eaLnBrk="1" latinLnBrk="0" hangingPunct="1">
                  <a:lnSpc>
                    <a:spcPct val="90000"/>
                  </a:lnSpc>
                  <a:spcBef>
                    <a:spcPts val="1299"/>
                  </a:spcBef>
                  <a:buFont typeface="Arial" panose="020B0604020202020204" pitchFamily="34" charset="0"/>
                  <a:buChar char="•"/>
                  <a:defRPr sz="3636" kern="1200">
                    <a:solidFill>
                      <a:schemeClr val="tx1"/>
                    </a:solidFill>
                    <a:latin typeface="+mn-lt"/>
                    <a:ea typeface="+mn-ea"/>
                    <a:cs typeface="+mn-cs"/>
                  </a:defRPr>
                </a:lvl1pPr>
                <a:lvl2pPr marL="890849" indent="-296950" algn="l" defTabSz="1187798" rtl="0" eaLnBrk="1" latinLnBrk="0" hangingPunct="1">
                  <a:lnSpc>
                    <a:spcPct val="90000"/>
                  </a:lnSpc>
                  <a:spcBef>
                    <a:spcPts val="650"/>
                  </a:spcBef>
                  <a:buFont typeface="Arial" panose="020B0604020202020204" pitchFamily="34" charset="0"/>
                  <a:buChar char="•"/>
                  <a:defRPr sz="3118" kern="1200">
                    <a:solidFill>
                      <a:schemeClr val="tx1"/>
                    </a:solidFill>
                    <a:latin typeface="+mn-lt"/>
                    <a:ea typeface="+mn-ea"/>
                    <a:cs typeface="+mn-cs"/>
                  </a:defRPr>
                </a:lvl2pPr>
                <a:lvl3pPr marL="1484748" indent="-296950" algn="l" defTabSz="1187798" rtl="0" eaLnBrk="1" latinLnBrk="0" hangingPunct="1">
                  <a:lnSpc>
                    <a:spcPct val="90000"/>
                  </a:lnSpc>
                  <a:spcBef>
                    <a:spcPts val="650"/>
                  </a:spcBef>
                  <a:buFont typeface="Arial" panose="020B0604020202020204" pitchFamily="34" charset="0"/>
                  <a:buChar char="•"/>
                  <a:defRPr sz="2598" kern="1200">
                    <a:solidFill>
                      <a:schemeClr val="tx1"/>
                    </a:solidFill>
                    <a:latin typeface="+mn-lt"/>
                    <a:ea typeface="+mn-ea"/>
                    <a:cs typeface="+mn-cs"/>
                  </a:defRPr>
                </a:lvl3pPr>
                <a:lvl4pPr marL="2078648" indent="-296950" algn="l" defTabSz="1187798" rtl="0" eaLnBrk="1" latinLnBrk="0" hangingPunct="1">
                  <a:lnSpc>
                    <a:spcPct val="90000"/>
                  </a:lnSpc>
                  <a:spcBef>
                    <a:spcPts val="650"/>
                  </a:spcBef>
                  <a:buFont typeface="Arial" panose="020B0604020202020204" pitchFamily="34" charset="0"/>
                  <a:buChar char="•"/>
                  <a:defRPr sz="2338" kern="1200">
                    <a:solidFill>
                      <a:schemeClr val="tx1"/>
                    </a:solidFill>
                    <a:latin typeface="+mn-lt"/>
                    <a:ea typeface="+mn-ea"/>
                    <a:cs typeface="+mn-cs"/>
                  </a:defRPr>
                </a:lvl4pPr>
                <a:lvl5pPr marL="2672547" indent="-296950" algn="l" defTabSz="1187798" rtl="0" eaLnBrk="1" latinLnBrk="0" hangingPunct="1">
                  <a:lnSpc>
                    <a:spcPct val="90000"/>
                  </a:lnSpc>
                  <a:spcBef>
                    <a:spcPts val="650"/>
                  </a:spcBef>
                  <a:buFont typeface="Arial" panose="020B0604020202020204" pitchFamily="34" charset="0"/>
                  <a:buChar char="•"/>
                  <a:defRPr sz="2338" kern="1200">
                    <a:solidFill>
                      <a:schemeClr val="tx1"/>
                    </a:solidFill>
                    <a:latin typeface="+mn-lt"/>
                    <a:ea typeface="+mn-ea"/>
                    <a:cs typeface="+mn-cs"/>
                  </a:defRPr>
                </a:lvl5pPr>
                <a:lvl6pPr marL="3266447" indent="-296950" algn="l" defTabSz="1187798" rtl="0" eaLnBrk="1" latinLnBrk="0" hangingPunct="1">
                  <a:lnSpc>
                    <a:spcPct val="90000"/>
                  </a:lnSpc>
                  <a:spcBef>
                    <a:spcPts val="650"/>
                  </a:spcBef>
                  <a:buFont typeface="Arial" panose="020B0604020202020204" pitchFamily="34" charset="0"/>
                  <a:buChar char="•"/>
                  <a:defRPr sz="2338" kern="1200">
                    <a:solidFill>
                      <a:schemeClr val="tx1"/>
                    </a:solidFill>
                    <a:latin typeface="+mn-lt"/>
                    <a:ea typeface="+mn-ea"/>
                    <a:cs typeface="+mn-cs"/>
                  </a:defRPr>
                </a:lvl6pPr>
                <a:lvl7pPr marL="3860346" indent="-296950" algn="l" defTabSz="1187798" rtl="0" eaLnBrk="1" latinLnBrk="0" hangingPunct="1">
                  <a:lnSpc>
                    <a:spcPct val="90000"/>
                  </a:lnSpc>
                  <a:spcBef>
                    <a:spcPts val="650"/>
                  </a:spcBef>
                  <a:buFont typeface="Arial" panose="020B0604020202020204" pitchFamily="34" charset="0"/>
                  <a:buChar char="•"/>
                  <a:defRPr sz="2338" kern="1200">
                    <a:solidFill>
                      <a:schemeClr val="tx1"/>
                    </a:solidFill>
                    <a:latin typeface="+mn-lt"/>
                    <a:ea typeface="+mn-ea"/>
                    <a:cs typeface="+mn-cs"/>
                  </a:defRPr>
                </a:lvl7pPr>
                <a:lvl8pPr marL="4454245" indent="-296950" algn="l" defTabSz="1187798" rtl="0" eaLnBrk="1" latinLnBrk="0" hangingPunct="1">
                  <a:lnSpc>
                    <a:spcPct val="90000"/>
                  </a:lnSpc>
                  <a:spcBef>
                    <a:spcPts val="650"/>
                  </a:spcBef>
                  <a:buFont typeface="Arial" panose="020B0604020202020204" pitchFamily="34" charset="0"/>
                  <a:buChar char="•"/>
                  <a:defRPr sz="2338" kern="1200">
                    <a:solidFill>
                      <a:schemeClr val="tx1"/>
                    </a:solidFill>
                    <a:latin typeface="+mn-lt"/>
                    <a:ea typeface="+mn-ea"/>
                    <a:cs typeface="+mn-cs"/>
                  </a:defRPr>
                </a:lvl8pPr>
                <a:lvl9pPr marL="5048144" indent="-296950" algn="l" defTabSz="1187798" rtl="0" eaLnBrk="1" latinLnBrk="0" hangingPunct="1">
                  <a:lnSpc>
                    <a:spcPct val="90000"/>
                  </a:lnSpc>
                  <a:spcBef>
                    <a:spcPts val="650"/>
                  </a:spcBef>
                  <a:buFont typeface="Arial" panose="020B0604020202020204" pitchFamily="34" charset="0"/>
                  <a:buChar char="•"/>
                  <a:defRPr sz="2338" kern="1200">
                    <a:solidFill>
                      <a:schemeClr val="tx1"/>
                    </a:solidFill>
                    <a:latin typeface="+mn-lt"/>
                    <a:ea typeface="+mn-ea"/>
                    <a:cs typeface="+mn-cs"/>
                  </a:defRPr>
                </a:lvl9pPr>
              </a:lstStyle>
              <a:p>
                <a:pPr marL="0" indent="0">
                  <a:lnSpc>
                    <a:spcPct val="150000"/>
                  </a:lnSpc>
                  <a:spcBef>
                    <a:spcPts val="0"/>
                  </a:spcBef>
                  <a:buNone/>
                </a:pPr>
                <a:r>
                  <a:rPr lang="en-US" altLang="zh-CN" sz="1800" b="1" dirty="0">
                    <a:solidFill>
                      <a:srgbClr val="C00000"/>
                    </a:solidFill>
                    <a:latin typeface="Arial" panose="020B0604020202020204" pitchFamily="34" charset="0"/>
                    <a:ea typeface="微软雅黑" panose="020B0503020204020204" pitchFamily="34" charset="-122"/>
                    <a:cs typeface="Arial" panose="020B0604020202020204" pitchFamily="34" charset="0"/>
                  </a:rPr>
                  <a:t>Self-Attention </a:t>
                </a:r>
                <a:r>
                  <a:rPr lang="zh-CN" altLang="en-US" sz="1800" b="1" dirty="0">
                    <a:solidFill>
                      <a:srgbClr val="C00000"/>
                    </a:solidFill>
                    <a:latin typeface="Arial" panose="020B0604020202020204" pitchFamily="34" charset="0"/>
                    <a:ea typeface="微软雅黑" panose="020B0503020204020204" pitchFamily="34" charset="-122"/>
                    <a:cs typeface="Arial" panose="020B0604020202020204" pitchFamily="34" charset="0"/>
                  </a:rPr>
                  <a:t>运算分析</a:t>
                </a:r>
              </a:p>
              <a:p>
                <a:pPr marL="0" lvl="1" indent="0">
                  <a:lnSpc>
                    <a:spcPct val="150000"/>
                  </a:lnSpc>
                  <a:spcBef>
                    <a:spcPts val="0"/>
                  </a:spcBef>
                  <a:buNone/>
                  <a:defRPr>
                    <a:solidFill>
                      <a:srgbClr val="000000"/>
                    </a:solidFill>
                  </a:defRPr>
                </a:pPr>
                <a:r>
                  <a:rPr lang="zh-CN" altLang="en-US" sz="1200" b="1" dirty="0">
                    <a:solidFill>
                      <a:srgbClr val="000000"/>
                    </a:solidFill>
                    <a:latin typeface="Arial" panose="020B0604020202020204" pitchFamily="34" charset="0"/>
                    <a:ea typeface="微软雅黑" panose="020B0503020204020204" pitchFamily="34" charset="-122"/>
                    <a:cs typeface="Arial" panose="020B0604020202020204" pitchFamily="34" charset="0"/>
                  </a:rPr>
                  <a:t>空间复杂度分析和</a:t>
                </a:r>
                <a:r>
                  <a:rPr lang="en-US" altLang="zh-CN" sz="1200" b="1" dirty="0">
                    <a:solidFill>
                      <a:srgbClr val="000000"/>
                    </a:solidFill>
                    <a:latin typeface="Arial" panose="020B0604020202020204" pitchFamily="34" charset="0"/>
                    <a:ea typeface="微软雅黑" panose="020B0503020204020204" pitchFamily="34" charset="-122"/>
                    <a:cs typeface="Arial" panose="020B0604020202020204" pitchFamily="34" charset="0"/>
                  </a:rPr>
                  <a:t>I/O</a:t>
                </a:r>
                <a:r>
                  <a:rPr lang="zh-CN" altLang="en-US" sz="1200" b="1" dirty="0">
                    <a:solidFill>
                      <a:srgbClr val="000000"/>
                    </a:solidFill>
                    <a:latin typeface="Arial" panose="020B0604020202020204" pitchFamily="34" charset="0"/>
                    <a:ea typeface="微软雅黑" panose="020B0503020204020204" pitchFamily="34" charset="-122"/>
                    <a:cs typeface="Arial" panose="020B0604020202020204" pitchFamily="34" charset="0"/>
                  </a:rPr>
                  <a:t>访存分析：</a:t>
                </a:r>
                <a:endParaRPr lang="en-US" altLang="zh-CN" sz="1200" b="1" dirty="0">
                  <a:solidFill>
                    <a:srgbClr val="000000"/>
                  </a:solidFill>
                  <a:latin typeface="Arial" panose="020B0604020202020204" pitchFamily="34" charset="0"/>
                  <a:ea typeface="微软雅黑" panose="020B0503020204020204" pitchFamily="34" charset="-122"/>
                  <a:cs typeface="Arial" panose="020B0604020202020204" pitchFamily="34" charset="0"/>
                </a:endParaRPr>
              </a:p>
              <a:p>
                <a:pPr marL="126000" lvl="2" indent="-126000">
                  <a:lnSpc>
                    <a:spcPct val="150000"/>
                  </a:lnSpc>
                  <a:spcBef>
                    <a:spcPts val="0"/>
                  </a:spcBef>
                  <a:defRPr>
                    <a:solidFill>
                      <a:srgbClr val="000000"/>
                    </a:solidFill>
                  </a:defRPr>
                </a:pPr>
                <a:r>
                  <a:rPr lang="zh-CN" altLang="en-US" sz="1200" dirty="0">
                    <a:solidFill>
                      <a:srgbClr val="000000"/>
                    </a:solidFill>
                    <a:latin typeface="Arial" panose="020B0604020202020204" pitchFamily="34" charset="0"/>
                    <a:ea typeface="微软雅黑" panose="020B0503020204020204" pitchFamily="34" charset="-122"/>
                    <a:cs typeface="Arial" panose="020B0604020202020204" pitchFamily="34" charset="0"/>
                  </a:rPr>
                  <a:t>根据</a:t>
                </a:r>
                <a:r>
                  <a:rPr lang="en-US" altLang="zh-CN" sz="1200" dirty="0">
                    <a:solidFill>
                      <a:srgbClr val="000000"/>
                    </a:solidFill>
                    <a:latin typeface="Arial" panose="020B0604020202020204" pitchFamily="34" charset="0"/>
                    <a:ea typeface="微软雅黑" panose="020B0503020204020204" pitchFamily="34" charset="-122"/>
                    <a:cs typeface="Arial" panose="020B0604020202020204" pitchFamily="34" charset="0"/>
                  </a:rPr>
                  <a:t>Safe </a:t>
                </a:r>
                <a:r>
                  <a:rPr lang="en-US" altLang="zh-CN" sz="1200" dirty="0" err="1">
                    <a:solidFill>
                      <a:srgbClr val="000000"/>
                    </a:solidFill>
                    <a:latin typeface="Arial" panose="020B0604020202020204" pitchFamily="34" charset="0"/>
                    <a:ea typeface="微软雅黑" panose="020B0503020204020204" pitchFamily="34" charset="-122"/>
                    <a:cs typeface="Arial" panose="020B0604020202020204" pitchFamily="34" charset="0"/>
                  </a:rPr>
                  <a:t>Softmax</a:t>
                </a:r>
                <a:r>
                  <a:rPr lang="zh-CN" altLang="en-US" sz="1200" dirty="0">
                    <a:solidFill>
                      <a:srgbClr val="000000"/>
                    </a:solidFill>
                    <a:latin typeface="Arial" panose="020B0604020202020204" pitchFamily="34" charset="0"/>
                    <a:ea typeface="微软雅黑" panose="020B0503020204020204" pitchFamily="34" charset="-122"/>
                    <a:cs typeface="Arial" panose="020B0604020202020204" pitchFamily="34" charset="0"/>
                  </a:rPr>
                  <a:t>的实现，</a:t>
                </a:r>
                <a:r>
                  <a:rPr lang="en-US" altLang="zh-CN" sz="1200" dirty="0">
                    <a:solidFill>
                      <a:srgbClr val="000000"/>
                    </a:solidFill>
                    <a:latin typeface="Arial" panose="020B0604020202020204" pitchFamily="34" charset="0"/>
                    <a:ea typeface="微软雅黑" panose="020B0503020204020204" pitchFamily="34" charset="-122"/>
                    <a:cs typeface="Arial" panose="020B0604020202020204" pitchFamily="34" charset="0"/>
                  </a:rPr>
                  <a:t>Safe </a:t>
                </a:r>
                <a:r>
                  <a:rPr lang="en-US" altLang="zh-CN" sz="1200" dirty="0" err="1">
                    <a:solidFill>
                      <a:srgbClr val="000000"/>
                    </a:solidFill>
                    <a:latin typeface="Arial" panose="020B0604020202020204" pitchFamily="34" charset="0"/>
                    <a:ea typeface="微软雅黑" panose="020B0503020204020204" pitchFamily="34" charset="-122"/>
                    <a:cs typeface="Arial" panose="020B0604020202020204" pitchFamily="34" charset="0"/>
                  </a:rPr>
                  <a:t>Softmax</a:t>
                </a:r>
                <a:r>
                  <a:rPr lang="zh-CN" altLang="en-US" sz="1200" dirty="0">
                    <a:solidFill>
                      <a:srgbClr val="000000"/>
                    </a:solidFill>
                    <a:latin typeface="Arial" panose="020B0604020202020204" pitchFamily="34" charset="0"/>
                    <a:ea typeface="微软雅黑" panose="020B0503020204020204" pitchFamily="34" charset="-122"/>
                    <a:cs typeface="Arial" panose="020B0604020202020204" pitchFamily="34" charset="0"/>
                  </a:rPr>
                  <a:t>是一个</a:t>
                </a:r>
                <a:r>
                  <a:rPr lang="en-US" altLang="zh-CN" sz="1200" dirty="0">
                    <a:solidFill>
                      <a:srgbClr val="000000"/>
                    </a:solidFill>
                    <a:latin typeface="Arial" panose="020B0604020202020204" pitchFamily="34" charset="0"/>
                    <a:ea typeface="微软雅黑" panose="020B0503020204020204" pitchFamily="34" charset="-122"/>
                    <a:cs typeface="Arial" panose="020B0604020202020204" pitchFamily="34" charset="0"/>
                  </a:rPr>
                  <a:t>3-pass</a:t>
                </a:r>
                <a:r>
                  <a:rPr lang="zh-CN" altLang="en-US" sz="1200" dirty="0">
                    <a:solidFill>
                      <a:srgbClr val="000000"/>
                    </a:solidFill>
                    <a:latin typeface="Arial" panose="020B0604020202020204" pitchFamily="34" charset="0"/>
                    <a:ea typeface="微软雅黑" panose="020B0503020204020204" pitchFamily="34" charset="-122"/>
                    <a:cs typeface="Arial" panose="020B0604020202020204" pitchFamily="34" charset="0"/>
                  </a:rPr>
                  <a:t>算法，即需要遍历三次输入。在自注意力算子中，</a:t>
                </a:r>
                <a:r>
                  <a:rPr lang="en-US" altLang="zh-CN" sz="1200" dirty="0" err="1">
                    <a:solidFill>
                      <a:srgbClr val="000000"/>
                    </a:solidFill>
                    <a:latin typeface="Arial" panose="020B0604020202020204" pitchFamily="34" charset="0"/>
                    <a:ea typeface="微软雅黑" panose="020B0503020204020204" pitchFamily="34" charset="-122"/>
                    <a:cs typeface="Arial" panose="020B0604020202020204" pitchFamily="34" charset="0"/>
                  </a:rPr>
                  <a:t>Softmax</a:t>
                </a:r>
                <a:r>
                  <a:rPr lang="zh-CN" altLang="en-US" sz="1200" dirty="0">
                    <a:solidFill>
                      <a:srgbClr val="000000"/>
                    </a:solidFill>
                    <a:latin typeface="Arial" panose="020B0604020202020204" pitchFamily="34" charset="0"/>
                    <a:ea typeface="微软雅黑" panose="020B0503020204020204" pitchFamily="34" charset="-122"/>
                    <a:cs typeface="Arial" panose="020B0604020202020204" pitchFamily="34" charset="0"/>
                  </a:rPr>
                  <a:t>的输入是注意力矩阵</a:t>
                </a:r>
                <a:r>
                  <a:rPr lang="en-US" altLang="zh-CN" sz="1200" i="1" dirty="0">
                    <a:solidFill>
                      <a:srgbClr val="000000"/>
                    </a:solidFill>
                    <a:latin typeface="Arial" panose="020B0604020202020204" pitchFamily="34" charset="0"/>
                    <a:ea typeface="微软雅黑" panose="020B0503020204020204" pitchFamily="34" charset="-122"/>
                    <a:cs typeface="Arial" panose="020B0604020202020204" pitchFamily="34" charset="0"/>
                  </a:rPr>
                  <a:t>S</a:t>
                </a:r>
                <a:r>
                  <a:rPr lang="zh-CN" altLang="en-US" sz="1200" dirty="0">
                    <a:solidFill>
                      <a:srgbClr val="000000"/>
                    </a:solidFill>
                    <a:latin typeface="Arial" panose="020B0604020202020204" pitchFamily="34" charset="0"/>
                    <a:ea typeface="微软雅黑" panose="020B0503020204020204" pitchFamily="34" charset="-122"/>
                    <a:cs typeface="Arial" panose="020B0604020202020204" pitchFamily="34" charset="0"/>
                  </a:rPr>
                  <a:t>，其计算公式为</a:t>
                </a:r>
                <a14:m>
                  <m:oMath xmlns:m="http://schemas.openxmlformats.org/officeDocument/2006/math">
                    <m:r>
                      <a:rPr lang="en-US" altLang="zh-CN" sz="1200" b="1" i="1" smtClean="0">
                        <a:solidFill>
                          <a:srgbClr val="000000"/>
                        </a:solidFill>
                        <a:latin typeface="Cambria Math" panose="02040503050406030204" pitchFamily="18" charset="0"/>
                      </a:rPr>
                      <m:t>𝑺</m:t>
                    </m:r>
                    <m:r>
                      <a:rPr lang="en-US" altLang="zh-CN" sz="1200" i="1" smtClean="0">
                        <a:solidFill>
                          <a:srgbClr val="000000"/>
                        </a:solidFill>
                        <a:latin typeface="Cambria Math" panose="02040503050406030204" pitchFamily="18" charset="0"/>
                      </a:rPr>
                      <m:t>=</m:t>
                    </m:r>
                    <m:r>
                      <a:rPr lang="en-US" altLang="zh-CN" sz="1200" b="1" i="1" smtClean="0">
                        <a:solidFill>
                          <a:srgbClr val="000000"/>
                        </a:solidFill>
                        <a:latin typeface="Cambria Math" panose="02040503050406030204" pitchFamily="18" charset="0"/>
                      </a:rPr>
                      <m:t>𝑸</m:t>
                    </m:r>
                    <m:sSup>
                      <m:sSupPr>
                        <m:ctrlPr>
                          <a:rPr lang="en-US" altLang="zh-CN" sz="1200" i="1" smtClean="0">
                            <a:solidFill>
                              <a:srgbClr val="000000"/>
                            </a:solidFill>
                            <a:latin typeface="Cambria Math" panose="02040503050406030204" pitchFamily="18" charset="0"/>
                          </a:rPr>
                        </m:ctrlPr>
                      </m:sSupPr>
                      <m:e>
                        <m:r>
                          <a:rPr lang="en-US" altLang="zh-CN" sz="1200" b="1" i="1" smtClean="0">
                            <a:solidFill>
                              <a:srgbClr val="000000"/>
                            </a:solidFill>
                            <a:latin typeface="Cambria Math" panose="02040503050406030204" pitchFamily="18" charset="0"/>
                          </a:rPr>
                          <m:t>𝑲</m:t>
                        </m:r>
                      </m:e>
                      <m:sup>
                        <m:r>
                          <m:rPr>
                            <m:sty m:val="p"/>
                          </m:rPr>
                          <a:rPr lang="en-US" altLang="zh-CN" sz="1200" smtClean="0">
                            <a:solidFill>
                              <a:srgbClr val="000000"/>
                            </a:solidFill>
                            <a:latin typeface="Cambria Math" panose="02040503050406030204" pitchFamily="18" charset="0"/>
                          </a:rPr>
                          <m:t>T</m:t>
                        </m:r>
                      </m:sup>
                    </m:sSup>
                  </m:oMath>
                </a14:m>
                <a:r>
                  <a:rPr lang="zh-CN" altLang="en-US" sz="1200" dirty="0">
                    <a:solidFill>
                      <a:srgbClr val="000000"/>
                    </a:solidFill>
                    <a:latin typeface="Arial" panose="020B0604020202020204" pitchFamily="34" charset="0"/>
                    <a:ea typeface="微软雅黑" panose="020B0503020204020204" pitchFamily="34" charset="-122"/>
                    <a:cs typeface="Arial" panose="020B0604020202020204" pitchFamily="34" charset="0"/>
                  </a:rPr>
                  <a:t>。而在</a:t>
                </a:r>
                <a:r>
                  <a:rPr lang="en-US" altLang="zh-CN" sz="1200" dirty="0">
                    <a:solidFill>
                      <a:srgbClr val="000000"/>
                    </a:solidFill>
                    <a:latin typeface="Arial" panose="020B0604020202020204" pitchFamily="34" charset="0"/>
                    <a:ea typeface="微软雅黑" panose="020B0503020204020204" pitchFamily="34" charset="-122"/>
                    <a:cs typeface="Arial" panose="020B0604020202020204" pitchFamily="34" charset="0"/>
                  </a:rPr>
                  <a:t>3-pass</a:t>
                </a:r>
                <a:r>
                  <a:rPr lang="zh-CN" altLang="en-US" sz="1200" dirty="0">
                    <a:solidFill>
                      <a:srgbClr val="000000"/>
                    </a:solidFill>
                    <a:latin typeface="Arial" panose="020B0604020202020204" pitchFamily="34" charset="0"/>
                    <a:ea typeface="微软雅黑" panose="020B0503020204020204" pitchFamily="34" charset="-122"/>
                    <a:cs typeface="Arial" panose="020B0604020202020204" pitchFamily="34" charset="0"/>
                  </a:rPr>
                  <a:t>过程中都会使用到输入，这就要求程序要么存储注意力矩阵</a:t>
                </a:r>
                <a:r>
                  <a:rPr lang="en-US" altLang="zh-CN" sz="1200" i="1" dirty="0">
                    <a:solidFill>
                      <a:srgbClr val="000000"/>
                    </a:solidFill>
                    <a:latin typeface="Arial" panose="020B0604020202020204" pitchFamily="34" charset="0"/>
                    <a:ea typeface="微软雅黑" panose="020B0503020204020204" pitchFamily="34" charset="-122"/>
                    <a:cs typeface="Arial" panose="020B0604020202020204" pitchFamily="34" charset="0"/>
                  </a:rPr>
                  <a:t>S</a:t>
                </a:r>
                <a:r>
                  <a:rPr lang="zh-CN" altLang="en-US" sz="1200" dirty="0">
                    <a:solidFill>
                      <a:srgbClr val="000000"/>
                    </a:solidFill>
                    <a:latin typeface="Arial" panose="020B0604020202020204" pitchFamily="34" charset="0"/>
                    <a:ea typeface="微软雅黑" panose="020B0503020204020204" pitchFamily="34" charset="-122"/>
                    <a:cs typeface="Arial" panose="020B0604020202020204" pitchFamily="34" charset="0"/>
                  </a:rPr>
                  <a:t>，要么在每个</a:t>
                </a:r>
                <a:r>
                  <a:rPr lang="en-US" altLang="zh-CN" sz="1200" dirty="0">
                    <a:solidFill>
                      <a:srgbClr val="000000"/>
                    </a:solidFill>
                    <a:latin typeface="Arial" panose="020B0604020202020204" pitchFamily="34" charset="0"/>
                    <a:ea typeface="微软雅黑" panose="020B0503020204020204" pitchFamily="34" charset="-122"/>
                    <a:cs typeface="Arial" panose="020B0604020202020204" pitchFamily="34" charset="0"/>
                  </a:rPr>
                  <a:t>pass</a:t>
                </a:r>
                <a:r>
                  <a:rPr lang="zh-CN" altLang="en-US" sz="1200" dirty="0">
                    <a:solidFill>
                      <a:srgbClr val="000000"/>
                    </a:solidFill>
                    <a:latin typeface="Arial" panose="020B0604020202020204" pitchFamily="34" charset="0"/>
                    <a:ea typeface="微软雅黑" panose="020B0503020204020204" pitchFamily="34" charset="-122"/>
                    <a:cs typeface="Arial" panose="020B0604020202020204" pitchFamily="34" charset="0"/>
                  </a:rPr>
                  <a:t>计算开始前重新加载</a:t>
                </a:r>
                <a:r>
                  <a:rPr lang="en-US" altLang="zh-CN" sz="1200" i="1" dirty="0">
                    <a:solidFill>
                      <a:srgbClr val="000000"/>
                    </a:solidFill>
                    <a:latin typeface="Arial" panose="020B0604020202020204" pitchFamily="34" charset="0"/>
                    <a:ea typeface="微软雅黑" panose="020B0503020204020204" pitchFamily="34" charset="-122"/>
                    <a:cs typeface="Arial" panose="020B0604020202020204" pitchFamily="34" charset="0"/>
                  </a:rPr>
                  <a:t>Q</a:t>
                </a:r>
                <a:r>
                  <a:rPr lang="zh-CN" altLang="en-US" sz="1200" i="1" dirty="0">
                    <a:solidFill>
                      <a:srgbClr val="000000"/>
                    </a:solidFill>
                    <a:latin typeface="Arial" panose="020B0604020202020204" pitchFamily="34" charset="0"/>
                    <a:ea typeface="微软雅黑" panose="020B0503020204020204" pitchFamily="34" charset="-122"/>
                    <a:cs typeface="Arial" panose="020B0604020202020204" pitchFamily="34" charset="0"/>
                  </a:rPr>
                  <a:t>、</a:t>
                </a:r>
                <a:r>
                  <a:rPr lang="en-US" altLang="zh-CN" sz="1200" i="1" dirty="0">
                    <a:solidFill>
                      <a:srgbClr val="000000"/>
                    </a:solidFill>
                    <a:latin typeface="Arial" panose="020B0604020202020204" pitchFamily="34" charset="0"/>
                    <a:ea typeface="微软雅黑" panose="020B0503020204020204" pitchFamily="34" charset="-122"/>
                    <a:cs typeface="Arial" panose="020B0604020202020204" pitchFamily="34" charset="0"/>
                  </a:rPr>
                  <a:t>K</a:t>
                </a:r>
                <a:r>
                  <a:rPr lang="zh-CN" altLang="en-US" sz="1200" dirty="0">
                    <a:solidFill>
                      <a:srgbClr val="000000"/>
                    </a:solidFill>
                    <a:latin typeface="Arial" panose="020B0604020202020204" pitchFamily="34" charset="0"/>
                    <a:ea typeface="微软雅黑" panose="020B0503020204020204" pitchFamily="34" charset="-122"/>
                    <a:cs typeface="Arial" panose="020B0604020202020204" pitchFamily="34" charset="0"/>
                  </a:rPr>
                  <a:t>计算注意力矩阵。</a:t>
                </a:r>
                <a:endParaRPr lang="en-US" altLang="zh-CN" sz="1200" dirty="0">
                  <a:solidFill>
                    <a:srgbClr val="000000"/>
                  </a:solidFill>
                  <a:latin typeface="Arial" panose="020B0604020202020204" pitchFamily="34" charset="0"/>
                  <a:ea typeface="微软雅黑" panose="020B0503020204020204" pitchFamily="34" charset="-122"/>
                  <a:cs typeface="Arial" panose="020B0604020202020204" pitchFamily="34" charset="0"/>
                </a:endParaRPr>
              </a:p>
              <a:p>
                <a:pPr marL="126000" lvl="2" indent="-126000">
                  <a:lnSpc>
                    <a:spcPct val="150000"/>
                  </a:lnSpc>
                  <a:spcBef>
                    <a:spcPts val="0"/>
                  </a:spcBef>
                  <a:defRPr>
                    <a:solidFill>
                      <a:srgbClr val="000000"/>
                    </a:solidFill>
                  </a:defRPr>
                </a:pPr>
                <a:r>
                  <a:rPr lang="zh-CN" altLang="en-US" sz="1200" dirty="0">
                    <a:solidFill>
                      <a:srgbClr val="000000"/>
                    </a:solidFill>
                    <a:latin typeface="Arial" panose="020B0604020202020204" pitchFamily="34" charset="0"/>
                    <a:ea typeface="微软雅黑" panose="020B0503020204020204" pitchFamily="34" charset="-122"/>
                    <a:cs typeface="Arial" panose="020B0604020202020204" pitchFamily="34" charset="0"/>
                  </a:rPr>
                  <a:t>在工程上通常是存储注意力矩阵</a:t>
                </a:r>
                <a:r>
                  <a:rPr lang="en-US" altLang="zh-CN" sz="1200" i="1" dirty="0">
                    <a:solidFill>
                      <a:srgbClr val="000000"/>
                    </a:solidFill>
                    <a:latin typeface="Arial" panose="020B0604020202020204" pitchFamily="34" charset="0"/>
                    <a:ea typeface="微软雅黑" panose="020B0503020204020204" pitchFamily="34" charset="-122"/>
                    <a:cs typeface="Arial" panose="020B0604020202020204" pitchFamily="34" charset="0"/>
                  </a:rPr>
                  <a:t>S</a:t>
                </a:r>
                <a:r>
                  <a:rPr lang="zh-CN" altLang="en-US" sz="1200" dirty="0">
                    <a:solidFill>
                      <a:srgbClr val="000000"/>
                    </a:solidFill>
                    <a:latin typeface="Arial" panose="020B0604020202020204" pitchFamily="34" charset="0"/>
                    <a:ea typeface="微软雅黑" panose="020B0503020204020204" pitchFamily="34" charset="-122"/>
                    <a:cs typeface="Arial" panose="020B0604020202020204" pitchFamily="34" charset="0"/>
                  </a:rPr>
                  <a:t>。根据计算公式，</a:t>
                </a:r>
                <a:r>
                  <a:rPr lang="en-US" altLang="zh-CN" sz="1200" i="1" dirty="0">
                    <a:solidFill>
                      <a:srgbClr val="000000"/>
                    </a:solidFill>
                    <a:latin typeface="Arial" panose="020B0604020202020204" pitchFamily="34" charset="0"/>
                    <a:ea typeface="微软雅黑" panose="020B0503020204020204" pitchFamily="34" charset="-122"/>
                    <a:cs typeface="Arial" panose="020B0604020202020204" pitchFamily="34" charset="0"/>
                  </a:rPr>
                  <a:t>S</a:t>
                </a:r>
                <a:r>
                  <a:rPr lang="zh-CN" altLang="en-US" sz="1200" dirty="0">
                    <a:solidFill>
                      <a:srgbClr val="000000"/>
                    </a:solidFill>
                    <a:latin typeface="Arial" panose="020B0604020202020204" pitchFamily="34" charset="0"/>
                    <a:ea typeface="微软雅黑" panose="020B0503020204020204" pitchFamily="34" charset="-122"/>
                    <a:cs typeface="Arial" panose="020B0604020202020204" pitchFamily="34" charset="0"/>
                  </a:rPr>
                  <a:t>的大小为</a:t>
                </a:r>
                <a14:m>
                  <m:oMath xmlns:m="http://schemas.openxmlformats.org/officeDocument/2006/math">
                    <m:sSup>
                      <m:sSupPr>
                        <m:ctrlPr>
                          <a:rPr lang="en-US" altLang="zh-CN" sz="1200" i="1" smtClean="0">
                            <a:solidFill>
                              <a:srgbClr val="000000"/>
                            </a:solidFill>
                            <a:latin typeface="Cambria Math" panose="02040503050406030204" pitchFamily="18" charset="0"/>
                          </a:rPr>
                        </m:ctrlPr>
                      </m:sSupPr>
                      <m:e>
                        <m:r>
                          <a:rPr lang="en-US" altLang="zh-CN" sz="1200" i="1" smtClean="0">
                            <a:solidFill>
                              <a:srgbClr val="000000"/>
                            </a:solidFill>
                            <a:latin typeface="Cambria Math" panose="02040503050406030204" pitchFamily="18" charset="0"/>
                          </a:rPr>
                          <m:t>𝑁</m:t>
                        </m:r>
                      </m:e>
                      <m:sup>
                        <m:r>
                          <a:rPr lang="en-US" altLang="zh-CN" sz="1200" i="1" smtClean="0">
                            <a:solidFill>
                              <a:srgbClr val="000000"/>
                            </a:solidFill>
                            <a:latin typeface="Cambria Math" panose="02040503050406030204" pitchFamily="18" charset="0"/>
                          </a:rPr>
                          <m:t>2</m:t>
                        </m:r>
                      </m:sup>
                    </m:sSup>
                  </m:oMath>
                </a14:m>
                <a:r>
                  <a:rPr lang="zh-CN" altLang="en-US" sz="1200" dirty="0">
                    <a:solidFill>
                      <a:srgbClr val="000000"/>
                    </a:solidFill>
                    <a:latin typeface="Arial" panose="020B0604020202020204" pitchFamily="34" charset="0"/>
                    <a:ea typeface="微软雅黑" panose="020B0503020204020204" pitchFamily="34" charset="-122"/>
                    <a:cs typeface="Arial" panose="020B0604020202020204" pitchFamily="34" charset="0"/>
                  </a:rPr>
                  <a:t>，所以自注意算子的空间复杂度为</a:t>
                </a:r>
                <a14:m>
                  <m:oMath xmlns:m="http://schemas.openxmlformats.org/officeDocument/2006/math">
                    <m:r>
                      <a:rPr lang="en-US" altLang="zh-CN" sz="1200" b="1" i="1" smtClean="0">
                        <a:solidFill>
                          <a:srgbClr val="000000"/>
                        </a:solidFill>
                        <a:latin typeface="Cambria Math" panose="02040503050406030204" pitchFamily="18" charset="0"/>
                      </a:rPr>
                      <m:t>𝑶</m:t>
                    </m:r>
                    <m:r>
                      <a:rPr lang="en-US" altLang="zh-CN" sz="1200" i="1" smtClean="0">
                        <a:solidFill>
                          <a:srgbClr val="000000"/>
                        </a:solidFill>
                        <a:latin typeface="Cambria Math" panose="02040503050406030204" pitchFamily="18" charset="0"/>
                      </a:rPr>
                      <m:t>(</m:t>
                    </m:r>
                    <m:sSup>
                      <m:sSupPr>
                        <m:ctrlPr>
                          <a:rPr lang="en-US" altLang="zh-CN" sz="1200" i="1" smtClean="0">
                            <a:solidFill>
                              <a:srgbClr val="000000"/>
                            </a:solidFill>
                            <a:latin typeface="Cambria Math" panose="02040503050406030204" pitchFamily="18" charset="0"/>
                          </a:rPr>
                        </m:ctrlPr>
                      </m:sSupPr>
                      <m:e>
                        <m:r>
                          <a:rPr lang="en-US" altLang="zh-CN" sz="1200" i="1" smtClean="0">
                            <a:solidFill>
                              <a:srgbClr val="000000"/>
                            </a:solidFill>
                            <a:latin typeface="Cambria Math" panose="02040503050406030204" pitchFamily="18" charset="0"/>
                          </a:rPr>
                          <m:t>𝑁</m:t>
                        </m:r>
                      </m:e>
                      <m:sup>
                        <m:r>
                          <a:rPr lang="en-US" altLang="zh-CN" sz="1200" i="1" smtClean="0">
                            <a:solidFill>
                              <a:srgbClr val="000000"/>
                            </a:solidFill>
                            <a:latin typeface="Cambria Math" panose="02040503050406030204" pitchFamily="18" charset="0"/>
                          </a:rPr>
                          <m:t>2</m:t>
                        </m:r>
                      </m:sup>
                    </m:sSup>
                    <m:r>
                      <a:rPr lang="en-US" altLang="zh-CN" sz="1200" i="1" smtClean="0">
                        <a:solidFill>
                          <a:srgbClr val="000000"/>
                        </a:solidFill>
                        <a:latin typeface="Cambria Math" panose="02040503050406030204" pitchFamily="18" charset="0"/>
                      </a:rPr>
                      <m:t>)</m:t>
                    </m:r>
                  </m:oMath>
                </a14:m>
                <a:r>
                  <a:rPr lang="zh-CN" altLang="en-US" sz="1200" dirty="0">
                    <a:solidFill>
                      <a:srgbClr val="000000"/>
                    </a:solidFill>
                    <a:latin typeface="Arial" panose="020B0604020202020204" pitchFamily="34" charset="0"/>
                    <a:ea typeface="微软雅黑" panose="020B0503020204020204" pitchFamily="34" charset="-122"/>
                    <a:cs typeface="Arial" panose="020B0604020202020204" pitchFamily="34" charset="0"/>
                  </a:rPr>
                  <a:t>。</a:t>
                </a:r>
                <a:endParaRPr lang="en-US" altLang="zh-CN" sz="1200" dirty="0">
                  <a:solidFill>
                    <a:srgbClr val="000000"/>
                  </a:solidFill>
                  <a:latin typeface="Arial" panose="020B0604020202020204" pitchFamily="34" charset="0"/>
                  <a:ea typeface="微软雅黑" panose="020B0503020204020204" pitchFamily="34" charset="-122"/>
                  <a:cs typeface="Arial" panose="020B0604020202020204" pitchFamily="34" charset="0"/>
                </a:endParaRPr>
              </a:p>
              <a:p>
                <a:pPr marL="126000" lvl="2" indent="-126000">
                  <a:lnSpc>
                    <a:spcPct val="150000"/>
                  </a:lnSpc>
                  <a:spcBef>
                    <a:spcPts val="0"/>
                  </a:spcBef>
                  <a:defRPr>
                    <a:solidFill>
                      <a:srgbClr val="000000"/>
                    </a:solidFill>
                  </a:defRPr>
                </a:pPr>
                <a:r>
                  <a:rPr lang="zh-CN" altLang="en-US" sz="1200" dirty="0">
                    <a:solidFill>
                      <a:srgbClr val="000000"/>
                    </a:solidFill>
                    <a:latin typeface="Arial" panose="020B0604020202020204" pitchFamily="34" charset="0"/>
                    <a:ea typeface="微软雅黑" panose="020B0503020204020204" pitchFamily="34" charset="-122"/>
                    <a:cs typeface="Arial" panose="020B0604020202020204" pitchFamily="34" charset="0"/>
                  </a:rPr>
                  <a:t>无论是存储注意力矩阵</a:t>
                </a:r>
                <a:r>
                  <a:rPr lang="en-US" altLang="zh-CN" sz="1200" i="1" dirty="0">
                    <a:solidFill>
                      <a:srgbClr val="000000"/>
                    </a:solidFill>
                    <a:latin typeface="Arial" panose="020B0604020202020204" pitchFamily="34" charset="0"/>
                    <a:ea typeface="微软雅黑" panose="020B0503020204020204" pitchFamily="34" charset="-122"/>
                    <a:cs typeface="Arial" panose="020B0604020202020204" pitchFamily="34" charset="0"/>
                  </a:rPr>
                  <a:t>S</a:t>
                </a:r>
                <a:r>
                  <a:rPr lang="zh-CN" altLang="en-US" sz="1200" dirty="0">
                    <a:solidFill>
                      <a:srgbClr val="000000"/>
                    </a:solidFill>
                    <a:latin typeface="Arial" panose="020B0604020202020204" pitchFamily="34" charset="0"/>
                    <a:ea typeface="微软雅黑" panose="020B0503020204020204" pitchFamily="34" charset="-122"/>
                    <a:cs typeface="Arial" panose="020B0604020202020204" pitchFamily="34" charset="0"/>
                  </a:rPr>
                  <a:t>还是在每个</a:t>
                </a:r>
                <a:r>
                  <a:rPr lang="en-US" altLang="zh-CN" sz="1200" dirty="0">
                    <a:solidFill>
                      <a:srgbClr val="000000"/>
                    </a:solidFill>
                    <a:latin typeface="Arial" panose="020B0604020202020204" pitchFamily="34" charset="0"/>
                    <a:ea typeface="微软雅黑" panose="020B0503020204020204" pitchFamily="34" charset="-122"/>
                    <a:cs typeface="Arial" panose="020B0604020202020204" pitchFamily="34" charset="0"/>
                  </a:rPr>
                  <a:t>pass</a:t>
                </a:r>
                <a:r>
                  <a:rPr lang="zh-CN" altLang="en-US" sz="1200" dirty="0">
                    <a:solidFill>
                      <a:srgbClr val="000000"/>
                    </a:solidFill>
                    <a:latin typeface="Arial" panose="020B0604020202020204" pitchFamily="34" charset="0"/>
                    <a:ea typeface="微软雅黑" panose="020B0503020204020204" pitchFamily="34" charset="-122"/>
                    <a:cs typeface="Arial" panose="020B0604020202020204" pitchFamily="34" charset="0"/>
                  </a:rPr>
                  <a:t>计算前重新加载</a:t>
                </a:r>
                <a:r>
                  <a:rPr lang="en-US" altLang="zh-CN" sz="1200" i="1" dirty="0">
                    <a:solidFill>
                      <a:srgbClr val="000000"/>
                    </a:solidFill>
                    <a:latin typeface="Arial" panose="020B0604020202020204" pitchFamily="34" charset="0"/>
                    <a:ea typeface="微软雅黑" panose="020B0503020204020204" pitchFamily="34" charset="-122"/>
                    <a:cs typeface="Arial" panose="020B0604020202020204" pitchFamily="34" charset="0"/>
                  </a:rPr>
                  <a:t>Q</a:t>
                </a:r>
                <a:r>
                  <a:rPr lang="zh-CN" altLang="en-US" sz="1200" i="1" dirty="0">
                    <a:solidFill>
                      <a:srgbClr val="000000"/>
                    </a:solidFill>
                    <a:latin typeface="Arial" panose="020B0604020202020204" pitchFamily="34" charset="0"/>
                    <a:ea typeface="微软雅黑" panose="020B0503020204020204" pitchFamily="34" charset="-122"/>
                    <a:cs typeface="Arial" panose="020B0604020202020204" pitchFamily="34" charset="0"/>
                  </a:rPr>
                  <a:t>、</a:t>
                </a:r>
                <a:r>
                  <a:rPr lang="en-US" altLang="zh-CN" sz="1200" i="1" dirty="0">
                    <a:solidFill>
                      <a:srgbClr val="000000"/>
                    </a:solidFill>
                    <a:latin typeface="Arial" panose="020B0604020202020204" pitchFamily="34" charset="0"/>
                    <a:ea typeface="微软雅黑" panose="020B0503020204020204" pitchFamily="34" charset="-122"/>
                    <a:cs typeface="Arial" panose="020B0604020202020204" pitchFamily="34" charset="0"/>
                  </a:rPr>
                  <a:t>K</a:t>
                </a:r>
                <a:r>
                  <a:rPr lang="zh-CN" altLang="en-US" sz="1200" dirty="0">
                    <a:solidFill>
                      <a:srgbClr val="000000"/>
                    </a:solidFill>
                    <a:latin typeface="Arial" panose="020B0604020202020204" pitchFamily="34" charset="0"/>
                    <a:ea typeface="微软雅黑" panose="020B0503020204020204" pitchFamily="34" charset="-122"/>
                    <a:cs typeface="Arial" panose="020B0604020202020204" pitchFamily="34" charset="0"/>
                  </a:rPr>
                  <a:t>计算注意力矩阵，都需要多次进行</a:t>
                </a:r>
                <a:r>
                  <a:rPr lang="en-US" altLang="zh-CN" sz="1200" dirty="0">
                    <a:solidFill>
                      <a:srgbClr val="000000"/>
                    </a:solidFill>
                    <a:latin typeface="Arial" panose="020B0604020202020204" pitchFamily="34" charset="0"/>
                    <a:ea typeface="微软雅黑" panose="020B0503020204020204" pitchFamily="34" charset="-122"/>
                    <a:cs typeface="Arial" panose="020B0604020202020204" pitchFamily="34" charset="0"/>
                  </a:rPr>
                  <a:t>I/O</a:t>
                </a:r>
                <a:r>
                  <a:rPr lang="zh-CN" altLang="en-US" sz="1200" dirty="0">
                    <a:solidFill>
                      <a:srgbClr val="000000"/>
                    </a:solidFill>
                    <a:latin typeface="Arial" panose="020B0604020202020204" pitchFamily="34" charset="0"/>
                    <a:ea typeface="微软雅黑" panose="020B0503020204020204" pitchFamily="34" charset="-122"/>
                    <a:cs typeface="Arial" panose="020B0604020202020204" pitchFamily="34" charset="0"/>
                  </a:rPr>
                  <a:t>访问，</a:t>
                </a:r>
                <a:r>
                  <a:rPr lang="en-US" altLang="zh-CN" sz="1200" dirty="0">
                    <a:solidFill>
                      <a:srgbClr val="000000"/>
                    </a:solidFill>
                    <a:latin typeface="Arial" panose="020B0604020202020204" pitchFamily="34" charset="0"/>
                    <a:ea typeface="微软雅黑" panose="020B0503020204020204" pitchFamily="34" charset="-122"/>
                    <a:cs typeface="Arial" panose="020B0604020202020204" pitchFamily="34" charset="0"/>
                  </a:rPr>
                  <a:t>I/O</a:t>
                </a:r>
                <a:r>
                  <a:rPr lang="zh-CN" altLang="en-US" sz="1200" dirty="0">
                    <a:solidFill>
                      <a:srgbClr val="000000"/>
                    </a:solidFill>
                    <a:latin typeface="Arial" panose="020B0604020202020204" pitchFamily="34" charset="0"/>
                    <a:ea typeface="微软雅黑" panose="020B0503020204020204" pitchFamily="34" charset="-122"/>
                    <a:cs typeface="Arial" panose="020B0604020202020204" pitchFamily="34" charset="0"/>
                  </a:rPr>
                  <a:t>访问开销大。</a:t>
                </a:r>
                <a:endParaRPr lang="en-US" altLang="zh-CN" sz="1200" dirty="0">
                  <a:solidFill>
                    <a:srgbClr val="000000"/>
                  </a:solidFill>
                  <a:latin typeface="Arial" panose="020B0604020202020204" pitchFamily="34" charset="0"/>
                  <a:ea typeface="微软雅黑" panose="020B0503020204020204" pitchFamily="34" charset="-122"/>
                  <a:cs typeface="Arial" panose="020B0604020202020204" pitchFamily="34" charset="0"/>
                </a:endParaRPr>
              </a:p>
            </p:txBody>
          </p:sp>
        </mc:Choice>
        <mc:Fallback>
          <p:sp>
            <p:nvSpPr>
              <p:cNvPr id="3" name="文本占位符 2">
                <a:extLst>
                  <a:ext uri="{FF2B5EF4-FFF2-40B4-BE49-F238E27FC236}">
                    <a16:creationId xmlns:a16="http://schemas.microsoft.com/office/drawing/2014/main" id="{C6D271A3-8461-E4A7-2E49-60A4AD3C26C1}"/>
                  </a:ext>
                </a:extLst>
              </p:cNvPr>
              <p:cNvSpPr txBox="1">
                <a:spLocks noRot="1" noChangeAspect="1" noMove="1" noResize="1" noEditPoints="1" noAdjustHandles="1" noChangeArrowheads="1" noChangeShapeType="1" noTextEdit="1"/>
              </p:cNvSpPr>
              <p:nvPr/>
            </p:nvSpPr>
            <p:spPr>
              <a:xfrm>
                <a:off x="1783961" y="2655871"/>
                <a:ext cx="8628841" cy="2141868"/>
              </a:xfrm>
              <a:prstGeom prst="rect">
                <a:avLst/>
              </a:prstGeom>
              <a:blipFill>
                <a:blip r:embed="rId2"/>
                <a:stretch>
                  <a:fillRect l="-636" b="-1425"/>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313929869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D65673-3123-4D6C-0147-73439833107F}"/>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CE6BEFB4-1B28-EEAD-F720-BD1509C06EAD}"/>
              </a:ext>
            </a:extLst>
          </p:cNvPr>
          <p:cNvSpPr txBox="1">
            <a:spLocks/>
          </p:cNvSpPr>
          <p:nvPr/>
        </p:nvSpPr>
        <p:spPr>
          <a:xfrm>
            <a:off x="2477036" y="411900"/>
            <a:ext cx="7242688" cy="584775"/>
          </a:xfrm>
          <a:prstGeom prst="rect">
            <a:avLst/>
          </a:prstGeom>
        </p:spPr>
        <p:txBody>
          <a:bodyPr wrap="none">
            <a:spAutoFit/>
          </a:bodyPr>
          <a:lstStyle>
            <a:lvl1pPr algn="l" defTabSz="1187798" rtl="0" eaLnBrk="1" latinLnBrk="0" hangingPunct="1">
              <a:lnSpc>
                <a:spcPct val="90000"/>
              </a:lnSpc>
              <a:spcBef>
                <a:spcPct val="0"/>
              </a:spcBef>
              <a:buNone/>
              <a:defRPr sz="5716" kern="1200">
                <a:solidFill>
                  <a:schemeClr val="tx1"/>
                </a:solidFill>
                <a:latin typeface="+mj-lt"/>
                <a:ea typeface="+mj-ea"/>
                <a:cs typeface="+mj-cs"/>
              </a:defRPr>
            </a:lvl1pPr>
          </a:lstStyle>
          <a:p>
            <a:pPr algn="ctr">
              <a:lnSpc>
                <a:spcPct val="100000"/>
              </a:lnSpc>
            </a:pPr>
            <a:r>
              <a:rPr lang="zh-CN" altLang="en-US" sz="3200" b="1" dirty="0">
                <a:solidFill>
                  <a:srgbClr val="000000"/>
                </a:solidFill>
                <a:latin typeface="Arial" panose="020B0604020202020204" pitchFamily="34" charset="0"/>
                <a:ea typeface="微软雅黑" panose="020B0503020204020204" pitchFamily="34" charset="-122"/>
                <a:cs typeface="Arial" panose="020B0604020202020204" pitchFamily="34" charset="0"/>
              </a:rPr>
              <a:t>自注意力算子在</a:t>
            </a:r>
            <a:r>
              <a:rPr lang="en-US" altLang="zh-CN" sz="3200" b="1" dirty="0">
                <a:solidFill>
                  <a:srgbClr val="000000"/>
                </a:solidFill>
                <a:latin typeface="Arial" panose="020B0604020202020204" pitchFamily="34" charset="0"/>
                <a:ea typeface="微软雅黑" panose="020B0503020204020204" pitchFamily="34" charset="-122"/>
                <a:cs typeface="Arial" panose="020B0604020202020204" pitchFamily="34" charset="0"/>
              </a:rPr>
              <a:t>GPU</a:t>
            </a:r>
            <a:r>
              <a:rPr lang="zh-CN" altLang="en-US" sz="3200" b="1" dirty="0">
                <a:solidFill>
                  <a:srgbClr val="000000"/>
                </a:solidFill>
                <a:latin typeface="Arial" panose="020B0604020202020204" pitchFamily="34" charset="0"/>
                <a:ea typeface="微软雅黑" panose="020B0503020204020204" pitchFamily="34" charset="-122"/>
                <a:cs typeface="Arial" panose="020B0604020202020204" pitchFamily="34" charset="0"/>
              </a:rPr>
              <a:t>上的加速计算发展</a:t>
            </a:r>
          </a:p>
        </p:txBody>
      </p:sp>
      <p:sp>
        <p:nvSpPr>
          <p:cNvPr id="3" name="文本占位符 2">
            <a:extLst>
              <a:ext uri="{FF2B5EF4-FFF2-40B4-BE49-F238E27FC236}">
                <a16:creationId xmlns:a16="http://schemas.microsoft.com/office/drawing/2014/main" id="{86CF2BA5-409E-9F04-319B-5300ABEAD3CA}"/>
              </a:ext>
            </a:extLst>
          </p:cNvPr>
          <p:cNvSpPr txBox="1">
            <a:spLocks/>
          </p:cNvSpPr>
          <p:nvPr/>
        </p:nvSpPr>
        <p:spPr>
          <a:xfrm>
            <a:off x="1620655" y="2360566"/>
            <a:ext cx="8955452" cy="2136867"/>
          </a:xfrm>
          <a:prstGeom prst="rect">
            <a:avLst/>
          </a:prstGeom>
        </p:spPr>
        <p:txBody>
          <a:bodyPr wrap="square">
            <a:spAutoFit/>
          </a:bodyPr>
          <a:lstStyle>
            <a:lvl1pPr marL="296950" indent="-296950" algn="l" defTabSz="1187798" rtl="0" eaLnBrk="1" latinLnBrk="0" hangingPunct="1">
              <a:lnSpc>
                <a:spcPct val="90000"/>
              </a:lnSpc>
              <a:spcBef>
                <a:spcPts val="1299"/>
              </a:spcBef>
              <a:buFont typeface="Arial" panose="020B0604020202020204" pitchFamily="34" charset="0"/>
              <a:buChar char="•"/>
              <a:defRPr sz="3636" kern="1200">
                <a:solidFill>
                  <a:schemeClr val="tx1"/>
                </a:solidFill>
                <a:latin typeface="+mn-lt"/>
                <a:ea typeface="+mn-ea"/>
                <a:cs typeface="+mn-cs"/>
              </a:defRPr>
            </a:lvl1pPr>
            <a:lvl2pPr marL="890849" indent="-296950" algn="l" defTabSz="1187798" rtl="0" eaLnBrk="1" latinLnBrk="0" hangingPunct="1">
              <a:lnSpc>
                <a:spcPct val="90000"/>
              </a:lnSpc>
              <a:spcBef>
                <a:spcPts val="650"/>
              </a:spcBef>
              <a:buFont typeface="Arial" panose="020B0604020202020204" pitchFamily="34" charset="0"/>
              <a:buChar char="•"/>
              <a:defRPr sz="3118" kern="1200">
                <a:solidFill>
                  <a:schemeClr val="tx1"/>
                </a:solidFill>
                <a:latin typeface="+mn-lt"/>
                <a:ea typeface="+mn-ea"/>
                <a:cs typeface="+mn-cs"/>
              </a:defRPr>
            </a:lvl2pPr>
            <a:lvl3pPr marL="1484748" indent="-296950" algn="l" defTabSz="1187798" rtl="0" eaLnBrk="1" latinLnBrk="0" hangingPunct="1">
              <a:lnSpc>
                <a:spcPct val="90000"/>
              </a:lnSpc>
              <a:spcBef>
                <a:spcPts val="650"/>
              </a:spcBef>
              <a:buFont typeface="Arial" panose="020B0604020202020204" pitchFamily="34" charset="0"/>
              <a:buChar char="•"/>
              <a:defRPr sz="2598" kern="1200">
                <a:solidFill>
                  <a:schemeClr val="tx1"/>
                </a:solidFill>
                <a:latin typeface="+mn-lt"/>
                <a:ea typeface="+mn-ea"/>
                <a:cs typeface="+mn-cs"/>
              </a:defRPr>
            </a:lvl3pPr>
            <a:lvl4pPr marL="2078648" indent="-296950" algn="l" defTabSz="1187798" rtl="0" eaLnBrk="1" latinLnBrk="0" hangingPunct="1">
              <a:lnSpc>
                <a:spcPct val="90000"/>
              </a:lnSpc>
              <a:spcBef>
                <a:spcPts val="650"/>
              </a:spcBef>
              <a:buFont typeface="Arial" panose="020B0604020202020204" pitchFamily="34" charset="0"/>
              <a:buChar char="•"/>
              <a:defRPr sz="2338" kern="1200">
                <a:solidFill>
                  <a:schemeClr val="tx1"/>
                </a:solidFill>
                <a:latin typeface="+mn-lt"/>
                <a:ea typeface="+mn-ea"/>
                <a:cs typeface="+mn-cs"/>
              </a:defRPr>
            </a:lvl4pPr>
            <a:lvl5pPr marL="2672547" indent="-296950" algn="l" defTabSz="1187798" rtl="0" eaLnBrk="1" latinLnBrk="0" hangingPunct="1">
              <a:lnSpc>
                <a:spcPct val="90000"/>
              </a:lnSpc>
              <a:spcBef>
                <a:spcPts val="650"/>
              </a:spcBef>
              <a:buFont typeface="Arial" panose="020B0604020202020204" pitchFamily="34" charset="0"/>
              <a:buChar char="•"/>
              <a:defRPr sz="2338" kern="1200">
                <a:solidFill>
                  <a:schemeClr val="tx1"/>
                </a:solidFill>
                <a:latin typeface="+mn-lt"/>
                <a:ea typeface="+mn-ea"/>
                <a:cs typeface="+mn-cs"/>
              </a:defRPr>
            </a:lvl5pPr>
            <a:lvl6pPr marL="3266447" indent="-296950" algn="l" defTabSz="1187798" rtl="0" eaLnBrk="1" latinLnBrk="0" hangingPunct="1">
              <a:lnSpc>
                <a:spcPct val="90000"/>
              </a:lnSpc>
              <a:spcBef>
                <a:spcPts val="650"/>
              </a:spcBef>
              <a:buFont typeface="Arial" panose="020B0604020202020204" pitchFamily="34" charset="0"/>
              <a:buChar char="•"/>
              <a:defRPr sz="2338" kern="1200">
                <a:solidFill>
                  <a:schemeClr val="tx1"/>
                </a:solidFill>
                <a:latin typeface="+mn-lt"/>
                <a:ea typeface="+mn-ea"/>
                <a:cs typeface="+mn-cs"/>
              </a:defRPr>
            </a:lvl6pPr>
            <a:lvl7pPr marL="3860346" indent="-296950" algn="l" defTabSz="1187798" rtl="0" eaLnBrk="1" latinLnBrk="0" hangingPunct="1">
              <a:lnSpc>
                <a:spcPct val="90000"/>
              </a:lnSpc>
              <a:spcBef>
                <a:spcPts val="650"/>
              </a:spcBef>
              <a:buFont typeface="Arial" panose="020B0604020202020204" pitchFamily="34" charset="0"/>
              <a:buChar char="•"/>
              <a:defRPr sz="2338" kern="1200">
                <a:solidFill>
                  <a:schemeClr val="tx1"/>
                </a:solidFill>
                <a:latin typeface="+mn-lt"/>
                <a:ea typeface="+mn-ea"/>
                <a:cs typeface="+mn-cs"/>
              </a:defRPr>
            </a:lvl7pPr>
            <a:lvl8pPr marL="4454245" indent="-296950" algn="l" defTabSz="1187798" rtl="0" eaLnBrk="1" latinLnBrk="0" hangingPunct="1">
              <a:lnSpc>
                <a:spcPct val="90000"/>
              </a:lnSpc>
              <a:spcBef>
                <a:spcPts val="650"/>
              </a:spcBef>
              <a:buFont typeface="Arial" panose="020B0604020202020204" pitchFamily="34" charset="0"/>
              <a:buChar char="•"/>
              <a:defRPr sz="2338" kern="1200">
                <a:solidFill>
                  <a:schemeClr val="tx1"/>
                </a:solidFill>
                <a:latin typeface="+mn-lt"/>
                <a:ea typeface="+mn-ea"/>
                <a:cs typeface="+mn-cs"/>
              </a:defRPr>
            </a:lvl8pPr>
            <a:lvl9pPr marL="5048144" indent="-296950" algn="l" defTabSz="1187798" rtl="0" eaLnBrk="1" latinLnBrk="0" hangingPunct="1">
              <a:lnSpc>
                <a:spcPct val="90000"/>
              </a:lnSpc>
              <a:spcBef>
                <a:spcPts val="650"/>
              </a:spcBef>
              <a:buFont typeface="Arial" panose="020B0604020202020204" pitchFamily="34" charset="0"/>
              <a:buChar char="•"/>
              <a:defRPr sz="2338" kern="1200">
                <a:solidFill>
                  <a:schemeClr val="tx1"/>
                </a:solidFill>
                <a:latin typeface="+mn-lt"/>
                <a:ea typeface="+mn-ea"/>
                <a:cs typeface="+mn-cs"/>
              </a:defRPr>
            </a:lvl9pPr>
          </a:lstStyle>
          <a:p>
            <a:pPr marL="36000" indent="0">
              <a:lnSpc>
                <a:spcPct val="150000"/>
              </a:lnSpc>
              <a:spcBef>
                <a:spcPts val="0"/>
              </a:spcBef>
              <a:buNone/>
            </a:pPr>
            <a:r>
              <a:rPr lang="zh-CN" altLang="en-US" sz="1800" b="1" dirty="0">
                <a:solidFill>
                  <a:srgbClr val="C00000"/>
                </a:solidFill>
                <a:latin typeface="Arial" panose="020B0604020202020204" pitchFamily="34" charset="0"/>
                <a:ea typeface="微软雅黑" panose="020B0503020204020204" pitchFamily="34" charset="-122"/>
                <a:cs typeface="Arial" panose="020B0604020202020204" pitchFamily="34" charset="0"/>
              </a:rPr>
              <a:t>稀疏注意力算子</a:t>
            </a:r>
            <a:endParaRPr lang="en-US" altLang="zh-CN" sz="1800" b="1" dirty="0">
              <a:solidFill>
                <a:srgbClr val="C00000"/>
              </a:solidFill>
              <a:latin typeface="Arial" panose="020B0604020202020204" pitchFamily="34" charset="0"/>
              <a:ea typeface="微软雅黑" panose="020B0503020204020204" pitchFamily="34" charset="-122"/>
              <a:cs typeface="Arial" panose="020B0604020202020204" pitchFamily="34" charset="0"/>
            </a:endParaRPr>
          </a:p>
          <a:p>
            <a:pPr marL="126000" lvl="1" indent="-126000">
              <a:lnSpc>
                <a:spcPct val="150000"/>
              </a:lnSpc>
              <a:spcBef>
                <a:spcPts val="0"/>
              </a:spcBef>
            </a:pPr>
            <a:r>
              <a:rPr lang="zh-CN" altLang="en-US" sz="1200" dirty="0">
                <a:solidFill>
                  <a:srgbClr val="000000"/>
                </a:solidFill>
                <a:latin typeface="Arial" panose="020B0604020202020204" pitchFamily="34" charset="0"/>
                <a:ea typeface="微软雅黑" panose="020B0503020204020204" pitchFamily="34" charset="-122"/>
                <a:cs typeface="Arial" panose="020B0604020202020204" pitchFamily="34" charset="0"/>
              </a:rPr>
              <a:t>基于位置的稀疏注意力：这种方法是根据位置信息来确定哪些位置之间的注意力权重是稀疏的。在基于位置的稀疏注意力中，可能会使用一些规则来确定哪些位置之间的交互是重要的，而其他位置之间的交互可以忽略或减少。比如</a:t>
            </a:r>
            <a:r>
              <a:rPr lang="en-US" altLang="zh-CN" sz="1200" dirty="0">
                <a:solidFill>
                  <a:srgbClr val="000000"/>
                </a:solidFill>
                <a:latin typeface="Arial" panose="020B0604020202020204" pitchFamily="34" charset="0"/>
                <a:ea typeface="微软雅黑" panose="020B0503020204020204" pitchFamily="34" charset="-122"/>
                <a:cs typeface="Arial" panose="020B0604020202020204" pitchFamily="34" charset="0"/>
              </a:rPr>
              <a:t>Band Attention</a:t>
            </a:r>
            <a:r>
              <a:rPr lang="zh-CN" altLang="en-US" sz="1200" dirty="0">
                <a:solidFill>
                  <a:srgbClr val="000000"/>
                </a:solidFill>
                <a:latin typeface="Arial" panose="020B0604020202020204" pitchFamily="34" charset="0"/>
                <a:ea typeface="微软雅黑" panose="020B0503020204020204" pitchFamily="34" charset="-122"/>
                <a:cs typeface="Arial" panose="020B0604020202020204" pitchFamily="34" charset="0"/>
              </a:rPr>
              <a:t>，查询只关注自身上下文位置的键。</a:t>
            </a:r>
            <a:endParaRPr lang="en-US" altLang="zh-CN" sz="1200" dirty="0">
              <a:solidFill>
                <a:srgbClr val="000000"/>
              </a:solidFill>
              <a:latin typeface="Arial" panose="020B0604020202020204" pitchFamily="34" charset="0"/>
              <a:ea typeface="微软雅黑" panose="020B0503020204020204" pitchFamily="34" charset="-122"/>
              <a:cs typeface="Arial" panose="020B0604020202020204" pitchFamily="34" charset="0"/>
            </a:endParaRPr>
          </a:p>
          <a:p>
            <a:pPr marL="126000" lvl="1" indent="-126000">
              <a:lnSpc>
                <a:spcPct val="150000"/>
              </a:lnSpc>
              <a:spcBef>
                <a:spcPts val="0"/>
              </a:spcBef>
            </a:pPr>
            <a:r>
              <a:rPr lang="zh-CN" altLang="en-US" sz="1200" dirty="0">
                <a:solidFill>
                  <a:srgbClr val="000000"/>
                </a:solidFill>
                <a:latin typeface="Arial" panose="020B0604020202020204" pitchFamily="34" charset="0"/>
                <a:ea typeface="微软雅黑" panose="020B0503020204020204" pitchFamily="34" charset="-122"/>
                <a:cs typeface="Arial" panose="020B0604020202020204" pitchFamily="34" charset="0"/>
              </a:rPr>
              <a:t>基于内容的稀疏注意力：这种方法是根据输入内容的特征来确定哪些位置之间的注意力权重是稀疏的。在基于内容的稀疏注意力中，可能会根据输入数据的特征向量来动态地确定哪些位置之间的交互是重要的，从而实现稀疏连接。比如</a:t>
            </a:r>
            <a:r>
              <a:rPr lang="en-US" altLang="zh-CN" sz="1200" dirty="0">
                <a:solidFill>
                  <a:srgbClr val="000000"/>
                </a:solidFill>
                <a:latin typeface="Arial" panose="020B0604020202020204" pitchFamily="34" charset="0"/>
                <a:ea typeface="微软雅黑" panose="020B0503020204020204" pitchFamily="34" charset="-122"/>
                <a:cs typeface="Arial" panose="020B0604020202020204" pitchFamily="34" charset="0"/>
              </a:rPr>
              <a:t>Routing Transformer</a:t>
            </a:r>
            <a:r>
              <a:rPr lang="zh-CN" altLang="en-US" sz="1200" dirty="0">
                <a:solidFill>
                  <a:srgbClr val="000000"/>
                </a:solidFill>
                <a:latin typeface="Arial" panose="020B0604020202020204" pitchFamily="34" charset="0"/>
                <a:ea typeface="微软雅黑" panose="020B0503020204020204" pitchFamily="34" charset="-122"/>
                <a:cs typeface="Arial" panose="020B0604020202020204" pitchFamily="34" charset="0"/>
              </a:rPr>
              <a:t>中引入路由的机制，使用</a:t>
            </a:r>
            <a:r>
              <a:rPr lang="en-US" altLang="zh-CN" sz="1200" dirty="0">
                <a:solidFill>
                  <a:srgbClr val="000000"/>
                </a:solidFill>
                <a:latin typeface="Arial" panose="020B0604020202020204" pitchFamily="34" charset="0"/>
                <a:ea typeface="微软雅黑" panose="020B0503020204020204" pitchFamily="34" charset="-122"/>
                <a:cs typeface="Arial" panose="020B0604020202020204" pitchFamily="34" charset="0"/>
              </a:rPr>
              <a:t>k-means</a:t>
            </a:r>
            <a:r>
              <a:rPr lang="zh-CN" altLang="en-US" sz="1200" dirty="0">
                <a:solidFill>
                  <a:srgbClr val="000000"/>
                </a:solidFill>
                <a:latin typeface="Arial" panose="020B0604020202020204" pitchFamily="34" charset="0"/>
                <a:ea typeface="微软雅黑" panose="020B0503020204020204" pitchFamily="34" charset="-122"/>
                <a:cs typeface="Arial" panose="020B0604020202020204" pitchFamily="34" charset="0"/>
              </a:rPr>
              <a:t>算法将查询和键进行聚类，每个查询只关注与自身同一类的键，大大减轻计算负担。</a:t>
            </a:r>
            <a:endParaRPr lang="zh-CN" altLang="en-US" sz="1200" dirty="0">
              <a:latin typeface="Arial" panose="020B0604020202020204" pitchFamily="34" charset="0"/>
              <a:ea typeface="微软雅黑" panose="020B0503020204020204" pitchFamily="34" charset="-122"/>
              <a:cs typeface="Arial" panose="020B0604020202020204" pitchFamily="34" charset="0"/>
            </a:endParaRPr>
          </a:p>
        </p:txBody>
      </p:sp>
    </p:spTree>
    <p:extLst>
      <p:ext uri="{BB962C8B-B14F-4D97-AF65-F5344CB8AC3E}">
        <p14:creationId xmlns:p14="http://schemas.microsoft.com/office/powerpoint/2010/main" val="21941011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8A38E8-0D87-AD69-5A4D-CB1551D518EF}"/>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A00CB02E-C113-751E-42B7-6DF13F0D59BC}"/>
              </a:ext>
            </a:extLst>
          </p:cNvPr>
          <p:cNvSpPr txBox="1">
            <a:spLocks/>
          </p:cNvSpPr>
          <p:nvPr/>
        </p:nvSpPr>
        <p:spPr>
          <a:xfrm>
            <a:off x="2477036" y="411900"/>
            <a:ext cx="7242688" cy="584775"/>
          </a:xfrm>
          <a:prstGeom prst="rect">
            <a:avLst/>
          </a:prstGeom>
        </p:spPr>
        <p:txBody>
          <a:bodyPr wrap="none">
            <a:spAutoFit/>
          </a:bodyPr>
          <a:lstStyle>
            <a:lvl1pPr algn="l" defTabSz="1187798" rtl="0" eaLnBrk="1" latinLnBrk="0" hangingPunct="1">
              <a:lnSpc>
                <a:spcPct val="90000"/>
              </a:lnSpc>
              <a:spcBef>
                <a:spcPct val="0"/>
              </a:spcBef>
              <a:buNone/>
              <a:defRPr sz="5716" kern="1200">
                <a:solidFill>
                  <a:schemeClr val="tx1"/>
                </a:solidFill>
                <a:latin typeface="+mj-lt"/>
                <a:ea typeface="+mj-ea"/>
                <a:cs typeface="+mj-cs"/>
              </a:defRPr>
            </a:lvl1pPr>
          </a:lstStyle>
          <a:p>
            <a:pPr algn="ctr">
              <a:lnSpc>
                <a:spcPct val="100000"/>
              </a:lnSpc>
            </a:pPr>
            <a:r>
              <a:rPr lang="zh-CN" altLang="en-US" sz="3200" b="1" dirty="0">
                <a:solidFill>
                  <a:srgbClr val="000000"/>
                </a:solidFill>
                <a:latin typeface="Arial" panose="020B0604020202020204" pitchFamily="34" charset="0"/>
                <a:ea typeface="微软雅黑" panose="020B0503020204020204" pitchFamily="34" charset="-122"/>
                <a:cs typeface="Arial" panose="020B0604020202020204" pitchFamily="34" charset="0"/>
              </a:rPr>
              <a:t>自注意力算子在</a:t>
            </a:r>
            <a:r>
              <a:rPr lang="en-US" altLang="zh-CN" sz="3200" b="1" dirty="0">
                <a:solidFill>
                  <a:srgbClr val="000000"/>
                </a:solidFill>
                <a:latin typeface="Arial" panose="020B0604020202020204" pitchFamily="34" charset="0"/>
                <a:ea typeface="微软雅黑" panose="020B0503020204020204" pitchFamily="34" charset="-122"/>
                <a:cs typeface="Arial" panose="020B0604020202020204" pitchFamily="34" charset="0"/>
              </a:rPr>
              <a:t>GPU</a:t>
            </a:r>
            <a:r>
              <a:rPr lang="zh-CN" altLang="en-US" sz="3200" b="1" dirty="0">
                <a:solidFill>
                  <a:srgbClr val="000000"/>
                </a:solidFill>
                <a:latin typeface="Arial" panose="020B0604020202020204" pitchFamily="34" charset="0"/>
                <a:ea typeface="微软雅黑" panose="020B0503020204020204" pitchFamily="34" charset="-122"/>
                <a:cs typeface="Arial" panose="020B0604020202020204" pitchFamily="34" charset="0"/>
              </a:rPr>
              <a:t>上的加速计算发展</a:t>
            </a:r>
          </a:p>
        </p:txBody>
      </p:sp>
      <mc:AlternateContent xmlns:mc="http://schemas.openxmlformats.org/markup-compatibility/2006">
        <mc:Choice xmlns:a14="http://schemas.microsoft.com/office/drawing/2010/main" Requires="a14">
          <p:sp>
            <p:nvSpPr>
              <p:cNvPr id="4" name="文本框 3">
                <a:extLst>
                  <a:ext uri="{FF2B5EF4-FFF2-40B4-BE49-F238E27FC236}">
                    <a16:creationId xmlns:a16="http://schemas.microsoft.com/office/drawing/2014/main" id="{BE4FF294-337A-4648-3F51-50F2E39EE8AB}"/>
                  </a:ext>
                </a:extLst>
              </p:cNvPr>
              <p:cNvSpPr txBox="1"/>
              <p:nvPr/>
            </p:nvSpPr>
            <p:spPr>
              <a:xfrm>
                <a:off x="2171105" y="2102290"/>
                <a:ext cx="7854553" cy="2894960"/>
              </a:xfrm>
              <a:prstGeom prst="rect">
                <a:avLst/>
              </a:prstGeom>
              <a:noFill/>
            </p:spPr>
            <p:txBody>
              <a:bodyPr wrap="square">
                <a:spAutoFit/>
              </a:bodyPr>
              <a:lstStyle/>
              <a:p>
                <a:pPr>
                  <a:lnSpc>
                    <a:spcPct val="150000"/>
                  </a:lnSpc>
                </a:pPr>
                <a:r>
                  <a:rPr lang="zh-CN" altLang="en-US" b="1" dirty="0">
                    <a:solidFill>
                      <a:srgbClr val="C00000"/>
                    </a:solidFill>
                    <a:latin typeface="Arial" panose="020B0604020202020204" pitchFamily="34" charset="0"/>
                    <a:ea typeface="微软雅黑" panose="020B0503020204020204" pitchFamily="34" charset="-122"/>
                    <a:cs typeface="Arial" panose="020B0604020202020204" pitchFamily="34" charset="0"/>
                  </a:rPr>
                  <a:t>线性注意力算子</a:t>
                </a:r>
                <a:endParaRPr lang="en-US" altLang="zh-CN" b="1" dirty="0">
                  <a:solidFill>
                    <a:srgbClr val="C00000"/>
                  </a:solidFill>
                  <a:latin typeface="Arial" panose="020B0604020202020204" pitchFamily="34" charset="0"/>
                  <a:ea typeface="微软雅黑" panose="020B0503020204020204" pitchFamily="34" charset="-122"/>
                  <a:cs typeface="Arial" panose="020B0604020202020204" pitchFamily="34" charset="0"/>
                </a:endParaRPr>
              </a:p>
              <a:p>
                <a:pPr marL="126000" lvl="1" indent="-126000">
                  <a:lnSpc>
                    <a:spcPct val="150000"/>
                  </a:lnSpc>
                  <a:buFont typeface="Arial" panose="020B0604020202020204" pitchFamily="34" charset="0"/>
                  <a:buChar char="•"/>
                </a:pPr>
                <a:r>
                  <a:rPr lang="zh-CN" altLang="en-US" sz="1200" b="0" dirty="0">
                    <a:solidFill>
                      <a:srgbClr val="000000"/>
                    </a:solidFill>
                    <a:latin typeface="Arial" panose="020B0604020202020204" pitchFamily="34" charset="0"/>
                    <a:ea typeface="微软雅黑" panose="020B0503020204020204" pitchFamily="34" charset="-122"/>
                    <a:cs typeface="Arial" panose="020B0604020202020204" pitchFamily="34" charset="0"/>
                  </a:rPr>
                  <a:t>线性注意力将</a:t>
                </a:r>
                <a:r>
                  <a:rPr lang="en-US" altLang="zh-CN" sz="1200" b="0" dirty="0" err="1">
                    <a:solidFill>
                      <a:srgbClr val="000000"/>
                    </a:solidFill>
                    <a:latin typeface="Arial" panose="020B0604020202020204" pitchFamily="34" charset="0"/>
                    <a:ea typeface="微软雅黑" panose="020B0503020204020204" pitchFamily="34" charset="-122"/>
                    <a:cs typeface="Arial" panose="020B0604020202020204" pitchFamily="34" charset="0"/>
                  </a:rPr>
                  <a:t>Softmax</a:t>
                </a:r>
                <a:r>
                  <a:rPr lang="zh-CN" altLang="en-US" sz="1200" b="0" dirty="0">
                    <a:solidFill>
                      <a:srgbClr val="000000"/>
                    </a:solidFill>
                    <a:latin typeface="Arial" panose="020B0604020202020204" pitchFamily="34" charset="0"/>
                    <a:ea typeface="微软雅黑" panose="020B0503020204020204" pitchFamily="34" charset="-122"/>
                    <a:cs typeface="Arial" panose="020B0604020202020204" pitchFamily="34" charset="0"/>
                  </a:rPr>
                  <a:t>解耦为两个独立的线性函数，从而能够将注意力的计算顺序从 </a:t>
                </a:r>
                <a:r>
                  <a:rPr lang="en-US" altLang="zh-CN" sz="1200" b="0" dirty="0">
                    <a:solidFill>
                      <a:srgbClr val="000000"/>
                    </a:solidFill>
                    <a:latin typeface="Arial" panose="020B0604020202020204" pitchFamily="34" charset="0"/>
                    <a:ea typeface="微软雅黑" panose="020B0503020204020204" pitchFamily="34" charset="-122"/>
                    <a:cs typeface="Arial" panose="020B0604020202020204" pitchFamily="34" charset="0"/>
                  </a:rPr>
                  <a:t>(query</a:t>
                </a:r>
                <a:r>
                  <a:rPr lang="zh-CN" altLang="en-US" sz="1200" b="0" dirty="0">
                    <a:solidFill>
                      <a:srgbClr val="000000"/>
                    </a:solidFill>
                    <a:latin typeface="Arial" panose="020B0604020202020204" pitchFamily="34" charset="0"/>
                    <a:ea typeface="微软雅黑" panose="020B0503020204020204" pitchFamily="34" charset="-122"/>
                    <a:cs typeface="Arial" panose="020B0604020202020204" pitchFamily="34" charset="0"/>
                  </a:rPr>
                  <a:t>・</a:t>
                </a:r>
                <a:r>
                  <a:rPr lang="en-US" altLang="zh-CN" sz="1200" b="0" dirty="0">
                    <a:solidFill>
                      <a:srgbClr val="000000"/>
                    </a:solidFill>
                    <a:latin typeface="Arial" panose="020B0604020202020204" pitchFamily="34" charset="0"/>
                    <a:ea typeface="微软雅黑" panose="020B0503020204020204" pitchFamily="34" charset="-122"/>
                    <a:cs typeface="Arial" panose="020B0604020202020204" pitchFamily="34" charset="0"/>
                  </a:rPr>
                  <a:t>key)</a:t>
                </a:r>
                <a:r>
                  <a:rPr lang="zh-CN" altLang="en-US" sz="1200" b="0" dirty="0">
                    <a:solidFill>
                      <a:srgbClr val="000000"/>
                    </a:solidFill>
                    <a:latin typeface="Arial" panose="020B0604020202020204" pitchFamily="34" charset="0"/>
                    <a:ea typeface="微软雅黑" panose="020B0503020204020204" pitchFamily="34" charset="-122"/>
                    <a:cs typeface="Arial" panose="020B0604020202020204" pitchFamily="34" charset="0"/>
                  </a:rPr>
                  <a:t>・</a:t>
                </a:r>
                <a:r>
                  <a:rPr lang="en-US" altLang="zh-CN" sz="1200" b="0" dirty="0">
                    <a:solidFill>
                      <a:srgbClr val="000000"/>
                    </a:solidFill>
                    <a:latin typeface="Arial" panose="020B0604020202020204" pitchFamily="34" charset="0"/>
                    <a:ea typeface="微软雅黑" panose="020B0503020204020204" pitchFamily="34" charset="-122"/>
                    <a:cs typeface="Arial" panose="020B0604020202020204" pitchFamily="34" charset="0"/>
                  </a:rPr>
                  <a:t>value </a:t>
                </a:r>
                <a:r>
                  <a:rPr lang="zh-CN" altLang="en-US" sz="1200" b="0" dirty="0">
                    <a:solidFill>
                      <a:srgbClr val="000000"/>
                    </a:solidFill>
                    <a:latin typeface="Arial" panose="020B0604020202020204" pitchFamily="34" charset="0"/>
                    <a:ea typeface="微软雅黑" panose="020B0503020204020204" pitchFamily="34" charset="-122"/>
                    <a:cs typeface="Arial" panose="020B0604020202020204" pitchFamily="34" charset="0"/>
                  </a:rPr>
                  <a:t>调整为 </a:t>
                </a:r>
                <a:r>
                  <a:rPr lang="en-US" altLang="zh-CN" sz="1200" b="0" dirty="0">
                    <a:solidFill>
                      <a:srgbClr val="000000"/>
                    </a:solidFill>
                    <a:latin typeface="Arial" panose="020B0604020202020204" pitchFamily="34" charset="0"/>
                    <a:ea typeface="微软雅黑" panose="020B0503020204020204" pitchFamily="34" charset="-122"/>
                    <a:cs typeface="Arial" panose="020B0604020202020204" pitchFamily="34" charset="0"/>
                  </a:rPr>
                  <a:t>query</a:t>
                </a:r>
                <a:r>
                  <a:rPr lang="zh-CN" altLang="en-US" sz="1200" b="0" dirty="0">
                    <a:solidFill>
                      <a:srgbClr val="000000"/>
                    </a:solidFill>
                    <a:latin typeface="Arial" panose="020B0604020202020204" pitchFamily="34" charset="0"/>
                    <a:ea typeface="微软雅黑" panose="020B0503020204020204" pitchFamily="34" charset="-122"/>
                    <a:cs typeface="Arial" panose="020B0604020202020204" pitchFamily="34" charset="0"/>
                  </a:rPr>
                  <a:t>・</a:t>
                </a:r>
                <a:r>
                  <a:rPr lang="en-US" altLang="zh-CN" sz="1200" b="0" dirty="0">
                    <a:solidFill>
                      <a:srgbClr val="000000"/>
                    </a:solidFill>
                    <a:latin typeface="Arial" panose="020B0604020202020204" pitchFamily="34" charset="0"/>
                    <a:ea typeface="微软雅黑" panose="020B0503020204020204" pitchFamily="34" charset="-122"/>
                    <a:cs typeface="Arial" panose="020B0604020202020204" pitchFamily="34" charset="0"/>
                  </a:rPr>
                  <a:t>(key</a:t>
                </a:r>
                <a:r>
                  <a:rPr lang="zh-CN" altLang="en-US" sz="1200" b="0" dirty="0">
                    <a:solidFill>
                      <a:srgbClr val="000000"/>
                    </a:solidFill>
                    <a:latin typeface="Arial" panose="020B0604020202020204" pitchFamily="34" charset="0"/>
                    <a:ea typeface="微软雅黑" panose="020B0503020204020204" pitchFamily="34" charset="-122"/>
                    <a:cs typeface="Arial" panose="020B0604020202020204" pitchFamily="34" charset="0"/>
                  </a:rPr>
                  <a:t>・</a:t>
                </a:r>
                <a:r>
                  <a:rPr lang="en-US" altLang="zh-CN" sz="1200" b="0" dirty="0">
                    <a:solidFill>
                      <a:srgbClr val="000000"/>
                    </a:solidFill>
                    <a:latin typeface="Arial" panose="020B0604020202020204" pitchFamily="34" charset="0"/>
                    <a:ea typeface="微软雅黑" panose="020B0503020204020204" pitchFamily="34" charset="-122"/>
                    <a:cs typeface="Arial" panose="020B0604020202020204" pitchFamily="34" charset="0"/>
                  </a:rPr>
                  <a:t>value)</a:t>
                </a:r>
                <a:r>
                  <a:rPr lang="zh-CN" altLang="en-US" sz="1200" b="0" dirty="0">
                    <a:solidFill>
                      <a:srgbClr val="000000"/>
                    </a:solidFill>
                    <a:latin typeface="Arial" panose="020B0604020202020204" pitchFamily="34" charset="0"/>
                    <a:ea typeface="微软雅黑" panose="020B0503020204020204" pitchFamily="34" charset="-122"/>
                    <a:cs typeface="Arial" panose="020B0604020202020204" pitchFamily="34" charset="0"/>
                  </a:rPr>
                  <a:t>，从而将自注意机制的计算复杂性从</a:t>
                </a:r>
                <a14:m>
                  <m:oMath xmlns:m="http://schemas.openxmlformats.org/officeDocument/2006/math">
                    <m:r>
                      <a:rPr lang="en-US" altLang="zh-CN" sz="1200" b="1" i="1" smtClean="0">
                        <a:solidFill>
                          <a:srgbClr val="000000"/>
                        </a:solidFill>
                        <a:latin typeface="Cambria Math" panose="02040503050406030204" pitchFamily="18" charset="0"/>
                      </a:rPr>
                      <m:t>𝑶</m:t>
                    </m:r>
                    <m:r>
                      <a:rPr lang="en-US" altLang="zh-CN" sz="1200" b="0" i="1" smtClean="0">
                        <a:solidFill>
                          <a:srgbClr val="000000"/>
                        </a:solidFill>
                        <a:latin typeface="Cambria Math" panose="02040503050406030204" pitchFamily="18" charset="0"/>
                      </a:rPr>
                      <m:t>(</m:t>
                    </m:r>
                    <m:sSup>
                      <m:sSupPr>
                        <m:ctrlPr>
                          <a:rPr lang="en-US" altLang="zh-CN" sz="1200" b="0" i="1" smtClean="0">
                            <a:solidFill>
                              <a:srgbClr val="000000"/>
                            </a:solidFill>
                            <a:latin typeface="Cambria Math" panose="02040503050406030204" pitchFamily="18" charset="0"/>
                          </a:rPr>
                        </m:ctrlPr>
                      </m:sSupPr>
                      <m:e>
                        <m:r>
                          <a:rPr lang="en-US" altLang="zh-CN" sz="1200" b="0" i="1" smtClean="0">
                            <a:solidFill>
                              <a:srgbClr val="000000"/>
                            </a:solidFill>
                            <a:latin typeface="Cambria Math" panose="02040503050406030204" pitchFamily="18" charset="0"/>
                          </a:rPr>
                          <m:t>𝑁</m:t>
                        </m:r>
                      </m:e>
                      <m:sup>
                        <m:r>
                          <a:rPr lang="en-US" altLang="zh-CN" sz="1200" b="0" i="1" smtClean="0">
                            <a:solidFill>
                              <a:srgbClr val="000000"/>
                            </a:solidFill>
                            <a:latin typeface="Cambria Math" panose="02040503050406030204" pitchFamily="18" charset="0"/>
                          </a:rPr>
                          <m:t>2</m:t>
                        </m:r>
                      </m:sup>
                    </m:sSup>
                    <m:r>
                      <a:rPr lang="en-US" altLang="zh-CN" sz="1200" b="0" i="1" smtClean="0">
                        <a:solidFill>
                          <a:srgbClr val="000000"/>
                        </a:solidFill>
                        <a:latin typeface="Cambria Math" panose="02040503050406030204" pitchFamily="18" charset="0"/>
                      </a:rPr>
                      <m:t>𝑑</m:t>
                    </m:r>
                    <m:r>
                      <a:rPr lang="en-US" altLang="zh-CN" sz="1200" b="0" i="1" smtClean="0">
                        <a:solidFill>
                          <a:srgbClr val="000000"/>
                        </a:solidFill>
                        <a:latin typeface="Cambria Math" panose="02040503050406030204" pitchFamily="18" charset="0"/>
                      </a:rPr>
                      <m:t>)</m:t>
                    </m:r>
                  </m:oMath>
                </a14:m>
                <a:r>
                  <a:rPr lang="zh-CN" altLang="en-US" sz="1200" b="0" dirty="0">
                    <a:solidFill>
                      <a:srgbClr val="000000"/>
                    </a:solidFill>
                    <a:latin typeface="Arial" panose="020B0604020202020204" pitchFamily="34" charset="0"/>
                    <a:ea typeface="微软雅黑" panose="020B0503020204020204" pitchFamily="34" charset="-122"/>
                    <a:cs typeface="Arial" panose="020B0604020202020204" pitchFamily="34" charset="0"/>
                  </a:rPr>
                  <a:t>降低到</a:t>
                </a:r>
                <a14:m>
                  <m:oMath xmlns:m="http://schemas.openxmlformats.org/officeDocument/2006/math">
                    <m:r>
                      <a:rPr lang="en-US" altLang="zh-CN" sz="1200" b="1" i="1" smtClean="0">
                        <a:solidFill>
                          <a:srgbClr val="000000"/>
                        </a:solidFill>
                        <a:latin typeface="Cambria Math" panose="02040503050406030204" pitchFamily="18" charset="0"/>
                      </a:rPr>
                      <m:t>𝑶</m:t>
                    </m:r>
                    <m:r>
                      <a:rPr lang="en-US" altLang="zh-CN" sz="1200" b="0" i="1" smtClean="0">
                        <a:solidFill>
                          <a:srgbClr val="000000"/>
                        </a:solidFill>
                        <a:latin typeface="Cambria Math" panose="02040503050406030204" pitchFamily="18" charset="0"/>
                      </a:rPr>
                      <m:t>(</m:t>
                    </m:r>
                    <m:r>
                      <a:rPr lang="en-US" altLang="zh-CN" sz="1200" b="0" i="1" smtClean="0">
                        <a:solidFill>
                          <a:srgbClr val="000000"/>
                        </a:solidFill>
                        <a:latin typeface="Cambria Math" panose="02040503050406030204" pitchFamily="18" charset="0"/>
                      </a:rPr>
                      <m:t>𝑁</m:t>
                    </m:r>
                    <m:sSup>
                      <m:sSupPr>
                        <m:ctrlPr>
                          <a:rPr lang="zh-CN" altLang="en-US" sz="1200" b="0" i="1" dirty="0" smtClean="0">
                            <a:solidFill>
                              <a:srgbClr val="000000"/>
                            </a:solidFill>
                            <a:latin typeface="Cambria Math" panose="02040503050406030204" pitchFamily="18" charset="0"/>
                          </a:rPr>
                        </m:ctrlPr>
                      </m:sSupPr>
                      <m:e>
                        <m:r>
                          <a:rPr lang="en-US" altLang="zh-CN" sz="1200" b="0" i="1" dirty="0" smtClean="0">
                            <a:solidFill>
                              <a:srgbClr val="000000"/>
                            </a:solidFill>
                            <a:latin typeface="Cambria Math" panose="02040503050406030204" pitchFamily="18" charset="0"/>
                          </a:rPr>
                          <m:t>𝑑</m:t>
                        </m:r>
                      </m:e>
                      <m:sup>
                        <m:r>
                          <a:rPr lang="en-US" altLang="zh-CN" sz="1200" b="0" i="1" dirty="0" smtClean="0">
                            <a:solidFill>
                              <a:srgbClr val="000000"/>
                            </a:solidFill>
                            <a:latin typeface="Cambria Math" panose="02040503050406030204" pitchFamily="18" charset="0"/>
                          </a:rPr>
                          <m:t>2</m:t>
                        </m:r>
                      </m:sup>
                    </m:sSup>
                    <m:r>
                      <a:rPr lang="en-US" altLang="zh-CN" sz="1200" b="0" i="1" smtClean="0">
                        <a:solidFill>
                          <a:srgbClr val="000000"/>
                        </a:solidFill>
                        <a:latin typeface="Cambria Math" panose="02040503050406030204" pitchFamily="18" charset="0"/>
                      </a:rPr>
                      <m:t>)</m:t>
                    </m:r>
                  </m:oMath>
                </a14:m>
                <a:r>
                  <a:rPr lang="zh-CN" altLang="en-US" sz="1200" b="0" dirty="0">
                    <a:solidFill>
                      <a:srgbClr val="000000"/>
                    </a:solidFill>
                    <a:latin typeface="Arial" panose="020B0604020202020204" pitchFamily="34" charset="0"/>
                    <a:ea typeface="微软雅黑" panose="020B0503020204020204" pitchFamily="34" charset="-122"/>
                    <a:cs typeface="Arial" panose="020B0604020202020204" pitchFamily="34" charset="0"/>
                  </a:rPr>
                  <a:t>，例如：</a:t>
                </a:r>
                <a:endParaRPr lang="en-US" altLang="zh-CN" sz="1200" b="0" dirty="0">
                  <a:solidFill>
                    <a:srgbClr val="000000"/>
                  </a:solidFill>
                  <a:latin typeface="Arial" panose="020B0604020202020204" pitchFamily="34" charset="0"/>
                  <a:ea typeface="微软雅黑" panose="020B0503020204020204" pitchFamily="34" charset="-122"/>
                  <a:cs typeface="Arial" panose="020B0604020202020204" pitchFamily="34" charset="0"/>
                </a:endParaRPr>
              </a:p>
              <a:p>
                <a:pPr marL="0" lvl="1">
                  <a:lnSpc>
                    <a:spcPct val="150000"/>
                  </a:lnSpc>
                </a:pPr>
                <a14:m>
                  <m:oMathPara xmlns:m="http://schemas.openxmlformats.org/officeDocument/2006/math">
                    <m:oMathParaPr>
                      <m:jc m:val="centerGroup"/>
                    </m:oMathParaPr>
                    <m:oMath xmlns:m="http://schemas.openxmlformats.org/officeDocument/2006/math">
                      <m:r>
                        <m:rPr>
                          <m:sty m:val="p"/>
                        </m:rPr>
                        <a:rPr lang="en-US" altLang="zh-CN" sz="1200" b="0" i="0" smtClean="0">
                          <a:solidFill>
                            <a:srgbClr val="000000"/>
                          </a:solidFill>
                          <a:latin typeface="Cambria Math" panose="02040503050406030204" pitchFamily="18" charset="0"/>
                        </a:rPr>
                        <m:t>Softmax</m:t>
                      </m:r>
                      <m:d>
                        <m:dPr>
                          <m:ctrlPr>
                            <a:rPr lang="en-US" altLang="zh-CN" sz="1200" b="0" i="1">
                              <a:solidFill>
                                <a:srgbClr val="000000"/>
                              </a:solidFill>
                              <a:latin typeface="Cambria Math" panose="02040503050406030204" pitchFamily="18" charset="0"/>
                            </a:rPr>
                          </m:ctrlPr>
                        </m:dPr>
                        <m:e>
                          <m:r>
                            <a:rPr lang="en-US" altLang="zh-CN" sz="1200" b="1" i="1" smtClean="0">
                              <a:solidFill>
                                <a:srgbClr val="000000"/>
                              </a:solidFill>
                              <a:latin typeface="Cambria Math" panose="02040503050406030204" pitchFamily="18" charset="0"/>
                            </a:rPr>
                            <m:t>𝑸</m:t>
                          </m:r>
                          <m:sSup>
                            <m:sSupPr>
                              <m:ctrlPr>
                                <a:rPr lang="en-US" altLang="zh-CN" sz="1200" b="0" i="1">
                                  <a:solidFill>
                                    <a:srgbClr val="000000"/>
                                  </a:solidFill>
                                  <a:latin typeface="Cambria Math" panose="02040503050406030204" pitchFamily="18" charset="0"/>
                                </a:rPr>
                              </m:ctrlPr>
                            </m:sSupPr>
                            <m:e>
                              <m:r>
                                <a:rPr lang="en-US" altLang="zh-CN" sz="1200" b="1" i="1" smtClean="0">
                                  <a:solidFill>
                                    <a:srgbClr val="000000"/>
                                  </a:solidFill>
                                  <a:latin typeface="Cambria Math" panose="02040503050406030204" pitchFamily="18" charset="0"/>
                                </a:rPr>
                                <m:t>𝑲</m:t>
                              </m:r>
                            </m:e>
                            <m:sup>
                              <m:r>
                                <m:rPr>
                                  <m:sty m:val="p"/>
                                </m:rPr>
                                <a:rPr lang="en-US" altLang="zh-CN" sz="1200" b="0" i="0" smtClean="0">
                                  <a:solidFill>
                                    <a:srgbClr val="000000"/>
                                  </a:solidFill>
                                  <a:latin typeface="Cambria Math" panose="02040503050406030204" pitchFamily="18" charset="0"/>
                                </a:rPr>
                                <m:t>T</m:t>
                              </m:r>
                            </m:sup>
                          </m:sSup>
                        </m:e>
                      </m:d>
                      <m:r>
                        <a:rPr lang="en-US" altLang="zh-CN" sz="1200" b="0" smtClean="0">
                          <a:solidFill>
                            <a:srgbClr val="000000"/>
                          </a:solidFill>
                          <a:latin typeface="Cambria Math" panose="02040503050406030204" pitchFamily="18" charset="0"/>
                        </a:rPr>
                        <m:t>= ∅</m:t>
                      </m:r>
                      <m:d>
                        <m:dPr>
                          <m:ctrlPr>
                            <a:rPr lang="en-US" altLang="zh-CN" sz="1200" b="0" i="1">
                              <a:solidFill>
                                <a:srgbClr val="000000"/>
                              </a:solidFill>
                              <a:latin typeface="Cambria Math" panose="02040503050406030204" pitchFamily="18" charset="0"/>
                            </a:rPr>
                          </m:ctrlPr>
                        </m:dPr>
                        <m:e>
                          <m:r>
                            <a:rPr lang="en-US" altLang="zh-CN" sz="1200" b="1" i="1" smtClean="0">
                              <a:solidFill>
                                <a:srgbClr val="000000"/>
                              </a:solidFill>
                              <a:latin typeface="Cambria Math" panose="02040503050406030204" pitchFamily="18" charset="0"/>
                            </a:rPr>
                            <m:t>𝑸</m:t>
                          </m:r>
                        </m:e>
                      </m:d>
                      <m:r>
                        <a:rPr lang="en-US" altLang="zh-CN" sz="1200" b="0" smtClean="0">
                          <a:solidFill>
                            <a:srgbClr val="000000"/>
                          </a:solidFill>
                          <a:latin typeface="Cambria Math" panose="02040503050406030204" pitchFamily="18" charset="0"/>
                        </a:rPr>
                        <m:t>∅(</m:t>
                      </m:r>
                      <m:r>
                        <a:rPr lang="en-US" altLang="zh-CN" sz="1200" b="1" i="1" smtClean="0">
                          <a:solidFill>
                            <a:srgbClr val="000000"/>
                          </a:solidFill>
                          <a:latin typeface="Cambria Math" panose="02040503050406030204" pitchFamily="18" charset="0"/>
                        </a:rPr>
                        <m:t>𝑲</m:t>
                      </m:r>
                      <m:sSup>
                        <m:sSupPr>
                          <m:ctrlPr>
                            <a:rPr lang="en-US" altLang="zh-CN" sz="1200" b="0" i="1">
                              <a:solidFill>
                                <a:srgbClr val="000000"/>
                              </a:solidFill>
                              <a:latin typeface="Cambria Math" panose="02040503050406030204" pitchFamily="18" charset="0"/>
                            </a:rPr>
                          </m:ctrlPr>
                        </m:sSupPr>
                        <m:e>
                          <m:r>
                            <a:rPr lang="en-US" altLang="zh-CN" sz="1200" b="0" i="0" smtClean="0">
                              <a:solidFill>
                                <a:srgbClr val="000000"/>
                              </a:solidFill>
                              <a:latin typeface="Cambria Math" panose="02040503050406030204" pitchFamily="18" charset="0"/>
                            </a:rPr>
                            <m:t>)</m:t>
                          </m:r>
                        </m:e>
                        <m:sup>
                          <m:r>
                            <m:rPr>
                              <m:sty m:val="p"/>
                            </m:rPr>
                            <a:rPr lang="en-US" altLang="zh-CN" sz="1200" b="0" i="0" smtClean="0">
                              <a:solidFill>
                                <a:srgbClr val="000000"/>
                              </a:solidFill>
                              <a:latin typeface="Cambria Math" panose="02040503050406030204" pitchFamily="18" charset="0"/>
                            </a:rPr>
                            <m:t>T</m:t>
                          </m:r>
                        </m:sup>
                      </m:sSup>
                    </m:oMath>
                  </m:oMathPara>
                </a14:m>
                <a:endParaRPr lang="en-US" altLang="zh-CN" sz="1200" b="0" dirty="0">
                  <a:solidFill>
                    <a:srgbClr val="000000"/>
                  </a:solidFill>
                  <a:latin typeface="Arial" panose="020B0604020202020204" pitchFamily="34" charset="0"/>
                  <a:ea typeface="微软雅黑" panose="020B0503020204020204" pitchFamily="34" charset="-122"/>
                  <a:cs typeface="Arial" panose="020B0604020202020204" pitchFamily="34" charset="0"/>
                </a:endParaRPr>
              </a:p>
              <a:p>
                <a:pPr marL="0" lvl="1">
                  <a:lnSpc>
                    <a:spcPct val="150000"/>
                  </a:lnSpc>
                </a:pPr>
                <a14:m>
                  <m:oMathPara xmlns:m="http://schemas.openxmlformats.org/officeDocument/2006/math">
                    <m:oMathParaPr>
                      <m:jc m:val="centerGroup"/>
                    </m:oMathParaPr>
                    <m:oMath xmlns:m="http://schemas.openxmlformats.org/officeDocument/2006/math">
                      <m:r>
                        <m:rPr>
                          <m:sty m:val="p"/>
                        </m:rPr>
                        <a:rPr lang="en-US" altLang="zh-CN" sz="1200" b="0" i="0" smtClean="0">
                          <a:solidFill>
                            <a:srgbClr val="000000"/>
                          </a:solidFill>
                          <a:latin typeface="Cambria Math" panose="02040503050406030204" pitchFamily="18" charset="0"/>
                        </a:rPr>
                        <m:t>Softmax</m:t>
                      </m:r>
                      <m:d>
                        <m:dPr>
                          <m:ctrlPr>
                            <a:rPr lang="en-US" altLang="zh-CN" sz="1200" b="0" i="1">
                              <a:solidFill>
                                <a:srgbClr val="000000"/>
                              </a:solidFill>
                              <a:latin typeface="Cambria Math" panose="02040503050406030204" pitchFamily="18" charset="0"/>
                            </a:rPr>
                          </m:ctrlPr>
                        </m:dPr>
                        <m:e>
                          <m:r>
                            <a:rPr lang="en-US" altLang="zh-CN" sz="1200" b="1" i="1" smtClean="0">
                              <a:solidFill>
                                <a:srgbClr val="000000"/>
                              </a:solidFill>
                              <a:latin typeface="Cambria Math" panose="02040503050406030204" pitchFamily="18" charset="0"/>
                            </a:rPr>
                            <m:t>𝑸</m:t>
                          </m:r>
                          <m:sSup>
                            <m:sSupPr>
                              <m:ctrlPr>
                                <a:rPr lang="en-US" altLang="zh-CN" sz="1200" b="0" i="1">
                                  <a:solidFill>
                                    <a:srgbClr val="000000"/>
                                  </a:solidFill>
                                  <a:latin typeface="Cambria Math" panose="02040503050406030204" pitchFamily="18" charset="0"/>
                                </a:rPr>
                              </m:ctrlPr>
                            </m:sSupPr>
                            <m:e>
                              <m:r>
                                <a:rPr lang="en-US" altLang="zh-CN" sz="1200" b="1" i="1" smtClean="0">
                                  <a:solidFill>
                                    <a:srgbClr val="000000"/>
                                  </a:solidFill>
                                  <a:latin typeface="Cambria Math" panose="02040503050406030204" pitchFamily="18" charset="0"/>
                                </a:rPr>
                                <m:t>𝑲</m:t>
                              </m:r>
                            </m:e>
                            <m:sup>
                              <m:r>
                                <m:rPr>
                                  <m:sty m:val="p"/>
                                </m:rPr>
                                <a:rPr lang="en-US" altLang="zh-CN" sz="1200" b="0" i="0" smtClean="0">
                                  <a:solidFill>
                                    <a:srgbClr val="000000"/>
                                  </a:solidFill>
                                  <a:latin typeface="Cambria Math" panose="02040503050406030204" pitchFamily="18" charset="0"/>
                                </a:rPr>
                                <m:t>T</m:t>
                              </m:r>
                            </m:sup>
                          </m:sSup>
                        </m:e>
                      </m:d>
                      <m:r>
                        <a:rPr lang="en-US" altLang="zh-CN" sz="1200" b="1" i="1" smtClean="0">
                          <a:solidFill>
                            <a:srgbClr val="000000"/>
                          </a:solidFill>
                          <a:latin typeface="Cambria Math" panose="02040503050406030204" pitchFamily="18" charset="0"/>
                        </a:rPr>
                        <m:t>𝑽</m:t>
                      </m:r>
                      <m:r>
                        <a:rPr lang="en-US" altLang="zh-CN" sz="1200" b="0" smtClean="0">
                          <a:solidFill>
                            <a:srgbClr val="000000"/>
                          </a:solidFill>
                          <a:latin typeface="Cambria Math" panose="02040503050406030204" pitchFamily="18" charset="0"/>
                        </a:rPr>
                        <m:t>=</m:t>
                      </m:r>
                      <m:r>
                        <a:rPr lang="en-US" altLang="zh-CN" sz="1200" b="0" i="0" smtClean="0">
                          <a:solidFill>
                            <a:srgbClr val="000000"/>
                          </a:solidFill>
                          <a:latin typeface="Cambria Math" panose="02040503050406030204" pitchFamily="18" charset="0"/>
                        </a:rPr>
                        <m:t>(</m:t>
                      </m:r>
                      <m:r>
                        <a:rPr lang="en-US" altLang="zh-CN" sz="1200" b="0" smtClean="0">
                          <a:solidFill>
                            <a:srgbClr val="000000"/>
                          </a:solidFill>
                          <a:latin typeface="Cambria Math" panose="02040503050406030204" pitchFamily="18" charset="0"/>
                        </a:rPr>
                        <m:t>∅</m:t>
                      </m:r>
                      <m:d>
                        <m:dPr>
                          <m:ctrlPr>
                            <a:rPr lang="en-US" altLang="zh-CN" sz="1200" b="0" i="1">
                              <a:solidFill>
                                <a:srgbClr val="000000"/>
                              </a:solidFill>
                              <a:latin typeface="Cambria Math" panose="02040503050406030204" pitchFamily="18" charset="0"/>
                            </a:rPr>
                          </m:ctrlPr>
                        </m:dPr>
                        <m:e>
                          <m:r>
                            <a:rPr lang="en-US" altLang="zh-CN" sz="1200" b="1" i="1" smtClean="0">
                              <a:solidFill>
                                <a:srgbClr val="000000"/>
                              </a:solidFill>
                              <a:latin typeface="Cambria Math" panose="02040503050406030204" pitchFamily="18" charset="0"/>
                            </a:rPr>
                            <m:t>𝑸</m:t>
                          </m:r>
                        </m:e>
                      </m:d>
                      <m:r>
                        <a:rPr lang="en-US" altLang="zh-CN" sz="1200" b="0" smtClean="0">
                          <a:solidFill>
                            <a:srgbClr val="000000"/>
                          </a:solidFill>
                          <a:latin typeface="Cambria Math" panose="02040503050406030204" pitchFamily="18" charset="0"/>
                        </a:rPr>
                        <m:t>∅(</m:t>
                      </m:r>
                      <m:r>
                        <a:rPr lang="en-US" altLang="zh-CN" sz="1200" b="1" i="1" smtClean="0">
                          <a:solidFill>
                            <a:srgbClr val="000000"/>
                          </a:solidFill>
                          <a:latin typeface="Cambria Math" panose="02040503050406030204" pitchFamily="18" charset="0"/>
                        </a:rPr>
                        <m:t>𝑲</m:t>
                      </m:r>
                      <m:sSup>
                        <m:sSupPr>
                          <m:ctrlPr>
                            <a:rPr lang="en-US" altLang="zh-CN" sz="1200" b="0" i="1">
                              <a:solidFill>
                                <a:srgbClr val="000000"/>
                              </a:solidFill>
                              <a:latin typeface="Cambria Math" panose="02040503050406030204" pitchFamily="18" charset="0"/>
                            </a:rPr>
                          </m:ctrlPr>
                        </m:sSupPr>
                        <m:e>
                          <m:r>
                            <a:rPr lang="en-US" altLang="zh-CN" sz="1200" b="0" i="0" smtClean="0">
                              <a:solidFill>
                                <a:srgbClr val="000000"/>
                              </a:solidFill>
                              <a:latin typeface="Cambria Math" panose="02040503050406030204" pitchFamily="18" charset="0"/>
                            </a:rPr>
                            <m:t>)</m:t>
                          </m:r>
                        </m:e>
                        <m:sup>
                          <m:r>
                            <m:rPr>
                              <m:sty m:val="p"/>
                            </m:rPr>
                            <a:rPr lang="en-US" altLang="zh-CN" sz="1200" b="0" i="0" smtClean="0">
                              <a:solidFill>
                                <a:srgbClr val="000000"/>
                              </a:solidFill>
                              <a:latin typeface="Cambria Math" panose="02040503050406030204" pitchFamily="18" charset="0"/>
                            </a:rPr>
                            <m:t>T</m:t>
                          </m:r>
                        </m:sup>
                      </m:sSup>
                      <m:r>
                        <a:rPr lang="en-US" altLang="zh-CN" sz="1200" b="0" i="1" smtClean="0">
                          <a:solidFill>
                            <a:srgbClr val="000000"/>
                          </a:solidFill>
                          <a:latin typeface="Cambria Math" panose="02040503050406030204" pitchFamily="18" charset="0"/>
                        </a:rPr>
                        <m:t>)</m:t>
                      </m:r>
                      <m:r>
                        <a:rPr lang="en-US" altLang="zh-CN" sz="1200" b="1" i="1" smtClean="0">
                          <a:solidFill>
                            <a:srgbClr val="000000"/>
                          </a:solidFill>
                          <a:latin typeface="Cambria Math" panose="02040503050406030204" pitchFamily="18" charset="0"/>
                        </a:rPr>
                        <m:t>𝑽</m:t>
                      </m:r>
                    </m:oMath>
                  </m:oMathPara>
                </a14:m>
                <a:endParaRPr lang="en-US" altLang="zh-CN" sz="1200" dirty="0">
                  <a:solidFill>
                    <a:srgbClr val="000000"/>
                  </a:solidFill>
                  <a:latin typeface="Arial" panose="020B0604020202020204" pitchFamily="34" charset="0"/>
                  <a:ea typeface="微软雅黑" panose="020B0503020204020204" pitchFamily="34" charset="-122"/>
                  <a:cs typeface="Arial" panose="020B0604020202020204" pitchFamily="34" charset="0"/>
                </a:endParaRPr>
              </a:p>
              <a:p>
                <a:pPr marL="0" lvl="1">
                  <a:lnSpc>
                    <a:spcPct val="150000"/>
                  </a:lnSpc>
                </a:pPr>
                <a14:m>
                  <m:oMathPara xmlns:m="http://schemas.openxmlformats.org/officeDocument/2006/math">
                    <m:oMathParaPr>
                      <m:jc m:val="centerGroup"/>
                    </m:oMathParaPr>
                    <m:oMath xmlns:m="http://schemas.openxmlformats.org/officeDocument/2006/math">
                      <m:r>
                        <a:rPr lang="en-US" altLang="zh-CN" sz="1200" b="0" smtClean="0">
                          <a:solidFill>
                            <a:srgbClr val="000000"/>
                          </a:solidFill>
                          <a:latin typeface="Cambria Math" panose="02040503050406030204" pitchFamily="18" charset="0"/>
                        </a:rPr>
                        <m:t>(∅</m:t>
                      </m:r>
                      <m:d>
                        <m:dPr>
                          <m:ctrlPr>
                            <a:rPr lang="en-US" altLang="zh-CN" sz="1200" i="1">
                              <a:solidFill>
                                <a:srgbClr val="000000"/>
                              </a:solidFill>
                              <a:latin typeface="Cambria Math" panose="02040503050406030204" pitchFamily="18" charset="0"/>
                            </a:rPr>
                          </m:ctrlPr>
                        </m:dPr>
                        <m:e>
                          <m:r>
                            <a:rPr lang="en-US" altLang="zh-CN" sz="1200" b="1" i="1" smtClean="0">
                              <a:solidFill>
                                <a:srgbClr val="000000"/>
                              </a:solidFill>
                              <a:latin typeface="Cambria Math" panose="02040503050406030204" pitchFamily="18" charset="0"/>
                            </a:rPr>
                            <m:t>𝑸</m:t>
                          </m:r>
                        </m:e>
                      </m:d>
                      <m:r>
                        <a:rPr lang="en-US" altLang="zh-CN" sz="1200" b="0" smtClean="0">
                          <a:solidFill>
                            <a:srgbClr val="000000"/>
                          </a:solidFill>
                          <a:latin typeface="Cambria Math" panose="02040503050406030204" pitchFamily="18" charset="0"/>
                        </a:rPr>
                        <m:t>∅</m:t>
                      </m:r>
                      <m:d>
                        <m:dPr>
                          <m:ctrlPr>
                            <a:rPr lang="en-US" altLang="zh-CN" sz="1200" b="0" i="1">
                              <a:solidFill>
                                <a:srgbClr val="000000"/>
                              </a:solidFill>
                              <a:latin typeface="Cambria Math" panose="02040503050406030204" pitchFamily="18" charset="0"/>
                            </a:rPr>
                          </m:ctrlPr>
                        </m:dPr>
                        <m:e>
                          <m:r>
                            <a:rPr lang="en-US" altLang="zh-CN" sz="1200" b="1" i="1" smtClean="0">
                              <a:solidFill>
                                <a:srgbClr val="000000"/>
                              </a:solidFill>
                              <a:latin typeface="Cambria Math" panose="02040503050406030204" pitchFamily="18" charset="0"/>
                            </a:rPr>
                            <m:t>𝑲</m:t>
                          </m:r>
                          <m:sSup>
                            <m:sSupPr>
                              <m:ctrlPr>
                                <a:rPr lang="en-US" altLang="zh-CN" sz="1200" b="0" i="1">
                                  <a:solidFill>
                                    <a:srgbClr val="000000"/>
                                  </a:solidFill>
                                  <a:latin typeface="Cambria Math" panose="02040503050406030204" pitchFamily="18" charset="0"/>
                                </a:rPr>
                              </m:ctrlPr>
                            </m:sSupPr>
                            <m:e>
                              <m:r>
                                <a:rPr lang="en-US" altLang="zh-CN" sz="1200" b="0" i="0" smtClean="0">
                                  <a:solidFill>
                                    <a:srgbClr val="000000"/>
                                  </a:solidFill>
                                  <a:latin typeface="Cambria Math" panose="02040503050406030204" pitchFamily="18" charset="0"/>
                                </a:rPr>
                                <m:t>)</m:t>
                              </m:r>
                            </m:e>
                            <m:sup>
                              <m:r>
                                <m:rPr>
                                  <m:sty m:val="p"/>
                                </m:rPr>
                                <a:rPr lang="en-US" altLang="zh-CN" sz="1200" b="0" i="0" smtClean="0">
                                  <a:solidFill>
                                    <a:srgbClr val="000000"/>
                                  </a:solidFill>
                                  <a:latin typeface="Cambria Math" panose="02040503050406030204" pitchFamily="18" charset="0"/>
                                </a:rPr>
                                <m:t>T</m:t>
                              </m:r>
                            </m:sup>
                          </m:sSup>
                        </m:e>
                      </m:d>
                      <m:r>
                        <a:rPr lang="en-US" altLang="zh-CN" sz="1200" b="1" i="1" smtClean="0">
                          <a:solidFill>
                            <a:srgbClr val="000000"/>
                          </a:solidFill>
                          <a:latin typeface="Cambria Math" panose="02040503050406030204" pitchFamily="18" charset="0"/>
                        </a:rPr>
                        <m:t>𝑽</m:t>
                      </m:r>
                      <m:r>
                        <a:rPr lang="en-US" altLang="zh-CN" sz="1200" b="0" smtClean="0">
                          <a:solidFill>
                            <a:srgbClr val="000000"/>
                          </a:solidFill>
                          <a:latin typeface="Cambria Math" panose="02040503050406030204" pitchFamily="18" charset="0"/>
                        </a:rPr>
                        <m:t>=∅</m:t>
                      </m:r>
                      <m:d>
                        <m:dPr>
                          <m:ctrlPr>
                            <a:rPr lang="en-US" altLang="zh-CN" sz="1200" i="1">
                              <a:solidFill>
                                <a:srgbClr val="000000"/>
                              </a:solidFill>
                              <a:latin typeface="Cambria Math" panose="02040503050406030204" pitchFamily="18" charset="0"/>
                            </a:rPr>
                          </m:ctrlPr>
                        </m:dPr>
                        <m:e>
                          <m:r>
                            <a:rPr lang="en-US" altLang="zh-CN" sz="1200" b="1" i="1" smtClean="0">
                              <a:solidFill>
                                <a:srgbClr val="000000"/>
                              </a:solidFill>
                              <a:latin typeface="Cambria Math" panose="02040503050406030204" pitchFamily="18" charset="0"/>
                            </a:rPr>
                            <m:t>𝑸</m:t>
                          </m:r>
                        </m:e>
                      </m:d>
                      <m:r>
                        <a:rPr lang="en-US" altLang="zh-CN" sz="1200" b="0" smtClean="0">
                          <a:solidFill>
                            <a:srgbClr val="000000"/>
                          </a:solidFill>
                          <a:latin typeface="Cambria Math" panose="02040503050406030204" pitchFamily="18" charset="0"/>
                        </a:rPr>
                        <m:t>(∅(</m:t>
                      </m:r>
                      <m:r>
                        <a:rPr lang="en-US" altLang="zh-CN" sz="1200" b="1" i="1" smtClean="0">
                          <a:solidFill>
                            <a:srgbClr val="000000"/>
                          </a:solidFill>
                          <a:latin typeface="Cambria Math" panose="02040503050406030204" pitchFamily="18" charset="0"/>
                        </a:rPr>
                        <m:t>𝑲</m:t>
                      </m:r>
                      <m:sSup>
                        <m:sSupPr>
                          <m:ctrlPr>
                            <a:rPr lang="en-US" altLang="zh-CN" sz="1200" b="0" i="1">
                              <a:solidFill>
                                <a:srgbClr val="000000"/>
                              </a:solidFill>
                              <a:latin typeface="Cambria Math" panose="02040503050406030204" pitchFamily="18" charset="0"/>
                            </a:rPr>
                          </m:ctrlPr>
                        </m:sSupPr>
                        <m:e>
                          <m:r>
                            <a:rPr lang="en-US" altLang="zh-CN" sz="1200" b="0" i="0" smtClean="0">
                              <a:solidFill>
                                <a:srgbClr val="000000"/>
                              </a:solidFill>
                              <a:latin typeface="Cambria Math" panose="02040503050406030204" pitchFamily="18" charset="0"/>
                            </a:rPr>
                            <m:t>)</m:t>
                          </m:r>
                        </m:e>
                        <m:sup>
                          <m:r>
                            <m:rPr>
                              <m:sty m:val="p"/>
                            </m:rPr>
                            <a:rPr lang="en-US" altLang="zh-CN" sz="1200" b="0" i="0" smtClean="0">
                              <a:solidFill>
                                <a:srgbClr val="000000"/>
                              </a:solidFill>
                              <a:latin typeface="Cambria Math" panose="02040503050406030204" pitchFamily="18" charset="0"/>
                            </a:rPr>
                            <m:t>T</m:t>
                          </m:r>
                        </m:sup>
                      </m:sSup>
                      <m:r>
                        <a:rPr lang="en-US" altLang="zh-CN" sz="1200" b="1" i="1" smtClean="0">
                          <a:solidFill>
                            <a:srgbClr val="000000"/>
                          </a:solidFill>
                          <a:latin typeface="Cambria Math" panose="02040503050406030204" pitchFamily="18" charset="0"/>
                        </a:rPr>
                        <m:t>𝑽</m:t>
                      </m:r>
                      <m:r>
                        <a:rPr lang="en-US" altLang="zh-CN" sz="1200" b="0" smtClean="0">
                          <a:solidFill>
                            <a:srgbClr val="000000"/>
                          </a:solidFill>
                          <a:latin typeface="Cambria Math" panose="02040503050406030204" pitchFamily="18" charset="0"/>
                        </a:rPr>
                        <m:t>)</m:t>
                      </m:r>
                    </m:oMath>
                  </m:oMathPara>
                </a14:m>
                <a:endParaRPr lang="en-US" altLang="zh-CN" sz="1200" b="0" dirty="0">
                  <a:solidFill>
                    <a:srgbClr val="000000"/>
                  </a:solidFill>
                  <a:latin typeface="Arial" panose="020B0604020202020204" pitchFamily="34" charset="0"/>
                  <a:ea typeface="微软雅黑" panose="020B0503020204020204" pitchFamily="34" charset="-122"/>
                  <a:cs typeface="Arial" panose="020B0604020202020204" pitchFamily="34" charset="0"/>
                </a:endParaRPr>
              </a:p>
              <a:p>
                <a:pPr marL="0" lvl="1">
                  <a:lnSpc>
                    <a:spcPct val="150000"/>
                  </a:lnSpc>
                </a:pPr>
                <a14:m>
                  <m:oMathPara xmlns:m="http://schemas.openxmlformats.org/officeDocument/2006/math">
                    <m:oMathParaPr>
                      <m:jc m:val="centerGroup"/>
                    </m:oMathParaPr>
                    <m:oMath xmlns:m="http://schemas.openxmlformats.org/officeDocument/2006/math">
                      <m:r>
                        <a:rPr lang="en-US" altLang="zh-CN" sz="1200" b="0" smtClean="0">
                          <a:solidFill>
                            <a:srgbClr val="000000"/>
                          </a:solidFill>
                          <a:latin typeface="Cambria Math" panose="02040503050406030204" pitchFamily="18" charset="0"/>
                        </a:rPr>
                        <m:t>∅</m:t>
                      </m:r>
                      <m:d>
                        <m:dPr>
                          <m:ctrlPr>
                            <a:rPr lang="en-US" altLang="zh-CN" sz="1200" b="0" i="1">
                              <a:solidFill>
                                <a:srgbClr val="000000"/>
                              </a:solidFill>
                              <a:latin typeface="Cambria Math" panose="02040503050406030204" pitchFamily="18" charset="0"/>
                            </a:rPr>
                          </m:ctrlPr>
                        </m:dPr>
                        <m:e>
                          <m:r>
                            <a:rPr lang="en-US" altLang="zh-CN" sz="1200" b="0" i="1" smtClean="0">
                              <a:solidFill>
                                <a:srgbClr val="000000"/>
                              </a:solidFill>
                              <a:latin typeface="Cambria Math" panose="02040503050406030204" pitchFamily="18" charset="0"/>
                            </a:rPr>
                            <m:t>𝑥</m:t>
                          </m:r>
                        </m:e>
                      </m:d>
                      <m:r>
                        <a:rPr lang="en-US" altLang="zh-CN" sz="1200" b="0" smtClean="0">
                          <a:solidFill>
                            <a:srgbClr val="000000"/>
                          </a:solidFill>
                          <a:latin typeface="Cambria Math" panose="02040503050406030204" pitchFamily="18" charset="0"/>
                        </a:rPr>
                        <m:t>=</m:t>
                      </m:r>
                      <m:r>
                        <a:rPr lang="en-US" altLang="zh-CN" sz="1200" b="0" i="1" smtClean="0">
                          <a:solidFill>
                            <a:srgbClr val="000000"/>
                          </a:solidFill>
                          <a:latin typeface="Cambria Math" panose="02040503050406030204" pitchFamily="18" charset="0"/>
                        </a:rPr>
                        <m:t>𝑒𝑙𝑢</m:t>
                      </m:r>
                      <m:d>
                        <m:dPr>
                          <m:ctrlPr>
                            <a:rPr lang="en-US" altLang="zh-CN" sz="1200" b="0" i="1">
                              <a:solidFill>
                                <a:srgbClr val="000000"/>
                              </a:solidFill>
                              <a:latin typeface="Cambria Math" panose="02040503050406030204" pitchFamily="18" charset="0"/>
                            </a:rPr>
                          </m:ctrlPr>
                        </m:dPr>
                        <m:e>
                          <m:r>
                            <a:rPr lang="en-US" altLang="zh-CN" sz="1200" b="0" i="1" smtClean="0">
                              <a:solidFill>
                                <a:srgbClr val="000000"/>
                              </a:solidFill>
                              <a:latin typeface="Cambria Math" panose="02040503050406030204" pitchFamily="18" charset="0"/>
                            </a:rPr>
                            <m:t>𝑥</m:t>
                          </m:r>
                        </m:e>
                      </m:d>
                      <m:r>
                        <a:rPr lang="en-US" altLang="zh-CN" sz="1200" b="0" smtClean="0">
                          <a:solidFill>
                            <a:srgbClr val="000000"/>
                          </a:solidFill>
                          <a:latin typeface="Cambria Math" panose="02040503050406030204" pitchFamily="18" charset="0"/>
                        </a:rPr>
                        <m:t>+</m:t>
                      </m:r>
                      <m:r>
                        <a:rPr lang="en-US" altLang="zh-CN" sz="1200" b="0" i="1" smtClean="0">
                          <a:solidFill>
                            <a:srgbClr val="000000"/>
                          </a:solidFill>
                          <a:latin typeface="Cambria Math" panose="02040503050406030204" pitchFamily="18" charset="0"/>
                        </a:rPr>
                        <m:t>1</m:t>
                      </m:r>
                    </m:oMath>
                  </m:oMathPara>
                </a14:m>
                <a:endParaRPr lang="en-US" altLang="zh-CN" sz="1200" b="0" dirty="0">
                  <a:solidFill>
                    <a:srgbClr val="000000"/>
                  </a:solidFill>
                  <a:latin typeface="Arial" panose="020B0604020202020204" pitchFamily="34" charset="0"/>
                  <a:ea typeface="微软雅黑" panose="020B0503020204020204" pitchFamily="34" charset="-122"/>
                  <a:cs typeface="Arial" panose="020B0604020202020204" pitchFamily="34" charset="0"/>
                </a:endParaRPr>
              </a:p>
              <a:p>
                <a:pPr marL="0" lvl="1">
                  <a:lnSpc>
                    <a:spcPct val="150000"/>
                  </a:lnSpc>
                </a:pPr>
                <a14:m>
                  <m:oMathPara xmlns:m="http://schemas.openxmlformats.org/officeDocument/2006/math">
                    <m:oMathParaPr>
                      <m:jc m:val="centerGroup"/>
                    </m:oMathParaPr>
                    <m:oMath xmlns:m="http://schemas.openxmlformats.org/officeDocument/2006/math">
                      <m:r>
                        <a:rPr lang="en-US" altLang="zh-CN" sz="1200" b="0" i="1" smtClean="0">
                          <a:solidFill>
                            <a:srgbClr val="000000"/>
                          </a:solidFill>
                          <a:latin typeface="Cambria Math" panose="02040503050406030204" pitchFamily="18" charset="0"/>
                        </a:rPr>
                        <m:t>𝑒𝑙𝑢</m:t>
                      </m:r>
                      <m:d>
                        <m:dPr>
                          <m:ctrlPr>
                            <a:rPr lang="en-US" altLang="zh-CN" sz="1200" b="0" i="1">
                              <a:solidFill>
                                <a:srgbClr val="000000"/>
                              </a:solidFill>
                              <a:latin typeface="Cambria Math" panose="02040503050406030204" pitchFamily="18" charset="0"/>
                            </a:rPr>
                          </m:ctrlPr>
                        </m:dPr>
                        <m:e>
                          <m:r>
                            <a:rPr lang="en-US" altLang="zh-CN" sz="1200" b="0" i="1" smtClean="0">
                              <a:solidFill>
                                <a:srgbClr val="000000"/>
                              </a:solidFill>
                              <a:latin typeface="Cambria Math" panose="02040503050406030204" pitchFamily="18" charset="0"/>
                            </a:rPr>
                            <m:t>𝑥</m:t>
                          </m:r>
                        </m:e>
                      </m:d>
                      <m:r>
                        <a:rPr lang="en-US" altLang="zh-CN" sz="1200" b="0" smtClean="0">
                          <a:solidFill>
                            <a:srgbClr val="000000"/>
                          </a:solidFill>
                          <a:latin typeface="Cambria Math" panose="02040503050406030204" pitchFamily="18" charset="0"/>
                        </a:rPr>
                        <m:t>=</m:t>
                      </m:r>
                      <m:d>
                        <m:dPr>
                          <m:begChr m:val="{"/>
                          <m:endChr m:val=""/>
                          <m:ctrlPr>
                            <a:rPr lang="en-US" altLang="zh-CN" sz="1200" b="0" i="1">
                              <a:solidFill>
                                <a:srgbClr val="000000"/>
                              </a:solidFill>
                              <a:latin typeface="Cambria Math" panose="02040503050406030204" pitchFamily="18" charset="0"/>
                            </a:rPr>
                          </m:ctrlPr>
                        </m:dPr>
                        <m:e>
                          <m:eqArr>
                            <m:eqArrPr>
                              <m:ctrlPr>
                                <a:rPr lang="en-US" altLang="zh-CN" sz="1200" b="0" i="1">
                                  <a:solidFill>
                                    <a:srgbClr val="000000"/>
                                  </a:solidFill>
                                  <a:latin typeface="Cambria Math" panose="02040503050406030204" pitchFamily="18" charset="0"/>
                                </a:rPr>
                              </m:ctrlPr>
                            </m:eqArrPr>
                            <m:e>
                              <m:r>
                                <a:rPr lang="en-US" altLang="zh-CN" sz="1200" b="0" i="1" smtClean="0">
                                  <a:solidFill>
                                    <a:srgbClr val="000000"/>
                                  </a:solidFill>
                                  <a:latin typeface="Cambria Math" panose="02040503050406030204" pitchFamily="18" charset="0"/>
                                </a:rPr>
                                <m:t>𝑥</m:t>
                              </m:r>
                              <m:r>
                                <a:rPr lang="en-US" altLang="zh-CN" sz="1200" b="0" smtClean="0">
                                  <a:solidFill>
                                    <a:srgbClr val="000000"/>
                                  </a:solidFill>
                                  <a:latin typeface="Cambria Math" panose="02040503050406030204" pitchFamily="18" charset="0"/>
                                </a:rPr>
                                <m:t>                        (</m:t>
                              </m:r>
                              <m:r>
                                <a:rPr lang="en-US" altLang="zh-CN" sz="1200" b="0" i="1" smtClean="0">
                                  <a:solidFill>
                                    <a:srgbClr val="000000"/>
                                  </a:solidFill>
                                  <a:latin typeface="Cambria Math" panose="02040503050406030204" pitchFamily="18" charset="0"/>
                                </a:rPr>
                                <m:t>𝑥</m:t>
                              </m:r>
                              <m:r>
                                <a:rPr lang="en-US" altLang="zh-CN" sz="1200" b="0" smtClean="0">
                                  <a:solidFill>
                                    <a:srgbClr val="000000"/>
                                  </a:solidFill>
                                  <a:latin typeface="Cambria Math" panose="02040503050406030204" pitchFamily="18" charset="0"/>
                                </a:rPr>
                                <m:t>≥</m:t>
                              </m:r>
                              <m:r>
                                <a:rPr lang="en-US" altLang="zh-CN" sz="1200" b="0" i="1" smtClean="0">
                                  <a:solidFill>
                                    <a:srgbClr val="000000"/>
                                  </a:solidFill>
                                  <a:latin typeface="Cambria Math" panose="02040503050406030204" pitchFamily="18" charset="0"/>
                                </a:rPr>
                                <m:t>0</m:t>
                              </m:r>
                              <m:r>
                                <a:rPr lang="en-US" altLang="zh-CN" sz="1200" b="0" smtClean="0">
                                  <a:solidFill>
                                    <a:srgbClr val="000000"/>
                                  </a:solidFill>
                                  <a:latin typeface="Cambria Math" panose="02040503050406030204" pitchFamily="18" charset="0"/>
                                </a:rPr>
                                <m:t>)</m:t>
                              </m:r>
                            </m:e>
                            <m:e>
                              <m:r>
                                <a:rPr lang="en-US" altLang="zh-CN" sz="1200" b="0" i="1" smtClean="0">
                                  <a:solidFill>
                                    <a:srgbClr val="000000"/>
                                  </a:solidFill>
                                  <a:latin typeface="Cambria Math" panose="02040503050406030204" pitchFamily="18" charset="0"/>
                                </a:rPr>
                                <m:t>𝑎</m:t>
                              </m:r>
                              <m:d>
                                <m:dPr>
                                  <m:ctrlPr>
                                    <a:rPr lang="en-US" altLang="zh-CN" sz="1200" b="0" i="1">
                                      <a:solidFill>
                                        <a:srgbClr val="000000"/>
                                      </a:solidFill>
                                      <a:latin typeface="Cambria Math" panose="02040503050406030204" pitchFamily="18" charset="0"/>
                                    </a:rPr>
                                  </m:ctrlPr>
                                </m:dPr>
                                <m:e>
                                  <m:sSup>
                                    <m:sSupPr>
                                      <m:ctrlPr>
                                        <a:rPr lang="en-US" altLang="zh-CN" sz="1200" b="0" i="1">
                                          <a:solidFill>
                                            <a:srgbClr val="000000"/>
                                          </a:solidFill>
                                          <a:latin typeface="Cambria Math" panose="02040503050406030204" pitchFamily="18" charset="0"/>
                                        </a:rPr>
                                      </m:ctrlPr>
                                    </m:sSupPr>
                                    <m:e>
                                      <m:r>
                                        <a:rPr lang="en-US" altLang="zh-CN" sz="1200" b="0" i="1" smtClean="0">
                                          <a:solidFill>
                                            <a:srgbClr val="000000"/>
                                          </a:solidFill>
                                          <a:latin typeface="Cambria Math" panose="02040503050406030204" pitchFamily="18" charset="0"/>
                                        </a:rPr>
                                        <m:t>𝑒</m:t>
                                      </m:r>
                                    </m:e>
                                    <m:sup>
                                      <m:r>
                                        <a:rPr lang="en-US" altLang="zh-CN" sz="1200" b="0" i="1" smtClean="0">
                                          <a:solidFill>
                                            <a:srgbClr val="000000"/>
                                          </a:solidFill>
                                          <a:latin typeface="Cambria Math" panose="02040503050406030204" pitchFamily="18" charset="0"/>
                                        </a:rPr>
                                        <m:t>𝑥</m:t>
                                      </m:r>
                                    </m:sup>
                                  </m:sSup>
                                  <m:r>
                                    <a:rPr lang="en-US" altLang="zh-CN" sz="1200" b="0" smtClean="0">
                                      <a:solidFill>
                                        <a:srgbClr val="000000"/>
                                      </a:solidFill>
                                      <a:latin typeface="Cambria Math" panose="02040503050406030204" pitchFamily="18" charset="0"/>
                                    </a:rPr>
                                    <m:t>−</m:t>
                                  </m:r>
                                  <m:r>
                                    <a:rPr lang="en-US" altLang="zh-CN" sz="1200" b="0" i="1" smtClean="0">
                                      <a:solidFill>
                                        <a:srgbClr val="000000"/>
                                      </a:solidFill>
                                      <a:latin typeface="Cambria Math" panose="02040503050406030204" pitchFamily="18" charset="0"/>
                                    </a:rPr>
                                    <m:t>1</m:t>
                                  </m:r>
                                </m:e>
                              </m:d>
                              <m:r>
                                <a:rPr lang="en-US" altLang="zh-CN" sz="1200" b="0" smtClean="0">
                                  <a:solidFill>
                                    <a:srgbClr val="000000"/>
                                  </a:solidFill>
                                  <a:latin typeface="Cambria Math" panose="02040503050406030204" pitchFamily="18" charset="0"/>
                                </a:rPr>
                                <m:t>        (</m:t>
                              </m:r>
                              <m:r>
                                <a:rPr lang="en-US" altLang="zh-CN" sz="1200" b="0" i="1" smtClean="0">
                                  <a:solidFill>
                                    <a:srgbClr val="000000"/>
                                  </a:solidFill>
                                  <a:latin typeface="Cambria Math" panose="02040503050406030204" pitchFamily="18" charset="0"/>
                                </a:rPr>
                                <m:t>𝑥</m:t>
                              </m:r>
                              <m:r>
                                <a:rPr lang="en-US" altLang="zh-CN" sz="1200" b="0" smtClean="0">
                                  <a:solidFill>
                                    <a:srgbClr val="000000"/>
                                  </a:solidFill>
                                  <a:latin typeface="Cambria Math" panose="02040503050406030204" pitchFamily="18" charset="0"/>
                                </a:rPr>
                                <m:t>&lt;</m:t>
                              </m:r>
                              <m:r>
                                <a:rPr lang="en-US" altLang="zh-CN" sz="1200" b="0" i="1" smtClean="0">
                                  <a:solidFill>
                                    <a:srgbClr val="000000"/>
                                  </a:solidFill>
                                  <a:latin typeface="Cambria Math" panose="02040503050406030204" pitchFamily="18" charset="0"/>
                                </a:rPr>
                                <m:t>0</m:t>
                              </m:r>
                              <m:r>
                                <a:rPr lang="en-US" altLang="zh-CN" sz="1200" b="0" smtClean="0">
                                  <a:solidFill>
                                    <a:srgbClr val="000000"/>
                                  </a:solidFill>
                                  <a:latin typeface="Cambria Math" panose="02040503050406030204" pitchFamily="18" charset="0"/>
                                </a:rPr>
                                <m:t>)</m:t>
                              </m:r>
                            </m:e>
                          </m:eqArr>
                        </m:e>
                      </m:d>
                    </m:oMath>
                  </m:oMathPara>
                </a14:m>
                <a:endParaRPr lang="en-US" altLang="zh-CN" sz="1200" b="0" dirty="0">
                  <a:solidFill>
                    <a:srgbClr val="000000"/>
                  </a:solidFill>
                  <a:latin typeface="Arial" panose="020B0604020202020204" pitchFamily="34" charset="0"/>
                  <a:ea typeface="微软雅黑" panose="020B0503020204020204" pitchFamily="34" charset="-122"/>
                  <a:cs typeface="Arial" panose="020B0604020202020204" pitchFamily="34" charset="0"/>
                </a:endParaRPr>
              </a:p>
            </p:txBody>
          </p:sp>
        </mc:Choice>
        <mc:Fallback>
          <p:sp>
            <p:nvSpPr>
              <p:cNvPr id="4" name="文本框 3">
                <a:extLst>
                  <a:ext uri="{FF2B5EF4-FFF2-40B4-BE49-F238E27FC236}">
                    <a16:creationId xmlns:a16="http://schemas.microsoft.com/office/drawing/2014/main" id="{BE4FF294-337A-4648-3F51-50F2E39EE8AB}"/>
                  </a:ext>
                </a:extLst>
              </p:cNvPr>
              <p:cNvSpPr txBox="1">
                <a:spLocks noRot="1" noChangeAspect="1" noMove="1" noResize="1" noEditPoints="1" noAdjustHandles="1" noChangeArrowheads="1" noChangeShapeType="1" noTextEdit="1"/>
              </p:cNvSpPr>
              <p:nvPr/>
            </p:nvSpPr>
            <p:spPr>
              <a:xfrm>
                <a:off x="2171105" y="2102290"/>
                <a:ext cx="7854553" cy="2894960"/>
              </a:xfrm>
              <a:prstGeom prst="rect">
                <a:avLst/>
              </a:prstGeom>
              <a:blipFill>
                <a:blip r:embed="rId2"/>
                <a:stretch>
                  <a:fillRect l="-621"/>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90772147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E87B57D-1662-61C2-A8ED-0004051832CA}"/>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1420CE65-F6FC-B4AE-0D8F-CBE2102256B7}"/>
              </a:ext>
            </a:extLst>
          </p:cNvPr>
          <p:cNvSpPr txBox="1">
            <a:spLocks/>
          </p:cNvSpPr>
          <p:nvPr/>
        </p:nvSpPr>
        <p:spPr>
          <a:xfrm>
            <a:off x="2477036" y="411900"/>
            <a:ext cx="7242688" cy="584775"/>
          </a:xfrm>
          <a:prstGeom prst="rect">
            <a:avLst/>
          </a:prstGeom>
        </p:spPr>
        <p:txBody>
          <a:bodyPr wrap="none">
            <a:spAutoFit/>
          </a:bodyPr>
          <a:lstStyle>
            <a:lvl1pPr algn="l" defTabSz="1187798" rtl="0" eaLnBrk="1" latinLnBrk="0" hangingPunct="1">
              <a:lnSpc>
                <a:spcPct val="90000"/>
              </a:lnSpc>
              <a:spcBef>
                <a:spcPct val="0"/>
              </a:spcBef>
              <a:buNone/>
              <a:defRPr sz="5716" kern="1200">
                <a:solidFill>
                  <a:schemeClr val="tx1"/>
                </a:solidFill>
                <a:latin typeface="+mj-lt"/>
                <a:ea typeface="+mj-ea"/>
                <a:cs typeface="+mj-cs"/>
              </a:defRPr>
            </a:lvl1pPr>
          </a:lstStyle>
          <a:p>
            <a:pPr algn="ctr">
              <a:lnSpc>
                <a:spcPct val="100000"/>
              </a:lnSpc>
            </a:pPr>
            <a:r>
              <a:rPr lang="zh-CN" altLang="en-US" sz="3200" b="1" dirty="0">
                <a:solidFill>
                  <a:srgbClr val="000000"/>
                </a:solidFill>
                <a:latin typeface="Arial" panose="020B0604020202020204" pitchFamily="34" charset="0"/>
                <a:ea typeface="微软雅黑" panose="020B0503020204020204" pitchFamily="34" charset="-122"/>
                <a:cs typeface="Arial" panose="020B0604020202020204" pitchFamily="34" charset="0"/>
              </a:rPr>
              <a:t>自注意力算子在</a:t>
            </a:r>
            <a:r>
              <a:rPr lang="en-US" altLang="zh-CN" sz="3200" b="1" dirty="0">
                <a:solidFill>
                  <a:srgbClr val="000000"/>
                </a:solidFill>
                <a:latin typeface="Arial" panose="020B0604020202020204" pitchFamily="34" charset="0"/>
                <a:ea typeface="微软雅黑" panose="020B0503020204020204" pitchFamily="34" charset="-122"/>
                <a:cs typeface="Arial" panose="020B0604020202020204" pitchFamily="34" charset="0"/>
              </a:rPr>
              <a:t>GPU</a:t>
            </a:r>
            <a:r>
              <a:rPr lang="zh-CN" altLang="en-US" sz="3200" b="1" dirty="0">
                <a:solidFill>
                  <a:srgbClr val="000000"/>
                </a:solidFill>
                <a:latin typeface="Arial" panose="020B0604020202020204" pitchFamily="34" charset="0"/>
                <a:ea typeface="微软雅黑" panose="020B0503020204020204" pitchFamily="34" charset="-122"/>
                <a:cs typeface="Arial" panose="020B0604020202020204" pitchFamily="34" charset="0"/>
              </a:rPr>
              <a:t>上的加速计算发展</a:t>
            </a:r>
          </a:p>
        </p:txBody>
      </p:sp>
      <p:sp>
        <p:nvSpPr>
          <p:cNvPr id="3" name="文本占位符 2">
            <a:extLst>
              <a:ext uri="{FF2B5EF4-FFF2-40B4-BE49-F238E27FC236}">
                <a16:creationId xmlns:a16="http://schemas.microsoft.com/office/drawing/2014/main" id="{46E5DB3E-0B5D-99AA-E11F-DBF18447DB25}"/>
              </a:ext>
            </a:extLst>
          </p:cNvPr>
          <p:cNvSpPr txBox="1">
            <a:spLocks/>
          </p:cNvSpPr>
          <p:nvPr/>
        </p:nvSpPr>
        <p:spPr>
          <a:xfrm>
            <a:off x="2583476" y="2045095"/>
            <a:ext cx="7029810" cy="2767809"/>
          </a:xfrm>
          <a:prstGeom prst="rect">
            <a:avLst/>
          </a:prstGeom>
        </p:spPr>
        <p:txBody>
          <a:bodyPr wrap="none">
            <a:spAutoFit/>
          </a:bodyPr>
          <a:lstStyle>
            <a:lvl1pPr marL="296950" indent="-296950" algn="l" defTabSz="1187798" rtl="0" eaLnBrk="1" latinLnBrk="0" hangingPunct="1">
              <a:lnSpc>
                <a:spcPct val="90000"/>
              </a:lnSpc>
              <a:spcBef>
                <a:spcPts val="1299"/>
              </a:spcBef>
              <a:buFont typeface="Arial" panose="020B0604020202020204" pitchFamily="34" charset="0"/>
              <a:buChar char="•"/>
              <a:defRPr sz="3636" kern="1200">
                <a:solidFill>
                  <a:schemeClr val="tx1"/>
                </a:solidFill>
                <a:latin typeface="+mn-lt"/>
                <a:ea typeface="+mn-ea"/>
                <a:cs typeface="+mn-cs"/>
              </a:defRPr>
            </a:lvl1pPr>
            <a:lvl2pPr marL="890849" indent="-296950" algn="l" defTabSz="1187798" rtl="0" eaLnBrk="1" latinLnBrk="0" hangingPunct="1">
              <a:lnSpc>
                <a:spcPct val="90000"/>
              </a:lnSpc>
              <a:spcBef>
                <a:spcPts val="650"/>
              </a:spcBef>
              <a:buFont typeface="Arial" panose="020B0604020202020204" pitchFamily="34" charset="0"/>
              <a:buChar char="•"/>
              <a:defRPr sz="3118" kern="1200">
                <a:solidFill>
                  <a:schemeClr val="tx1"/>
                </a:solidFill>
                <a:latin typeface="+mn-lt"/>
                <a:ea typeface="+mn-ea"/>
                <a:cs typeface="+mn-cs"/>
              </a:defRPr>
            </a:lvl2pPr>
            <a:lvl3pPr marL="1484748" indent="-296950" algn="l" defTabSz="1187798" rtl="0" eaLnBrk="1" latinLnBrk="0" hangingPunct="1">
              <a:lnSpc>
                <a:spcPct val="90000"/>
              </a:lnSpc>
              <a:spcBef>
                <a:spcPts val="650"/>
              </a:spcBef>
              <a:buFont typeface="Arial" panose="020B0604020202020204" pitchFamily="34" charset="0"/>
              <a:buChar char="•"/>
              <a:defRPr sz="2598" kern="1200">
                <a:solidFill>
                  <a:schemeClr val="tx1"/>
                </a:solidFill>
                <a:latin typeface="+mn-lt"/>
                <a:ea typeface="+mn-ea"/>
                <a:cs typeface="+mn-cs"/>
              </a:defRPr>
            </a:lvl3pPr>
            <a:lvl4pPr marL="2078648" indent="-296950" algn="l" defTabSz="1187798" rtl="0" eaLnBrk="1" latinLnBrk="0" hangingPunct="1">
              <a:lnSpc>
                <a:spcPct val="90000"/>
              </a:lnSpc>
              <a:spcBef>
                <a:spcPts val="650"/>
              </a:spcBef>
              <a:buFont typeface="Arial" panose="020B0604020202020204" pitchFamily="34" charset="0"/>
              <a:buChar char="•"/>
              <a:defRPr sz="2338" kern="1200">
                <a:solidFill>
                  <a:schemeClr val="tx1"/>
                </a:solidFill>
                <a:latin typeface="+mn-lt"/>
                <a:ea typeface="+mn-ea"/>
                <a:cs typeface="+mn-cs"/>
              </a:defRPr>
            </a:lvl4pPr>
            <a:lvl5pPr marL="2672547" indent="-296950" algn="l" defTabSz="1187798" rtl="0" eaLnBrk="1" latinLnBrk="0" hangingPunct="1">
              <a:lnSpc>
                <a:spcPct val="90000"/>
              </a:lnSpc>
              <a:spcBef>
                <a:spcPts val="650"/>
              </a:spcBef>
              <a:buFont typeface="Arial" panose="020B0604020202020204" pitchFamily="34" charset="0"/>
              <a:buChar char="•"/>
              <a:defRPr sz="2338" kern="1200">
                <a:solidFill>
                  <a:schemeClr val="tx1"/>
                </a:solidFill>
                <a:latin typeface="+mn-lt"/>
                <a:ea typeface="+mn-ea"/>
                <a:cs typeface="+mn-cs"/>
              </a:defRPr>
            </a:lvl5pPr>
            <a:lvl6pPr marL="3266447" indent="-296950" algn="l" defTabSz="1187798" rtl="0" eaLnBrk="1" latinLnBrk="0" hangingPunct="1">
              <a:lnSpc>
                <a:spcPct val="90000"/>
              </a:lnSpc>
              <a:spcBef>
                <a:spcPts val="650"/>
              </a:spcBef>
              <a:buFont typeface="Arial" panose="020B0604020202020204" pitchFamily="34" charset="0"/>
              <a:buChar char="•"/>
              <a:defRPr sz="2338" kern="1200">
                <a:solidFill>
                  <a:schemeClr val="tx1"/>
                </a:solidFill>
                <a:latin typeface="+mn-lt"/>
                <a:ea typeface="+mn-ea"/>
                <a:cs typeface="+mn-cs"/>
              </a:defRPr>
            </a:lvl6pPr>
            <a:lvl7pPr marL="3860346" indent="-296950" algn="l" defTabSz="1187798" rtl="0" eaLnBrk="1" latinLnBrk="0" hangingPunct="1">
              <a:lnSpc>
                <a:spcPct val="90000"/>
              </a:lnSpc>
              <a:spcBef>
                <a:spcPts val="650"/>
              </a:spcBef>
              <a:buFont typeface="Arial" panose="020B0604020202020204" pitchFamily="34" charset="0"/>
              <a:buChar char="•"/>
              <a:defRPr sz="2338" kern="1200">
                <a:solidFill>
                  <a:schemeClr val="tx1"/>
                </a:solidFill>
                <a:latin typeface="+mn-lt"/>
                <a:ea typeface="+mn-ea"/>
                <a:cs typeface="+mn-cs"/>
              </a:defRPr>
            </a:lvl7pPr>
            <a:lvl8pPr marL="4454245" indent="-296950" algn="l" defTabSz="1187798" rtl="0" eaLnBrk="1" latinLnBrk="0" hangingPunct="1">
              <a:lnSpc>
                <a:spcPct val="90000"/>
              </a:lnSpc>
              <a:spcBef>
                <a:spcPts val="650"/>
              </a:spcBef>
              <a:buFont typeface="Arial" panose="020B0604020202020204" pitchFamily="34" charset="0"/>
              <a:buChar char="•"/>
              <a:defRPr sz="2338" kern="1200">
                <a:solidFill>
                  <a:schemeClr val="tx1"/>
                </a:solidFill>
                <a:latin typeface="+mn-lt"/>
                <a:ea typeface="+mn-ea"/>
                <a:cs typeface="+mn-cs"/>
              </a:defRPr>
            </a:lvl8pPr>
            <a:lvl9pPr marL="5048144" indent="-296950" algn="l" defTabSz="1187798" rtl="0" eaLnBrk="1" latinLnBrk="0" hangingPunct="1">
              <a:lnSpc>
                <a:spcPct val="90000"/>
              </a:lnSpc>
              <a:spcBef>
                <a:spcPts val="650"/>
              </a:spcBef>
              <a:buFont typeface="Arial" panose="020B0604020202020204" pitchFamily="34" charset="0"/>
              <a:buChar char="•"/>
              <a:defRPr sz="2338" kern="1200">
                <a:solidFill>
                  <a:schemeClr val="tx1"/>
                </a:solidFill>
                <a:latin typeface="+mn-lt"/>
                <a:ea typeface="+mn-ea"/>
                <a:cs typeface="+mn-cs"/>
              </a:defRPr>
            </a:lvl9pPr>
          </a:lstStyle>
          <a:p>
            <a:pPr marL="0" indent="0">
              <a:lnSpc>
                <a:spcPct val="150000"/>
              </a:lnSpc>
              <a:spcBef>
                <a:spcPts val="0"/>
              </a:spcBef>
              <a:buNone/>
            </a:pPr>
            <a:r>
              <a:rPr lang="en-US" altLang="zh-CN" sz="1800" b="1" dirty="0" err="1">
                <a:solidFill>
                  <a:srgbClr val="C00000"/>
                </a:solidFill>
                <a:latin typeface="Arial" panose="020B0604020202020204" pitchFamily="34" charset="0"/>
                <a:ea typeface="微软雅黑" panose="020B0503020204020204" pitchFamily="34" charset="-122"/>
                <a:cs typeface="Arial" panose="020B0604020202020204" pitchFamily="34" charset="0"/>
              </a:rPr>
              <a:t>FlashAttention</a:t>
            </a:r>
            <a:endParaRPr lang="zh-CN" altLang="en-US" sz="1800" b="1" dirty="0">
              <a:solidFill>
                <a:srgbClr val="C00000"/>
              </a:solidFill>
              <a:latin typeface="Arial" panose="020B0604020202020204" pitchFamily="34" charset="0"/>
              <a:ea typeface="微软雅黑" panose="020B0503020204020204" pitchFamily="34" charset="-122"/>
              <a:cs typeface="Arial" panose="020B0604020202020204" pitchFamily="34" charset="0"/>
            </a:endParaRPr>
          </a:p>
          <a:p>
            <a:pPr marL="0" lvl="1" indent="0">
              <a:lnSpc>
                <a:spcPct val="150000"/>
              </a:lnSpc>
              <a:spcBef>
                <a:spcPts val="0"/>
              </a:spcBef>
              <a:buNone/>
              <a:defRPr>
                <a:solidFill>
                  <a:srgbClr val="000000"/>
                </a:solidFill>
              </a:defRPr>
            </a:pPr>
            <a:r>
              <a:rPr lang="en-US" altLang="zh-CN" sz="1200" b="1" dirty="0" err="1">
                <a:solidFill>
                  <a:srgbClr val="000000"/>
                </a:solidFill>
                <a:latin typeface="Arial" panose="020B0604020202020204" pitchFamily="34" charset="0"/>
                <a:ea typeface="微软雅黑" panose="020B0503020204020204" pitchFamily="34" charset="-122"/>
                <a:cs typeface="Arial" panose="020B0604020202020204" pitchFamily="34" charset="0"/>
              </a:rPr>
              <a:t>FlashAttention</a:t>
            </a:r>
            <a:r>
              <a:rPr lang="zh-CN" altLang="en-US" sz="1200" b="1" dirty="0">
                <a:solidFill>
                  <a:srgbClr val="000000"/>
                </a:solidFill>
                <a:latin typeface="Arial" panose="020B0604020202020204" pitchFamily="34" charset="0"/>
                <a:ea typeface="微软雅黑" panose="020B0503020204020204" pitchFamily="34" charset="-122"/>
                <a:cs typeface="Arial" panose="020B0604020202020204" pitchFamily="34" charset="0"/>
              </a:rPr>
              <a:t>：这种算法是一种优化</a:t>
            </a:r>
            <a:r>
              <a:rPr lang="en-US" altLang="zh-CN" sz="1200" b="1" dirty="0">
                <a:solidFill>
                  <a:srgbClr val="000000"/>
                </a:solidFill>
                <a:latin typeface="Arial" panose="020B0604020202020204" pitchFamily="34" charset="0"/>
                <a:ea typeface="微软雅黑" panose="020B0503020204020204" pitchFamily="34" charset="-122"/>
                <a:cs typeface="Arial" panose="020B0604020202020204" pitchFamily="34" charset="0"/>
              </a:rPr>
              <a:t>I/O</a:t>
            </a:r>
            <a:r>
              <a:rPr lang="zh-CN" altLang="en-US" sz="1200" b="1" dirty="0">
                <a:solidFill>
                  <a:srgbClr val="000000"/>
                </a:solidFill>
                <a:latin typeface="Arial" panose="020B0604020202020204" pitchFamily="34" charset="0"/>
                <a:ea typeface="微软雅黑" panose="020B0503020204020204" pitchFamily="34" charset="-122"/>
                <a:cs typeface="Arial" panose="020B0604020202020204" pitchFamily="34" charset="0"/>
              </a:rPr>
              <a:t>访存开销的精确注意力算法，其优化内容如下。</a:t>
            </a:r>
            <a:endParaRPr lang="en-US" altLang="zh-CN" sz="1200" b="1" dirty="0">
              <a:solidFill>
                <a:srgbClr val="000000"/>
              </a:solidFill>
              <a:latin typeface="Arial" panose="020B0604020202020204" pitchFamily="34" charset="0"/>
              <a:ea typeface="微软雅黑" panose="020B0503020204020204" pitchFamily="34" charset="-122"/>
              <a:cs typeface="Arial" panose="020B0604020202020204" pitchFamily="34" charset="0"/>
            </a:endParaRPr>
          </a:p>
          <a:p>
            <a:pPr marL="126000" lvl="2" indent="-126000">
              <a:lnSpc>
                <a:spcPct val="150000"/>
              </a:lnSpc>
              <a:spcBef>
                <a:spcPts val="0"/>
              </a:spcBef>
              <a:defRPr>
                <a:solidFill>
                  <a:srgbClr val="000000"/>
                </a:solidFill>
              </a:defRPr>
            </a:pPr>
            <a:r>
              <a:rPr lang="en-US" altLang="zh-CN" sz="1200" dirty="0">
                <a:solidFill>
                  <a:srgbClr val="000000"/>
                </a:solidFill>
                <a:latin typeface="Arial" panose="020B0604020202020204" pitchFamily="34" charset="0"/>
                <a:ea typeface="微软雅黑" panose="020B0503020204020204" pitchFamily="34" charset="-122"/>
                <a:cs typeface="Arial" panose="020B0604020202020204" pitchFamily="34" charset="0"/>
              </a:rPr>
              <a:t>Tiling</a:t>
            </a:r>
            <a:r>
              <a:rPr lang="zh-CN" altLang="en-US" sz="1200" dirty="0">
                <a:solidFill>
                  <a:srgbClr val="000000"/>
                </a:solidFill>
                <a:latin typeface="Arial" panose="020B0604020202020204" pitchFamily="34" charset="0"/>
                <a:ea typeface="微软雅黑" panose="020B0503020204020204" pitchFamily="34" charset="-122"/>
                <a:cs typeface="Arial" panose="020B0604020202020204" pitchFamily="34" charset="0"/>
              </a:rPr>
              <a:t>：利用更高速的</a:t>
            </a:r>
            <a:r>
              <a:rPr lang="en-US" altLang="zh-CN" sz="1200" dirty="0">
                <a:solidFill>
                  <a:srgbClr val="000000"/>
                </a:solidFill>
                <a:latin typeface="Arial" panose="020B0604020202020204" pitchFamily="34" charset="0"/>
                <a:ea typeface="微软雅黑" panose="020B0503020204020204" pitchFamily="34" charset="-122"/>
                <a:cs typeface="Arial" panose="020B0604020202020204" pitchFamily="34" charset="0"/>
              </a:rPr>
              <a:t>SRAM</a:t>
            </a:r>
            <a:r>
              <a:rPr lang="zh-CN" altLang="en-US" sz="1200" dirty="0">
                <a:solidFill>
                  <a:srgbClr val="000000"/>
                </a:solidFill>
                <a:latin typeface="Arial" panose="020B0604020202020204" pitchFamily="34" charset="0"/>
                <a:ea typeface="微软雅黑" panose="020B0503020204020204" pitchFamily="34" charset="-122"/>
                <a:cs typeface="Arial" panose="020B0604020202020204" pitchFamily="34" charset="0"/>
              </a:rPr>
              <a:t>代替</a:t>
            </a:r>
            <a:r>
              <a:rPr lang="en-US" altLang="zh-CN" sz="1200" dirty="0">
                <a:solidFill>
                  <a:srgbClr val="000000"/>
                </a:solidFill>
                <a:latin typeface="Arial" panose="020B0604020202020204" pitchFamily="34" charset="0"/>
                <a:ea typeface="微软雅黑" panose="020B0503020204020204" pitchFamily="34" charset="-122"/>
                <a:cs typeface="Arial" panose="020B0604020202020204" pitchFamily="34" charset="0"/>
              </a:rPr>
              <a:t>HBM</a:t>
            </a:r>
            <a:r>
              <a:rPr lang="zh-CN" altLang="en-US" sz="1200" dirty="0">
                <a:solidFill>
                  <a:srgbClr val="000000"/>
                </a:solidFill>
                <a:latin typeface="Arial" panose="020B0604020202020204" pitchFamily="34" charset="0"/>
                <a:ea typeface="微软雅黑" panose="020B0503020204020204" pitchFamily="34" charset="-122"/>
                <a:cs typeface="Arial" panose="020B0604020202020204" pitchFamily="34" charset="0"/>
              </a:rPr>
              <a:t>。</a:t>
            </a:r>
            <a:endParaRPr lang="en-US" altLang="zh-CN" sz="1200" dirty="0">
              <a:solidFill>
                <a:srgbClr val="000000"/>
              </a:solidFill>
              <a:latin typeface="Arial" panose="020B0604020202020204" pitchFamily="34" charset="0"/>
              <a:ea typeface="微软雅黑" panose="020B0503020204020204" pitchFamily="34" charset="-122"/>
              <a:cs typeface="Arial" panose="020B0604020202020204" pitchFamily="34" charset="0"/>
            </a:endParaRPr>
          </a:p>
          <a:p>
            <a:pPr marL="126000" lvl="2" indent="-126000">
              <a:lnSpc>
                <a:spcPct val="150000"/>
              </a:lnSpc>
              <a:spcBef>
                <a:spcPts val="0"/>
              </a:spcBef>
              <a:defRPr>
                <a:solidFill>
                  <a:srgbClr val="000000"/>
                </a:solidFill>
              </a:defRPr>
            </a:pPr>
            <a:r>
              <a:rPr lang="en-US" altLang="zh-CN" sz="1200" dirty="0" err="1">
                <a:solidFill>
                  <a:srgbClr val="000000"/>
                </a:solidFill>
                <a:latin typeface="Arial" panose="020B0604020202020204" pitchFamily="34" charset="0"/>
                <a:ea typeface="微软雅黑" panose="020B0503020204020204" pitchFamily="34" charset="-122"/>
                <a:cs typeface="Arial" panose="020B0604020202020204" pitchFamily="34" charset="0"/>
              </a:rPr>
              <a:t>Recomputation</a:t>
            </a:r>
            <a:r>
              <a:rPr lang="zh-CN" altLang="en-US" sz="1200" dirty="0">
                <a:solidFill>
                  <a:srgbClr val="000000"/>
                </a:solidFill>
                <a:latin typeface="Arial" panose="020B0604020202020204" pitchFamily="34" charset="0"/>
                <a:ea typeface="微软雅黑" panose="020B0503020204020204" pitchFamily="34" charset="-122"/>
                <a:cs typeface="Arial" panose="020B0604020202020204" pitchFamily="34" charset="0"/>
              </a:rPr>
              <a:t>：放弃中间结果写回，需要使用时再次计算。</a:t>
            </a:r>
            <a:endParaRPr lang="en-US" altLang="zh-CN" sz="1200" dirty="0">
              <a:solidFill>
                <a:srgbClr val="000000"/>
              </a:solidFill>
              <a:latin typeface="Arial" panose="020B0604020202020204" pitchFamily="34" charset="0"/>
              <a:ea typeface="微软雅黑" panose="020B0503020204020204" pitchFamily="34" charset="-122"/>
              <a:cs typeface="Arial" panose="020B0604020202020204" pitchFamily="34" charset="0"/>
            </a:endParaRPr>
          </a:p>
          <a:p>
            <a:pPr marL="126000" lvl="2" indent="-126000">
              <a:lnSpc>
                <a:spcPct val="150000"/>
              </a:lnSpc>
              <a:spcBef>
                <a:spcPts val="0"/>
              </a:spcBef>
              <a:spcAft>
                <a:spcPts val="600"/>
              </a:spcAft>
              <a:defRPr>
                <a:solidFill>
                  <a:srgbClr val="000000"/>
                </a:solidFill>
              </a:defRPr>
            </a:pPr>
            <a:r>
              <a:rPr lang="en-US" altLang="zh-CN" sz="1200" dirty="0">
                <a:solidFill>
                  <a:srgbClr val="000000"/>
                </a:solidFill>
                <a:latin typeface="Arial" panose="020B0604020202020204" pitchFamily="34" charset="0"/>
                <a:ea typeface="微软雅黑" panose="020B0503020204020204" pitchFamily="34" charset="-122"/>
                <a:cs typeface="Arial" panose="020B0604020202020204" pitchFamily="34" charset="0"/>
              </a:rPr>
              <a:t>Kernel Fusion</a:t>
            </a:r>
            <a:r>
              <a:rPr lang="zh-CN" altLang="en-US" sz="1200" dirty="0">
                <a:solidFill>
                  <a:srgbClr val="000000"/>
                </a:solidFill>
                <a:latin typeface="Arial" panose="020B0604020202020204" pitchFamily="34" charset="0"/>
                <a:ea typeface="微软雅黑" panose="020B0503020204020204" pitchFamily="34" charset="-122"/>
                <a:cs typeface="Arial" panose="020B0604020202020204" pitchFamily="34" charset="0"/>
              </a:rPr>
              <a:t>：基于</a:t>
            </a:r>
            <a:r>
              <a:rPr lang="en-US" altLang="zh-CN" sz="1200" dirty="0">
                <a:solidFill>
                  <a:srgbClr val="000000"/>
                </a:solidFill>
                <a:latin typeface="Arial" panose="020B0604020202020204" pitchFamily="34" charset="0"/>
                <a:ea typeface="微软雅黑" panose="020B0503020204020204" pitchFamily="34" charset="-122"/>
                <a:cs typeface="Arial" panose="020B0604020202020204" pitchFamily="34" charset="0"/>
              </a:rPr>
              <a:t>Tiling</a:t>
            </a:r>
            <a:r>
              <a:rPr lang="zh-CN" altLang="en-US" sz="1200" dirty="0">
                <a:solidFill>
                  <a:srgbClr val="000000"/>
                </a:solidFill>
                <a:latin typeface="Arial" panose="020B0604020202020204" pitchFamily="34" charset="0"/>
                <a:ea typeface="微软雅黑" panose="020B0503020204020204" pitchFamily="34" charset="-122"/>
                <a:cs typeface="Arial" panose="020B0604020202020204" pitchFamily="34" charset="0"/>
              </a:rPr>
              <a:t>使用一个</a:t>
            </a:r>
            <a:r>
              <a:rPr lang="en-US" altLang="zh-CN" sz="1200" dirty="0">
                <a:solidFill>
                  <a:srgbClr val="000000"/>
                </a:solidFill>
                <a:latin typeface="Arial" panose="020B0604020202020204" pitchFamily="34" charset="0"/>
                <a:ea typeface="微软雅黑" panose="020B0503020204020204" pitchFamily="34" charset="-122"/>
                <a:cs typeface="Arial" panose="020B0604020202020204" pitchFamily="34" charset="0"/>
              </a:rPr>
              <a:t>Kernel</a:t>
            </a:r>
            <a:r>
              <a:rPr lang="zh-CN" altLang="en-US" sz="1200" dirty="0">
                <a:solidFill>
                  <a:srgbClr val="000000"/>
                </a:solidFill>
                <a:latin typeface="Arial" panose="020B0604020202020204" pitchFamily="34" charset="0"/>
                <a:ea typeface="微软雅黑" panose="020B0503020204020204" pitchFamily="34" charset="-122"/>
                <a:cs typeface="Arial" panose="020B0604020202020204" pitchFamily="34" charset="0"/>
              </a:rPr>
              <a:t>完成整个计算。</a:t>
            </a:r>
            <a:endParaRPr lang="en-US" altLang="zh-CN" sz="1200" dirty="0">
              <a:solidFill>
                <a:srgbClr val="000000"/>
              </a:solidFill>
              <a:latin typeface="Arial" panose="020B0604020202020204" pitchFamily="34" charset="0"/>
              <a:ea typeface="微软雅黑" panose="020B0503020204020204" pitchFamily="34" charset="-122"/>
              <a:cs typeface="Arial" panose="020B0604020202020204" pitchFamily="34" charset="0"/>
            </a:endParaRPr>
          </a:p>
          <a:p>
            <a:pPr marL="0" lvl="1" indent="0">
              <a:lnSpc>
                <a:spcPct val="150000"/>
              </a:lnSpc>
              <a:spcBef>
                <a:spcPts val="0"/>
              </a:spcBef>
              <a:buNone/>
              <a:defRPr>
                <a:solidFill>
                  <a:srgbClr val="000000"/>
                </a:solidFill>
              </a:defRPr>
            </a:pPr>
            <a:r>
              <a:rPr lang="en-US" altLang="zh-CN" sz="1200" b="1" dirty="0">
                <a:solidFill>
                  <a:srgbClr val="000000"/>
                </a:solidFill>
                <a:latin typeface="Arial" panose="020B0604020202020204" pitchFamily="34" charset="0"/>
                <a:ea typeface="微软雅黑" panose="020B0503020204020204" pitchFamily="34" charset="-122"/>
                <a:cs typeface="Arial" panose="020B0604020202020204" pitchFamily="34" charset="0"/>
              </a:rPr>
              <a:t>FlashAttention-2</a:t>
            </a:r>
            <a:r>
              <a:rPr lang="zh-CN" altLang="en-US" sz="1200" b="1" dirty="0">
                <a:solidFill>
                  <a:srgbClr val="000000"/>
                </a:solidFill>
                <a:latin typeface="Arial" panose="020B0604020202020204" pitchFamily="34" charset="0"/>
                <a:ea typeface="微软雅黑" panose="020B0503020204020204" pitchFamily="34" charset="-122"/>
                <a:cs typeface="Arial" panose="020B0604020202020204" pitchFamily="34" charset="0"/>
              </a:rPr>
              <a:t>：进一步优化</a:t>
            </a:r>
            <a:r>
              <a:rPr lang="en-US" altLang="zh-CN" sz="1200" b="1" dirty="0" err="1">
                <a:solidFill>
                  <a:srgbClr val="000000"/>
                </a:solidFill>
                <a:latin typeface="Arial" panose="020B0604020202020204" pitchFamily="34" charset="0"/>
                <a:ea typeface="微软雅黑" panose="020B0503020204020204" pitchFamily="34" charset="-122"/>
                <a:cs typeface="Arial" panose="020B0604020202020204" pitchFamily="34" charset="0"/>
              </a:rPr>
              <a:t>FlashAttention</a:t>
            </a:r>
            <a:r>
              <a:rPr lang="zh-CN" altLang="en-US" sz="1200" b="1" dirty="0">
                <a:solidFill>
                  <a:srgbClr val="000000"/>
                </a:solidFill>
                <a:latin typeface="Arial" panose="020B0604020202020204" pitchFamily="34" charset="0"/>
                <a:ea typeface="微软雅黑" panose="020B0503020204020204" pitchFamily="34" charset="-122"/>
                <a:cs typeface="Arial" panose="020B0604020202020204" pitchFamily="34" charset="0"/>
              </a:rPr>
              <a:t>，其优化内容如下。</a:t>
            </a:r>
            <a:endParaRPr lang="en-US" altLang="zh-CN" sz="1200" b="1" dirty="0">
              <a:solidFill>
                <a:srgbClr val="000000"/>
              </a:solidFill>
              <a:latin typeface="Arial" panose="020B0604020202020204" pitchFamily="34" charset="0"/>
              <a:ea typeface="微软雅黑" panose="020B0503020204020204" pitchFamily="34" charset="-122"/>
              <a:cs typeface="Arial" panose="020B0604020202020204" pitchFamily="34" charset="0"/>
            </a:endParaRPr>
          </a:p>
          <a:p>
            <a:pPr marL="126000" lvl="2" indent="-126000">
              <a:lnSpc>
                <a:spcPct val="150000"/>
              </a:lnSpc>
              <a:spcBef>
                <a:spcPts val="0"/>
              </a:spcBef>
              <a:defRPr>
                <a:solidFill>
                  <a:srgbClr val="000000"/>
                </a:solidFill>
              </a:defRPr>
            </a:pPr>
            <a:r>
              <a:rPr lang="zh-CN" altLang="en-US" sz="1200" dirty="0">
                <a:solidFill>
                  <a:srgbClr val="000000"/>
                </a:solidFill>
                <a:latin typeface="Arial" panose="020B0604020202020204" pitchFamily="34" charset="0"/>
                <a:ea typeface="微软雅黑" panose="020B0503020204020204" pitchFamily="34" charset="-122"/>
                <a:cs typeface="Arial" panose="020B0604020202020204" pitchFamily="34" charset="0"/>
              </a:rPr>
              <a:t>减少了</a:t>
            </a:r>
            <a:r>
              <a:rPr lang="en-US" altLang="zh-CN" sz="1200" dirty="0">
                <a:solidFill>
                  <a:srgbClr val="000000"/>
                </a:solidFill>
                <a:latin typeface="Arial" panose="020B0604020202020204" pitchFamily="34" charset="0"/>
                <a:ea typeface="微软雅黑" panose="020B0503020204020204" pitchFamily="34" charset="-122"/>
                <a:cs typeface="Arial" panose="020B0604020202020204" pitchFamily="34" charset="0"/>
              </a:rPr>
              <a:t>non-</a:t>
            </a:r>
            <a:r>
              <a:rPr lang="en-US" altLang="zh-CN" sz="1200" dirty="0" err="1">
                <a:solidFill>
                  <a:srgbClr val="000000"/>
                </a:solidFill>
                <a:latin typeface="Arial" panose="020B0604020202020204" pitchFamily="34" charset="0"/>
                <a:ea typeface="微软雅黑" panose="020B0503020204020204" pitchFamily="34" charset="-122"/>
                <a:cs typeface="Arial" panose="020B0604020202020204" pitchFamily="34" charset="0"/>
              </a:rPr>
              <a:t>matmul</a:t>
            </a:r>
            <a:r>
              <a:rPr lang="en-US" altLang="zh-CN" sz="1200" dirty="0">
                <a:solidFill>
                  <a:srgbClr val="000000"/>
                </a:solidFill>
                <a:latin typeface="Arial" panose="020B0604020202020204" pitchFamily="34" charset="0"/>
                <a:ea typeface="微软雅黑" panose="020B0503020204020204" pitchFamily="34" charset="-122"/>
                <a:cs typeface="Arial" panose="020B0604020202020204" pitchFamily="34" charset="0"/>
              </a:rPr>
              <a:t> FLOPs</a:t>
            </a:r>
            <a:r>
              <a:rPr lang="zh-CN" altLang="en-US" sz="1200" dirty="0">
                <a:solidFill>
                  <a:srgbClr val="000000"/>
                </a:solidFill>
                <a:latin typeface="Arial" panose="020B0604020202020204" pitchFamily="34" charset="0"/>
                <a:ea typeface="微软雅黑" panose="020B0503020204020204" pitchFamily="34" charset="-122"/>
                <a:cs typeface="Arial" panose="020B0604020202020204" pitchFamily="34" charset="0"/>
              </a:rPr>
              <a:t>的数量，即消除掉</a:t>
            </a:r>
            <a:r>
              <a:rPr lang="en-US" altLang="zh-CN" sz="1200" dirty="0" err="1">
                <a:solidFill>
                  <a:srgbClr val="000000"/>
                </a:solidFill>
                <a:latin typeface="Arial" panose="020B0604020202020204" pitchFamily="34" charset="0"/>
                <a:ea typeface="微软雅黑" panose="020B0503020204020204" pitchFamily="34" charset="-122"/>
                <a:cs typeface="Arial" panose="020B0604020202020204" pitchFamily="34" charset="0"/>
              </a:rPr>
              <a:t>Softmax</a:t>
            </a:r>
            <a:r>
              <a:rPr lang="zh-CN" altLang="en-US" sz="1200" dirty="0">
                <a:solidFill>
                  <a:srgbClr val="000000"/>
                </a:solidFill>
                <a:latin typeface="Arial" panose="020B0604020202020204" pitchFamily="34" charset="0"/>
                <a:ea typeface="微软雅黑" panose="020B0503020204020204" pitchFamily="34" charset="-122"/>
                <a:cs typeface="Arial" panose="020B0604020202020204" pitchFamily="34" charset="0"/>
              </a:rPr>
              <a:t>中冗余的</a:t>
            </a:r>
            <a:r>
              <a:rPr lang="en-US" altLang="zh-CN" sz="1200" dirty="0">
                <a:solidFill>
                  <a:srgbClr val="000000"/>
                </a:solidFill>
                <a:latin typeface="Arial" panose="020B0604020202020204" pitchFamily="34" charset="0"/>
                <a:ea typeface="微软雅黑" panose="020B0503020204020204" pitchFamily="34" charset="-122"/>
                <a:cs typeface="Arial" panose="020B0604020202020204" pitchFamily="34" charset="0"/>
              </a:rPr>
              <a:t>rescale</a:t>
            </a:r>
            <a:r>
              <a:rPr lang="zh-CN" altLang="en-US" sz="1200" dirty="0">
                <a:solidFill>
                  <a:srgbClr val="000000"/>
                </a:solidFill>
                <a:latin typeface="Arial" panose="020B0604020202020204" pitchFamily="34" charset="0"/>
                <a:ea typeface="微软雅黑" panose="020B0503020204020204" pitchFamily="34" charset="-122"/>
                <a:cs typeface="Arial" panose="020B0604020202020204" pitchFamily="34" charset="0"/>
              </a:rPr>
              <a:t>。</a:t>
            </a:r>
            <a:endParaRPr lang="en-US" altLang="zh-CN" sz="1200" dirty="0">
              <a:solidFill>
                <a:srgbClr val="000000"/>
              </a:solidFill>
              <a:latin typeface="Arial" panose="020B0604020202020204" pitchFamily="34" charset="0"/>
              <a:ea typeface="微软雅黑" panose="020B0503020204020204" pitchFamily="34" charset="-122"/>
              <a:cs typeface="Arial" panose="020B0604020202020204" pitchFamily="34" charset="0"/>
            </a:endParaRPr>
          </a:p>
          <a:p>
            <a:pPr marL="126000" lvl="2" indent="-126000">
              <a:lnSpc>
                <a:spcPct val="150000"/>
              </a:lnSpc>
              <a:spcBef>
                <a:spcPts val="0"/>
              </a:spcBef>
              <a:defRPr>
                <a:solidFill>
                  <a:srgbClr val="000000"/>
                </a:solidFill>
              </a:defRPr>
            </a:pPr>
            <a:r>
              <a:rPr lang="zh-CN" altLang="en-US" sz="1200" dirty="0">
                <a:solidFill>
                  <a:srgbClr val="000000"/>
                </a:solidFill>
                <a:latin typeface="Arial" panose="020B0604020202020204" pitchFamily="34" charset="0"/>
                <a:ea typeface="微软雅黑" panose="020B0503020204020204" pitchFamily="34" charset="-122"/>
                <a:cs typeface="Arial" panose="020B0604020202020204" pitchFamily="34" charset="0"/>
              </a:rPr>
              <a:t>提出了在序列长度上并行化。该方法在输入序列很长，</a:t>
            </a:r>
            <a:r>
              <a:rPr lang="en-US" altLang="zh-CN" sz="1200" dirty="0">
                <a:solidFill>
                  <a:srgbClr val="000000"/>
                </a:solidFill>
                <a:latin typeface="Arial" panose="020B0604020202020204" pitchFamily="34" charset="0"/>
                <a:ea typeface="微软雅黑" panose="020B0503020204020204" pitchFamily="34" charset="-122"/>
                <a:cs typeface="Arial" panose="020B0604020202020204" pitchFamily="34" charset="0"/>
              </a:rPr>
              <a:t>batch size</a:t>
            </a:r>
            <a:r>
              <a:rPr lang="zh-CN" altLang="en-US" sz="1200" dirty="0">
                <a:solidFill>
                  <a:srgbClr val="000000"/>
                </a:solidFill>
                <a:latin typeface="Arial" panose="020B0604020202020204" pitchFamily="34" charset="0"/>
                <a:ea typeface="微软雅黑" panose="020B0503020204020204" pitchFamily="34" charset="-122"/>
                <a:cs typeface="Arial" panose="020B0604020202020204" pitchFamily="34" charset="0"/>
              </a:rPr>
              <a:t>很小的情况下增加了</a:t>
            </a:r>
            <a:r>
              <a:rPr lang="en-US" altLang="zh-CN" sz="1200" dirty="0">
                <a:solidFill>
                  <a:srgbClr val="000000"/>
                </a:solidFill>
                <a:latin typeface="Arial" panose="020B0604020202020204" pitchFamily="34" charset="0"/>
                <a:ea typeface="微软雅黑" panose="020B0503020204020204" pitchFamily="34" charset="-122"/>
                <a:cs typeface="Arial" panose="020B0604020202020204" pitchFamily="34" charset="0"/>
              </a:rPr>
              <a:t>GPU</a:t>
            </a:r>
            <a:r>
              <a:rPr lang="zh-CN" altLang="en-US" sz="1200" dirty="0">
                <a:solidFill>
                  <a:srgbClr val="000000"/>
                </a:solidFill>
                <a:latin typeface="Arial" panose="020B0604020202020204" pitchFamily="34" charset="0"/>
                <a:ea typeface="微软雅黑" panose="020B0503020204020204" pitchFamily="34" charset="-122"/>
                <a:cs typeface="Arial" panose="020B0604020202020204" pitchFamily="34" charset="0"/>
              </a:rPr>
              <a:t>利用率。</a:t>
            </a:r>
            <a:endParaRPr lang="en-US" altLang="zh-CN" sz="1200" dirty="0">
              <a:solidFill>
                <a:srgbClr val="000000"/>
              </a:solidFill>
              <a:latin typeface="Arial" panose="020B0604020202020204" pitchFamily="34" charset="0"/>
              <a:ea typeface="微软雅黑" panose="020B0503020204020204" pitchFamily="34" charset="-122"/>
              <a:cs typeface="Arial" panose="020B0604020202020204" pitchFamily="34" charset="0"/>
            </a:endParaRPr>
          </a:p>
          <a:p>
            <a:pPr marL="126000" lvl="2" indent="-126000">
              <a:lnSpc>
                <a:spcPct val="150000"/>
              </a:lnSpc>
              <a:spcBef>
                <a:spcPts val="0"/>
              </a:spcBef>
              <a:defRPr>
                <a:solidFill>
                  <a:srgbClr val="000000"/>
                </a:solidFill>
              </a:defRPr>
            </a:pPr>
            <a:r>
              <a:rPr lang="zh-CN" altLang="en-US" sz="1200" dirty="0">
                <a:solidFill>
                  <a:srgbClr val="000000"/>
                </a:solidFill>
                <a:latin typeface="Arial" panose="020B0604020202020204" pitchFamily="34" charset="0"/>
                <a:ea typeface="微软雅黑" panose="020B0503020204020204" pitchFamily="34" charset="-122"/>
                <a:cs typeface="Arial" panose="020B0604020202020204" pitchFamily="34" charset="0"/>
              </a:rPr>
              <a:t>调整内外循环的遍历顺序，进一步减少</a:t>
            </a:r>
            <a:r>
              <a:rPr lang="en-US" altLang="zh-CN" sz="1200" dirty="0">
                <a:solidFill>
                  <a:srgbClr val="000000"/>
                </a:solidFill>
                <a:latin typeface="Arial" panose="020B0604020202020204" pitchFamily="34" charset="0"/>
                <a:ea typeface="微软雅黑" panose="020B0503020204020204" pitchFamily="34" charset="-122"/>
                <a:cs typeface="Arial" panose="020B0604020202020204" pitchFamily="34" charset="0"/>
              </a:rPr>
              <a:t>I/O</a:t>
            </a:r>
            <a:r>
              <a:rPr lang="zh-CN" altLang="en-US" sz="1200" dirty="0">
                <a:solidFill>
                  <a:srgbClr val="000000"/>
                </a:solidFill>
                <a:latin typeface="Arial" panose="020B0604020202020204" pitchFamily="34" charset="0"/>
                <a:ea typeface="微软雅黑" panose="020B0503020204020204" pitchFamily="34" charset="-122"/>
                <a:cs typeface="Arial" panose="020B0604020202020204" pitchFamily="34" charset="0"/>
              </a:rPr>
              <a:t>访问开销。</a:t>
            </a:r>
            <a:endParaRPr lang="en-US" altLang="zh-CN" sz="1200" dirty="0">
              <a:solidFill>
                <a:srgbClr val="000000"/>
              </a:solidFill>
              <a:latin typeface="Arial" panose="020B0604020202020204" pitchFamily="34" charset="0"/>
              <a:ea typeface="微软雅黑" panose="020B0503020204020204" pitchFamily="34" charset="-122"/>
              <a:cs typeface="Arial" panose="020B0604020202020204" pitchFamily="34" charset="0"/>
            </a:endParaRPr>
          </a:p>
        </p:txBody>
      </p:sp>
    </p:spTree>
    <p:extLst>
      <p:ext uri="{BB962C8B-B14F-4D97-AF65-F5344CB8AC3E}">
        <p14:creationId xmlns:p14="http://schemas.microsoft.com/office/powerpoint/2010/main" val="416105366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BFA8D4-FCF3-5BC8-8559-AAB3A57E1950}"/>
            </a:ext>
          </a:extLst>
        </p:cNvPr>
        <p:cNvGrpSpPr/>
        <p:nvPr/>
      </p:nvGrpSpPr>
      <p:grpSpPr>
        <a:xfrm>
          <a:off x="0" y="0"/>
          <a:ext cx="0" cy="0"/>
          <a:chOff x="0" y="0"/>
          <a:chExt cx="0" cy="0"/>
        </a:xfrm>
      </p:grpSpPr>
      <p:sp>
        <p:nvSpPr>
          <p:cNvPr id="11" name="标题 1">
            <a:extLst>
              <a:ext uri="{FF2B5EF4-FFF2-40B4-BE49-F238E27FC236}">
                <a16:creationId xmlns:a16="http://schemas.microsoft.com/office/drawing/2014/main" id="{76FEC69D-3306-D401-24E9-18CC9E78A693}"/>
              </a:ext>
            </a:extLst>
          </p:cNvPr>
          <p:cNvSpPr txBox="1">
            <a:spLocks/>
          </p:cNvSpPr>
          <p:nvPr/>
        </p:nvSpPr>
        <p:spPr>
          <a:xfrm>
            <a:off x="5185309" y="411900"/>
            <a:ext cx="1826141" cy="584775"/>
          </a:xfrm>
          <a:prstGeom prst="rect">
            <a:avLst/>
          </a:prstGeom>
        </p:spPr>
        <p:txBody>
          <a:bodyPr wrap="none">
            <a:spAutoFit/>
          </a:bodyPr>
          <a:lstStyle>
            <a:lvl1pPr algn="l" defTabSz="1187798" rtl="0" eaLnBrk="1" latinLnBrk="0" hangingPunct="1">
              <a:lnSpc>
                <a:spcPct val="90000"/>
              </a:lnSpc>
              <a:spcBef>
                <a:spcPct val="0"/>
              </a:spcBef>
              <a:buNone/>
              <a:defRPr sz="5716" kern="1200">
                <a:solidFill>
                  <a:schemeClr val="tx1"/>
                </a:solidFill>
                <a:latin typeface="+mj-lt"/>
                <a:ea typeface="+mj-ea"/>
                <a:cs typeface="+mj-cs"/>
              </a:defRPr>
            </a:lvl1pPr>
          </a:lstStyle>
          <a:p>
            <a:pPr algn="ctr">
              <a:lnSpc>
                <a:spcPct val="100000"/>
              </a:lnSpc>
            </a:pPr>
            <a:r>
              <a:rPr lang="zh-CN" altLang="en-US" sz="3200" b="1" dirty="0">
                <a:solidFill>
                  <a:srgbClr val="000000"/>
                </a:solidFill>
                <a:latin typeface="Arial" panose="020B0604020202020204" pitchFamily="34" charset="0"/>
                <a:ea typeface="微软雅黑" panose="020B0503020204020204" pitchFamily="34" charset="-122"/>
                <a:cs typeface="Arial" panose="020B0604020202020204" pitchFamily="34" charset="0"/>
              </a:rPr>
              <a:t>本章内容</a:t>
            </a:r>
          </a:p>
        </p:txBody>
      </p:sp>
      <p:sp>
        <p:nvSpPr>
          <p:cNvPr id="21" name="矩形: 圆角 20">
            <a:extLst>
              <a:ext uri="{FF2B5EF4-FFF2-40B4-BE49-F238E27FC236}">
                <a16:creationId xmlns:a16="http://schemas.microsoft.com/office/drawing/2014/main" id="{18B86B92-4931-A4C7-E1D9-D0DB71B6AD5D}"/>
              </a:ext>
            </a:extLst>
          </p:cNvPr>
          <p:cNvSpPr/>
          <p:nvPr/>
        </p:nvSpPr>
        <p:spPr>
          <a:xfrm>
            <a:off x="3998601" y="2169545"/>
            <a:ext cx="457200" cy="457200"/>
          </a:xfrm>
          <a:prstGeom prst="roundRect">
            <a:avLst/>
          </a:prstGeom>
          <a:solidFill>
            <a:schemeClr val="bg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altLang="zh-CN" b="1" dirty="0">
                <a:solidFill>
                  <a:schemeClr val="bg1">
                    <a:lumMod val="60000"/>
                    <a:lumOff val="40000"/>
                  </a:schemeClr>
                </a:solidFill>
                <a:latin typeface="Arial" panose="020B0604020202020204" pitchFamily="34" charset="0"/>
                <a:ea typeface="微软雅黑" panose="020B0503020204020204" pitchFamily="34" charset="-122"/>
                <a:cs typeface="Arial" panose="020B0604020202020204" pitchFamily="34" charset="0"/>
              </a:rPr>
              <a:t>1</a:t>
            </a:r>
            <a:endParaRPr lang="zh-CN" altLang="en-US" b="1" dirty="0">
              <a:solidFill>
                <a:schemeClr val="bg1">
                  <a:lumMod val="60000"/>
                  <a:lumOff val="40000"/>
                </a:schemeClr>
              </a:solidFill>
              <a:latin typeface="Arial" panose="020B0604020202020204" pitchFamily="34" charset="0"/>
              <a:ea typeface="微软雅黑" panose="020B0503020204020204" pitchFamily="34" charset="-122"/>
              <a:cs typeface="Arial" panose="020B0604020202020204" pitchFamily="34" charset="0"/>
            </a:endParaRPr>
          </a:p>
        </p:txBody>
      </p:sp>
      <p:sp>
        <p:nvSpPr>
          <p:cNvPr id="22" name="文本框 21">
            <a:extLst>
              <a:ext uri="{FF2B5EF4-FFF2-40B4-BE49-F238E27FC236}">
                <a16:creationId xmlns:a16="http://schemas.microsoft.com/office/drawing/2014/main" id="{CD1C028E-744B-A162-A5CD-73BAD8F64BC5}"/>
              </a:ext>
            </a:extLst>
          </p:cNvPr>
          <p:cNvSpPr txBox="1"/>
          <p:nvPr/>
        </p:nvSpPr>
        <p:spPr>
          <a:xfrm>
            <a:off x="4551010" y="2213479"/>
            <a:ext cx="3647152" cy="369332"/>
          </a:xfrm>
          <a:prstGeom prst="rect">
            <a:avLst/>
          </a:prstGeom>
          <a:noFill/>
        </p:spPr>
        <p:txBody>
          <a:bodyPr wrap="none">
            <a:spAutoFit/>
          </a:bodyPr>
          <a:lstStyle/>
          <a:p>
            <a:pPr marL="642915" indent="-822915">
              <a:buSzTx/>
              <a:buNone/>
              <a:defRPr sz="3600">
                <a:solidFill>
                  <a:srgbClr val="FF2600"/>
                </a:solidFill>
              </a:defRPr>
            </a:pPr>
            <a:r>
              <a:rPr lang="zh-CN" altLang="en-US" sz="1800" dirty="0">
                <a:solidFill>
                  <a:schemeClr val="bg1">
                    <a:lumMod val="60000"/>
                    <a:lumOff val="40000"/>
                  </a:schemeClr>
                </a:solidFill>
                <a:latin typeface="Arial" panose="020B0604020202020204" pitchFamily="34" charset="0"/>
                <a:ea typeface="微软雅黑" panose="020B0503020204020204" pitchFamily="34" charset="-122"/>
                <a:cs typeface="Arial" panose="020B0604020202020204" pitchFamily="34" charset="0"/>
              </a:rPr>
              <a:t>大模型与自注意力算子的基础知识</a:t>
            </a:r>
          </a:p>
        </p:txBody>
      </p:sp>
      <p:sp>
        <p:nvSpPr>
          <p:cNvPr id="23" name="矩形: 圆角 22">
            <a:extLst>
              <a:ext uri="{FF2B5EF4-FFF2-40B4-BE49-F238E27FC236}">
                <a16:creationId xmlns:a16="http://schemas.microsoft.com/office/drawing/2014/main" id="{8301A551-496A-7238-D513-1D52F53AAE67}"/>
              </a:ext>
            </a:extLst>
          </p:cNvPr>
          <p:cNvSpPr/>
          <p:nvPr/>
        </p:nvSpPr>
        <p:spPr>
          <a:xfrm>
            <a:off x="3998601" y="2856782"/>
            <a:ext cx="457200" cy="457200"/>
          </a:xfrm>
          <a:prstGeom prst="round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altLang="zh-CN" b="1" dirty="0">
                <a:solidFill>
                  <a:schemeClr val="tx2"/>
                </a:solidFill>
                <a:latin typeface="Arial" panose="020B0604020202020204" pitchFamily="34" charset="0"/>
                <a:ea typeface="微软雅黑" panose="020B0503020204020204" pitchFamily="34" charset="-122"/>
                <a:cs typeface="Arial" panose="020B0604020202020204" pitchFamily="34" charset="0"/>
              </a:rPr>
              <a:t>2</a:t>
            </a:r>
            <a:endParaRPr lang="zh-CN" altLang="en-US" b="1" dirty="0">
              <a:solidFill>
                <a:schemeClr val="tx2"/>
              </a:solidFill>
              <a:latin typeface="Arial" panose="020B0604020202020204" pitchFamily="34" charset="0"/>
              <a:ea typeface="微软雅黑" panose="020B0503020204020204" pitchFamily="34" charset="-122"/>
              <a:cs typeface="Arial" panose="020B0604020202020204" pitchFamily="34" charset="0"/>
            </a:endParaRPr>
          </a:p>
        </p:txBody>
      </p:sp>
      <p:sp>
        <p:nvSpPr>
          <p:cNvPr id="24" name="文本框 23">
            <a:extLst>
              <a:ext uri="{FF2B5EF4-FFF2-40B4-BE49-F238E27FC236}">
                <a16:creationId xmlns:a16="http://schemas.microsoft.com/office/drawing/2014/main" id="{5B41EA0B-453B-1635-66D3-F9AF9B798391}"/>
              </a:ext>
            </a:extLst>
          </p:cNvPr>
          <p:cNvSpPr txBox="1"/>
          <p:nvPr/>
        </p:nvSpPr>
        <p:spPr>
          <a:xfrm>
            <a:off x="4551010" y="2900716"/>
            <a:ext cx="2723823" cy="369332"/>
          </a:xfrm>
          <a:prstGeom prst="rect">
            <a:avLst/>
          </a:prstGeom>
          <a:noFill/>
        </p:spPr>
        <p:txBody>
          <a:bodyPr wrap="none">
            <a:spAutoFit/>
          </a:bodyPr>
          <a:lstStyle/>
          <a:p>
            <a:pPr marL="642915" indent="-822915">
              <a:buSzTx/>
              <a:buNone/>
              <a:defRPr sz="3600">
                <a:solidFill>
                  <a:srgbClr val="FF2600"/>
                </a:solidFill>
              </a:defRPr>
            </a:pPr>
            <a:r>
              <a:rPr lang="zh-CN" altLang="en-US" sz="1800" b="1" dirty="0">
                <a:solidFill>
                  <a:srgbClr val="C00000"/>
                </a:solidFill>
                <a:latin typeface="Arial" panose="020B0604020202020204" pitchFamily="34" charset="0"/>
                <a:ea typeface="微软雅黑" panose="020B0503020204020204" pitchFamily="34" charset="-122"/>
                <a:cs typeface="Arial" panose="020B0604020202020204" pitchFamily="34" charset="0"/>
              </a:rPr>
              <a:t>自注意力算子的优化算法</a:t>
            </a:r>
          </a:p>
        </p:txBody>
      </p:sp>
      <p:sp>
        <p:nvSpPr>
          <p:cNvPr id="25" name="矩形: 圆角 24">
            <a:extLst>
              <a:ext uri="{FF2B5EF4-FFF2-40B4-BE49-F238E27FC236}">
                <a16:creationId xmlns:a16="http://schemas.microsoft.com/office/drawing/2014/main" id="{C77DE5CA-9CE9-0061-9FAB-587035412877}"/>
              </a:ext>
            </a:extLst>
          </p:cNvPr>
          <p:cNvSpPr/>
          <p:nvPr/>
        </p:nvSpPr>
        <p:spPr>
          <a:xfrm>
            <a:off x="3998601" y="3544019"/>
            <a:ext cx="457200" cy="457200"/>
          </a:xfrm>
          <a:prstGeom prst="roundRect">
            <a:avLst/>
          </a:prstGeom>
          <a:solidFill>
            <a:schemeClr val="bg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altLang="zh-CN" b="1" dirty="0">
                <a:solidFill>
                  <a:schemeClr val="bg1">
                    <a:lumMod val="60000"/>
                    <a:lumOff val="40000"/>
                  </a:schemeClr>
                </a:solidFill>
                <a:latin typeface="Arial" panose="020B0604020202020204" pitchFamily="34" charset="0"/>
                <a:ea typeface="微软雅黑" panose="020B0503020204020204" pitchFamily="34" charset="-122"/>
                <a:cs typeface="Arial" panose="020B0604020202020204" pitchFamily="34" charset="0"/>
              </a:rPr>
              <a:t>3</a:t>
            </a:r>
            <a:endParaRPr lang="zh-CN" altLang="en-US" b="1" dirty="0">
              <a:solidFill>
                <a:schemeClr val="bg1">
                  <a:lumMod val="60000"/>
                  <a:lumOff val="40000"/>
                </a:schemeClr>
              </a:solidFill>
              <a:latin typeface="Arial" panose="020B0604020202020204" pitchFamily="34" charset="0"/>
              <a:ea typeface="微软雅黑" panose="020B0503020204020204" pitchFamily="34" charset="-122"/>
              <a:cs typeface="Arial" panose="020B0604020202020204" pitchFamily="34" charset="0"/>
            </a:endParaRPr>
          </a:p>
        </p:txBody>
      </p:sp>
      <p:sp>
        <p:nvSpPr>
          <p:cNvPr id="26" name="文本框 25">
            <a:extLst>
              <a:ext uri="{FF2B5EF4-FFF2-40B4-BE49-F238E27FC236}">
                <a16:creationId xmlns:a16="http://schemas.microsoft.com/office/drawing/2014/main" id="{34FB519F-C8A1-110B-042B-240FE6FA73B6}"/>
              </a:ext>
            </a:extLst>
          </p:cNvPr>
          <p:cNvSpPr txBox="1"/>
          <p:nvPr/>
        </p:nvSpPr>
        <p:spPr>
          <a:xfrm>
            <a:off x="4551010" y="3587953"/>
            <a:ext cx="3185487" cy="369332"/>
          </a:xfrm>
          <a:prstGeom prst="rect">
            <a:avLst/>
          </a:prstGeom>
          <a:noFill/>
        </p:spPr>
        <p:txBody>
          <a:bodyPr wrap="none">
            <a:spAutoFit/>
          </a:bodyPr>
          <a:lstStyle/>
          <a:p>
            <a:pPr marL="642915" indent="-822915">
              <a:buSzTx/>
              <a:buNone/>
              <a:defRPr sz="3600">
                <a:solidFill>
                  <a:srgbClr val="FF2600"/>
                </a:solidFill>
              </a:defRPr>
            </a:pPr>
            <a:r>
              <a:rPr lang="zh-CN" altLang="en-US" sz="1800" dirty="0">
                <a:solidFill>
                  <a:schemeClr val="bg1">
                    <a:lumMod val="60000"/>
                    <a:lumOff val="40000"/>
                  </a:schemeClr>
                </a:solidFill>
                <a:latin typeface="Arial" panose="020B0604020202020204" pitchFamily="34" charset="0"/>
                <a:ea typeface="微软雅黑" panose="020B0503020204020204" pitchFamily="34" charset="-122"/>
                <a:cs typeface="Arial" panose="020B0604020202020204" pitchFamily="34" charset="0"/>
              </a:rPr>
              <a:t>自注意力算子前向传播的实现</a:t>
            </a:r>
          </a:p>
        </p:txBody>
      </p:sp>
      <p:sp>
        <p:nvSpPr>
          <p:cNvPr id="27" name="矩形: 圆角 26">
            <a:extLst>
              <a:ext uri="{FF2B5EF4-FFF2-40B4-BE49-F238E27FC236}">
                <a16:creationId xmlns:a16="http://schemas.microsoft.com/office/drawing/2014/main" id="{6B679DDA-9592-BB5F-F107-76454ED75F3A}"/>
              </a:ext>
            </a:extLst>
          </p:cNvPr>
          <p:cNvSpPr/>
          <p:nvPr/>
        </p:nvSpPr>
        <p:spPr>
          <a:xfrm>
            <a:off x="3998601" y="4231256"/>
            <a:ext cx="457200" cy="457200"/>
          </a:xfrm>
          <a:prstGeom prst="roundRect">
            <a:avLst/>
          </a:prstGeom>
          <a:solidFill>
            <a:schemeClr val="bg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altLang="zh-CN" b="1" dirty="0">
                <a:solidFill>
                  <a:schemeClr val="bg1">
                    <a:lumMod val="60000"/>
                    <a:lumOff val="40000"/>
                  </a:schemeClr>
                </a:solidFill>
                <a:latin typeface="Arial" panose="020B0604020202020204" pitchFamily="34" charset="0"/>
                <a:ea typeface="微软雅黑" panose="020B0503020204020204" pitchFamily="34" charset="-122"/>
                <a:cs typeface="Arial" panose="020B0604020202020204" pitchFamily="34" charset="0"/>
              </a:rPr>
              <a:t>4</a:t>
            </a:r>
            <a:endParaRPr lang="zh-CN" altLang="en-US" b="1" dirty="0">
              <a:solidFill>
                <a:schemeClr val="bg1">
                  <a:lumMod val="60000"/>
                  <a:lumOff val="40000"/>
                </a:schemeClr>
              </a:solidFill>
              <a:latin typeface="Arial" panose="020B0604020202020204" pitchFamily="34" charset="0"/>
              <a:ea typeface="微软雅黑" panose="020B0503020204020204" pitchFamily="34" charset="-122"/>
              <a:cs typeface="Arial" panose="020B0604020202020204" pitchFamily="34" charset="0"/>
            </a:endParaRPr>
          </a:p>
        </p:txBody>
      </p:sp>
      <p:sp>
        <p:nvSpPr>
          <p:cNvPr id="28" name="文本框 27">
            <a:extLst>
              <a:ext uri="{FF2B5EF4-FFF2-40B4-BE49-F238E27FC236}">
                <a16:creationId xmlns:a16="http://schemas.microsoft.com/office/drawing/2014/main" id="{14CBB353-7D2D-E6D2-B99A-4FEDD6ADA515}"/>
              </a:ext>
            </a:extLst>
          </p:cNvPr>
          <p:cNvSpPr txBox="1"/>
          <p:nvPr/>
        </p:nvSpPr>
        <p:spPr>
          <a:xfrm>
            <a:off x="4551010" y="4275190"/>
            <a:ext cx="2031325" cy="369332"/>
          </a:xfrm>
          <a:prstGeom prst="rect">
            <a:avLst/>
          </a:prstGeom>
          <a:noFill/>
        </p:spPr>
        <p:txBody>
          <a:bodyPr wrap="none">
            <a:spAutoFit/>
          </a:bodyPr>
          <a:lstStyle/>
          <a:p>
            <a:pPr marL="642915" indent="-822915">
              <a:buSzTx/>
              <a:buNone/>
              <a:defRPr sz="3600">
                <a:solidFill>
                  <a:srgbClr val="0433FF"/>
                </a:solidFill>
              </a:defRPr>
            </a:pPr>
            <a:r>
              <a:rPr lang="zh-CN" altLang="en-US" sz="1800" dirty="0">
                <a:solidFill>
                  <a:schemeClr val="bg1">
                    <a:lumMod val="60000"/>
                    <a:lumOff val="40000"/>
                  </a:schemeClr>
                </a:solidFill>
                <a:latin typeface="Arial" panose="020B0604020202020204" pitchFamily="34" charset="0"/>
                <a:ea typeface="微软雅黑" panose="020B0503020204020204" pitchFamily="34" charset="-122"/>
                <a:cs typeface="Arial" panose="020B0604020202020204" pitchFamily="34" charset="0"/>
              </a:rPr>
              <a:t>自注意力算子测试</a:t>
            </a:r>
          </a:p>
        </p:txBody>
      </p:sp>
    </p:spTree>
    <p:extLst>
      <p:ext uri="{BB962C8B-B14F-4D97-AF65-F5344CB8AC3E}">
        <p14:creationId xmlns:p14="http://schemas.microsoft.com/office/powerpoint/2010/main" val="182469470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14E99B4-C0CB-7094-4A97-3BC014BE4F98}"/>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88B23214-C02A-3945-AB3F-332CCE26E1FC}"/>
              </a:ext>
            </a:extLst>
          </p:cNvPr>
          <p:cNvSpPr txBox="1">
            <a:spLocks/>
          </p:cNvSpPr>
          <p:nvPr/>
        </p:nvSpPr>
        <p:spPr>
          <a:xfrm>
            <a:off x="2870573" y="411900"/>
            <a:ext cx="6455613" cy="584775"/>
          </a:xfrm>
          <a:prstGeom prst="rect">
            <a:avLst/>
          </a:prstGeom>
        </p:spPr>
        <p:txBody>
          <a:bodyPr wrap="none">
            <a:spAutoFit/>
          </a:bodyPr>
          <a:lstStyle>
            <a:lvl1pPr algn="l" defTabSz="1187798" rtl="0" eaLnBrk="1" latinLnBrk="0" hangingPunct="1">
              <a:lnSpc>
                <a:spcPct val="90000"/>
              </a:lnSpc>
              <a:spcBef>
                <a:spcPct val="0"/>
              </a:spcBef>
              <a:buNone/>
              <a:defRPr sz="5716" kern="1200">
                <a:solidFill>
                  <a:schemeClr val="tx1"/>
                </a:solidFill>
                <a:latin typeface="+mj-lt"/>
                <a:ea typeface="+mj-ea"/>
                <a:cs typeface="+mj-cs"/>
              </a:defRPr>
            </a:lvl1pPr>
          </a:lstStyle>
          <a:p>
            <a:pPr algn="ctr">
              <a:lnSpc>
                <a:spcPct val="100000"/>
              </a:lnSpc>
            </a:pPr>
            <a:r>
              <a:rPr lang="zh-CN" altLang="en-US" sz="3200" b="1" dirty="0">
                <a:solidFill>
                  <a:srgbClr val="000000"/>
                </a:solidFill>
                <a:latin typeface="Arial" panose="020B0604020202020204" pitchFamily="34" charset="0"/>
                <a:ea typeface="微软雅黑" panose="020B0503020204020204" pitchFamily="34" charset="-122"/>
                <a:cs typeface="Arial" panose="020B0604020202020204" pitchFamily="34" charset="0"/>
              </a:rPr>
              <a:t>自注意力算子在</a:t>
            </a:r>
            <a:r>
              <a:rPr lang="en-US" altLang="zh-CN" sz="3200" b="1" dirty="0">
                <a:solidFill>
                  <a:srgbClr val="000000"/>
                </a:solidFill>
                <a:latin typeface="Arial" panose="020B0604020202020204" pitchFamily="34" charset="0"/>
                <a:ea typeface="微软雅黑" panose="020B0503020204020204" pitchFamily="34" charset="-122"/>
                <a:cs typeface="Arial" panose="020B0604020202020204" pitchFamily="34" charset="0"/>
              </a:rPr>
              <a:t>NPU</a:t>
            </a:r>
            <a:r>
              <a:rPr lang="zh-CN" altLang="en-US" sz="3200" b="1" dirty="0">
                <a:solidFill>
                  <a:srgbClr val="000000"/>
                </a:solidFill>
                <a:latin typeface="Arial" panose="020B0604020202020204" pitchFamily="34" charset="0"/>
                <a:ea typeface="微软雅黑" panose="020B0503020204020204" pitchFamily="34" charset="-122"/>
                <a:cs typeface="Arial" panose="020B0604020202020204" pitchFamily="34" charset="0"/>
              </a:rPr>
              <a:t>上的优化思路</a:t>
            </a:r>
          </a:p>
        </p:txBody>
      </p:sp>
      <p:sp>
        <p:nvSpPr>
          <p:cNvPr id="4" name="文本框 3">
            <a:extLst>
              <a:ext uri="{FF2B5EF4-FFF2-40B4-BE49-F238E27FC236}">
                <a16:creationId xmlns:a16="http://schemas.microsoft.com/office/drawing/2014/main" id="{C8F91D8A-A0D5-4687-B636-6842CB07A4E6}"/>
              </a:ext>
            </a:extLst>
          </p:cNvPr>
          <p:cNvSpPr txBox="1"/>
          <p:nvPr/>
        </p:nvSpPr>
        <p:spPr>
          <a:xfrm>
            <a:off x="1737172" y="2706815"/>
            <a:ext cx="8722418" cy="1444370"/>
          </a:xfrm>
          <a:prstGeom prst="rect">
            <a:avLst/>
          </a:prstGeom>
          <a:noFill/>
        </p:spPr>
        <p:txBody>
          <a:bodyPr wrap="square">
            <a:spAutoFit/>
          </a:bodyPr>
          <a:lstStyle/>
          <a:p>
            <a:r>
              <a:rPr lang="en-US" altLang="zh-CN" b="1" dirty="0">
                <a:solidFill>
                  <a:srgbClr val="C00000"/>
                </a:solidFill>
                <a:latin typeface="Arial" panose="020B0604020202020204" pitchFamily="34" charset="0"/>
                <a:ea typeface="微软雅黑" panose="020B0503020204020204" pitchFamily="34" charset="-122"/>
                <a:cs typeface="Arial" panose="020B0604020202020204" pitchFamily="34" charset="0"/>
              </a:rPr>
              <a:t>NPU</a:t>
            </a:r>
            <a:r>
              <a:rPr lang="zh-CN" altLang="en-US" b="1" dirty="0">
                <a:solidFill>
                  <a:srgbClr val="C00000"/>
                </a:solidFill>
                <a:latin typeface="Arial" panose="020B0604020202020204" pitchFamily="34" charset="0"/>
                <a:ea typeface="微软雅黑" panose="020B0503020204020204" pitchFamily="34" charset="-122"/>
                <a:cs typeface="Arial" panose="020B0604020202020204" pitchFamily="34" charset="0"/>
              </a:rPr>
              <a:t>上的自注意力优化算法</a:t>
            </a:r>
          </a:p>
          <a:p>
            <a:pPr marL="126000" lvl="1" indent="-126000">
              <a:lnSpc>
                <a:spcPct val="150000"/>
              </a:lnSpc>
              <a:buFont typeface="Arial" panose="020B0604020202020204" pitchFamily="34" charset="0"/>
              <a:buChar char="•"/>
              <a:defRPr>
                <a:solidFill>
                  <a:srgbClr val="000000"/>
                </a:solidFill>
              </a:defRPr>
            </a:pPr>
            <a:r>
              <a:rPr lang="zh-CN" altLang="en-US" sz="1200" b="0" dirty="0">
                <a:latin typeface="Arial" panose="020B0604020202020204" pitchFamily="34" charset="0"/>
                <a:ea typeface="微软雅黑" panose="020B0503020204020204" pitchFamily="34" charset="-122"/>
                <a:cs typeface="Arial" panose="020B0604020202020204" pitchFamily="34" charset="0"/>
              </a:rPr>
              <a:t>鉴于</a:t>
            </a:r>
            <a:r>
              <a:rPr lang="en-US" altLang="zh-CN" sz="1200" b="0" dirty="0">
                <a:latin typeface="Arial" panose="020B0604020202020204" pitchFamily="34" charset="0"/>
                <a:ea typeface="微软雅黑" panose="020B0503020204020204" pitchFamily="34" charset="-122"/>
                <a:cs typeface="Arial" panose="020B0604020202020204" pitchFamily="34" charset="0"/>
              </a:rPr>
              <a:t>GPU</a:t>
            </a:r>
            <a:r>
              <a:rPr lang="zh-CN" altLang="en-US" sz="1200" b="0" dirty="0">
                <a:latin typeface="Arial" panose="020B0604020202020204" pitchFamily="34" charset="0"/>
                <a:ea typeface="微软雅黑" panose="020B0503020204020204" pitchFamily="34" charset="-122"/>
                <a:cs typeface="Arial" panose="020B0604020202020204" pitchFamily="34" charset="0"/>
              </a:rPr>
              <a:t>侧</a:t>
            </a:r>
            <a:r>
              <a:rPr lang="en-US" altLang="zh-CN" sz="1200" b="0" dirty="0">
                <a:latin typeface="Arial" panose="020B0604020202020204" pitchFamily="34" charset="0"/>
                <a:ea typeface="微软雅黑" panose="020B0503020204020204" pitchFamily="34" charset="-122"/>
                <a:cs typeface="Arial" panose="020B0604020202020204" pitchFamily="34" charset="0"/>
              </a:rPr>
              <a:t>FlashAttention-2</a:t>
            </a:r>
            <a:r>
              <a:rPr lang="zh-CN" altLang="en-US" sz="1200" b="0" dirty="0">
                <a:latin typeface="Arial" panose="020B0604020202020204" pitchFamily="34" charset="0"/>
                <a:ea typeface="微软雅黑" panose="020B0503020204020204" pitchFamily="34" charset="-122"/>
                <a:cs typeface="Arial" panose="020B0604020202020204" pitchFamily="34" charset="0"/>
              </a:rPr>
              <a:t>的成功，一种明显的优化</a:t>
            </a:r>
            <a:r>
              <a:rPr lang="en-US" altLang="zh-CN" sz="1200" b="0" dirty="0">
                <a:latin typeface="Arial" panose="020B0604020202020204" pitchFamily="34" charset="0"/>
                <a:ea typeface="微软雅黑" panose="020B0503020204020204" pitchFamily="34" charset="-122"/>
                <a:cs typeface="Arial" panose="020B0604020202020204" pitchFamily="34" charset="0"/>
              </a:rPr>
              <a:t>NPU</a:t>
            </a:r>
            <a:r>
              <a:rPr lang="zh-CN" altLang="en-US" sz="1200" b="0" dirty="0">
                <a:latin typeface="Arial" panose="020B0604020202020204" pitchFamily="34" charset="0"/>
                <a:ea typeface="微软雅黑" panose="020B0503020204020204" pitchFamily="34" charset="-122"/>
                <a:cs typeface="Arial" panose="020B0604020202020204" pitchFamily="34" charset="0"/>
              </a:rPr>
              <a:t>侧自注意力算法的思路就是将</a:t>
            </a:r>
            <a:r>
              <a:rPr lang="en-US" altLang="zh-CN" sz="1200" b="0" dirty="0">
                <a:latin typeface="Arial" panose="020B0604020202020204" pitchFamily="34" charset="0"/>
                <a:ea typeface="微软雅黑" panose="020B0503020204020204" pitchFamily="34" charset="-122"/>
                <a:cs typeface="Arial" panose="020B0604020202020204" pitchFamily="34" charset="0"/>
              </a:rPr>
              <a:t>GPU</a:t>
            </a:r>
            <a:r>
              <a:rPr lang="zh-CN" altLang="en-US" sz="1200" b="0" dirty="0">
                <a:latin typeface="Arial" panose="020B0604020202020204" pitchFamily="34" charset="0"/>
                <a:ea typeface="微软雅黑" panose="020B0503020204020204" pitchFamily="34" charset="-122"/>
                <a:cs typeface="Arial" panose="020B0604020202020204" pitchFamily="34" charset="0"/>
              </a:rPr>
              <a:t>侧实现的</a:t>
            </a:r>
            <a:r>
              <a:rPr lang="en-US" altLang="zh-CN" sz="1200" b="0" dirty="0">
                <a:latin typeface="Arial" panose="020B0604020202020204" pitchFamily="34" charset="0"/>
                <a:ea typeface="微软雅黑" panose="020B0503020204020204" pitchFamily="34" charset="-122"/>
                <a:cs typeface="Arial" panose="020B0604020202020204" pitchFamily="34" charset="0"/>
              </a:rPr>
              <a:t>FlashAttention-2</a:t>
            </a:r>
            <a:r>
              <a:rPr lang="zh-CN" altLang="en-US" sz="1200" b="0" dirty="0">
                <a:latin typeface="Arial" panose="020B0604020202020204" pitchFamily="34" charset="0"/>
                <a:ea typeface="微软雅黑" panose="020B0503020204020204" pitchFamily="34" charset="-122"/>
                <a:cs typeface="Arial" panose="020B0604020202020204" pitchFamily="34" charset="0"/>
              </a:rPr>
              <a:t>算法思想迁移到</a:t>
            </a:r>
            <a:r>
              <a:rPr lang="en-US" altLang="zh-CN" sz="1200" b="0" dirty="0">
                <a:latin typeface="Arial" panose="020B0604020202020204" pitchFamily="34" charset="0"/>
                <a:ea typeface="微软雅黑" panose="020B0503020204020204" pitchFamily="34" charset="-122"/>
                <a:cs typeface="Arial" panose="020B0604020202020204" pitchFamily="34" charset="0"/>
              </a:rPr>
              <a:t>NPU</a:t>
            </a:r>
            <a:r>
              <a:rPr lang="zh-CN" altLang="en-US" sz="1200" b="0" dirty="0">
                <a:latin typeface="Arial" panose="020B0604020202020204" pitchFamily="34" charset="0"/>
                <a:ea typeface="微软雅黑" panose="020B0503020204020204" pitchFamily="34" charset="-122"/>
                <a:cs typeface="Arial" panose="020B0604020202020204" pitchFamily="34" charset="0"/>
              </a:rPr>
              <a:t>侧。</a:t>
            </a:r>
            <a:endParaRPr lang="en-US" altLang="zh-CN" sz="1200" b="0" dirty="0">
              <a:latin typeface="Arial" panose="020B0604020202020204" pitchFamily="34" charset="0"/>
              <a:ea typeface="微软雅黑" panose="020B0503020204020204" pitchFamily="34" charset="-122"/>
              <a:cs typeface="Arial" panose="020B0604020202020204" pitchFamily="34" charset="0"/>
            </a:endParaRPr>
          </a:p>
          <a:p>
            <a:pPr marL="126000" lvl="1" indent="-126000">
              <a:lnSpc>
                <a:spcPct val="150000"/>
              </a:lnSpc>
              <a:buFont typeface="Arial" panose="020B0604020202020204" pitchFamily="34" charset="0"/>
              <a:buChar char="•"/>
              <a:defRPr>
                <a:solidFill>
                  <a:srgbClr val="000000"/>
                </a:solidFill>
              </a:defRPr>
            </a:pPr>
            <a:r>
              <a:rPr lang="zh-CN" altLang="en-US" sz="1200" b="0" dirty="0">
                <a:latin typeface="Arial" panose="020B0604020202020204" pitchFamily="34" charset="0"/>
                <a:ea typeface="微软雅黑" panose="020B0503020204020204" pitchFamily="34" charset="-122"/>
                <a:cs typeface="Arial" panose="020B0604020202020204" pitchFamily="34" charset="0"/>
              </a:rPr>
              <a:t>由于</a:t>
            </a:r>
            <a:r>
              <a:rPr lang="en-US" altLang="zh-CN" sz="1200" b="0" dirty="0">
                <a:latin typeface="Arial" panose="020B0604020202020204" pitchFamily="34" charset="0"/>
                <a:ea typeface="微软雅黑" panose="020B0503020204020204" pitchFamily="34" charset="-122"/>
                <a:cs typeface="Arial" panose="020B0604020202020204" pitchFamily="34" charset="0"/>
              </a:rPr>
              <a:t>GPU</a:t>
            </a:r>
            <a:r>
              <a:rPr lang="zh-CN" altLang="en-US" sz="1200" b="0" dirty="0">
                <a:latin typeface="Arial" panose="020B0604020202020204" pitchFamily="34" charset="0"/>
                <a:ea typeface="微软雅黑" panose="020B0503020204020204" pitchFamily="34" charset="-122"/>
                <a:cs typeface="Arial" panose="020B0604020202020204" pitchFamily="34" charset="0"/>
              </a:rPr>
              <a:t>和</a:t>
            </a:r>
            <a:r>
              <a:rPr lang="en-US" altLang="zh-CN" sz="1200" b="0" dirty="0">
                <a:latin typeface="Arial" panose="020B0604020202020204" pitchFamily="34" charset="0"/>
                <a:ea typeface="微软雅黑" panose="020B0503020204020204" pitchFamily="34" charset="-122"/>
                <a:cs typeface="Arial" panose="020B0604020202020204" pitchFamily="34" charset="0"/>
              </a:rPr>
              <a:t>NPU</a:t>
            </a:r>
            <a:r>
              <a:rPr lang="zh-CN" altLang="en-US" sz="1200" b="0" dirty="0">
                <a:latin typeface="Arial" panose="020B0604020202020204" pitchFamily="34" charset="0"/>
                <a:ea typeface="微软雅黑" panose="020B0503020204020204" pitchFamily="34" charset="-122"/>
                <a:cs typeface="Arial" panose="020B0604020202020204" pitchFamily="34" charset="0"/>
              </a:rPr>
              <a:t>的硬件架构不同，迁移后，针对</a:t>
            </a:r>
            <a:r>
              <a:rPr lang="en-US" altLang="zh-CN" sz="1200" b="0" dirty="0">
                <a:latin typeface="Arial" panose="020B0604020202020204" pitchFamily="34" charset="0"/>
                <a:ea typeface="微软雅黑" panose="020B0503020204020204" pitchFamily="34" charset="-122"/>
                <a:cs typeface="Arial" panose="020B0604020202020204" pitchFamily="34" charset="0"/>
              </a:rPr>
              <a:t>GPU</a:t>
            </a:r>
            <a:r>
              <a:rPr lang="zh-CN" altLang="en-US" sz="1200" b="0" dirty="0">
                <a:latin typeface="Arial" panose="020B0604020202020204" pitchFamily="34" charset="0"/>
                <a:ea typeface="微软雅黑" panose="020B0503020204020204" pitchFamily="34" charset="-122"/>
                <a:cs typeface="Arial" panose="020B0604020202020204" pitchFamily="34" charset="0"/>
              </a:rPr>
              <a:t>的并行策略可能失灵或性能降低，迁移后的算法需要考虑如何更好地适应昇腾</a:t>
            </a:r>
            <a:r>
              <a:rPr lang="en-US" altLang="zh-CN" sz="1200" b="0" dirty="0">
                <a:latin typeface="Arial" panose="020B0604020202020204" pitchFamily="34" charset="0"/>
                <a:ea typeface="微软雅黑" panose="020B0503020204020204" pitchFamily="34" charset="-122"/>
                <a:cs typeface="Arial" panose="020B0604020202020204" pitchFamily="34" charset="0"/>
              </a:rPr>
              <a:t>AI</a:t>
            </a:r>
            <a:r>
              <a:rPr lang="zh-CN" altLang="en-US" sz="1200" b="0" dirty="0">
                <a:latin typeface="Arial" panose="020B0604020202020204" pitchFamily="34" charset="0"/>
                <a:ea typeface="微软雅黑" panose="020B0503020204020204" pitchFamily="34" charset="-122"/>
                <a:cs typeface="Arial" panose="020B0604020202020204" pitchFamily="34" charset="0"/>
              </a:rPr>
              <a:t>处理器的计算单元结构。</a:t>
            </a:r>
          </a:p>
        </p:txBody>
      </p:sp>
    </p:spTree>
    <p:extLst>
      <p:ext uri="{BB962C8B-B14F-4D97-AF65-F5344CB8AC3E}">
        <p14:creationId xmlns:p14="http://schemas.microsoft.com/office/powerpoint/2010/main" val="120137810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2D594A-9A69-E232-F609-838E5C1B9987}"/>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3863141A-3C95-73A6-68C6-07775EDA30EC}"/>
              </a:ext>
            </a:extLst>
          </p:cNvPr>
          <p:cNvSpPr txBox="1">
            <a:spLocks/>
          </p:cNvSpPr>
          <p:nvPr/>
        </p:nvSpPr>
        <p:spPr>
          <a:xfrm>
            <a:off x="2870573" y="411900"/>
            <a:ext cx="6455613" cy="584775"/>
          </a:xfrm>
          <a:prstGeom prst="rect">
            <a:avLst/>
          </a:prstGeom>
        </p:spPr>
        <p:txBody>
          <a:bodyPr wrap="none">
            <a:spAutoFit/>
          </a:bodyPr>
          <a:lstStyle>
            <a:lvl1pPr algn="l" defTabSz="1187798" rtl="0" eaLnBrk="1" latinLnBrk="0" hangingPunct="1">
              <a:lnSpc>
                <a:spcPct val="90000"/>
              </a:lnSpc>
              <a:spcBef>
                <a:spcPct val="0"/>
              </a:spcBef>
              <a:buNone/>
              <a:defRPr sz="5716" kern="1200">
                <a:solidFill>
                  <a:schemeClr val="tx1"/>
                </a:solidFill>
                <a:latin typeface="+mj-lt"/>
                <a:ea typeface="+mj-ea"/>
                <a:cs typeface="+mj-cs"/>
              </a:defRPr>
            </a:lvl1pPr>
          </a:lstStyle>
          <a:p>
            <a:pPr algn="ctr">
              <a:lnSpc>
                <a:spcPct val="100000"/>
              </a:lnSpc>
            </a:pPr>
            <a:r>
              <a:rPr lang="zh-CN" altLang="en-US" sz="3200" b="1" dirty="0">
                <a:solidFill>
                  <a:srgbClr val="000000"/>
                </a:solidFill>
                <a:latin typeface="Arial" panose="020B0604020202020204" pitchFamily="34" charset="0"/>
                <a:ea typeface="微软雅黑" panose="020B0503020204020204" pitchFamily="34" charset="-122"/>
                <a:cs typeface="Arial" panose="020B0604020202020204" pitchFamily="34" charset="0"/>
              </a:rPr>
              <a:t>自注意力算子在</a:t>
            </a:r>
            <a:r>
              <a:rPr lang="en-US" altLang="zh-CN" sz="3200" b="1" dirty="0">
                <a:solidFill>
                  <a:srgbClr val="000000"/>
                </a:solidFill>
                <a:latin typeface="Arial" panose="020B0604020202020204" pitchFamily="34" charset="0"/>
                <a:ea typeface="微软雅黑" panose="020B0503020204020204" pitchFamily="34" charset="-122"/>
                <a:cs typeface="Arial" panose="020B0604020202020204" pitchFamily="34" charset="0"/>
              </a:rPr>
              <a:t>NPU</a:t>
            </a:r>
            <a:r>
              <a:rPr lang="zh-CN" altLang="en-US" sz="3200" b="1" dirty="0">
                <a:solidFill>
                  <a:srgbClr val="000000"/>
                </a:solidFill>
                <a:latin typeface="Arial" panose="020B0604020202020204" pitchFamily="34" charset="0"/>
                <a:ea typeface="微软雅黑" panose="020B0503020204020204" pitchFamily="34" charset="-122"/>
                <a:cs typeface="Arial" panose="020B0604020202020204" pitchFamily="34" charset="0"/>
              </a:rPr>
              <a:t>上的优化思路</a:t>
            </a:r>
          </a:p>
        </p:txBody>
      </p:sp>
      <p:sp>
        <p:nvSpPr>
          <p:cNvPr id="3" name="文本占位符 2">
            <a:extLst>
              <a:ext uri="{FF2B5EF4-FFF2-40B4-BE49-F238E27FC236}">
                <a16:creationId xmlns:a16="http://schemas.microsoft.com/office/drawing/2014/main" id="{F8977698-1E46-18F6-2399-2F2EDD49BB5E}"/>
              </a:ext>
            </a:extLst>
          </p:cNvPr>
          <p:cNvSpPr txBox="1">
            <a:spLocks/>
          </p:cNvSpPr>
          <p:nvPr/>
        </p:nvSpPr>
        <p:spPr>
          <a:xfrm>
            <a:off x="1260476" y="2637565"/>
            <a:ext cx="9675811" cy="1582869"/>
          </a:xfrm>
          <a:prstGeom prst="rect">
            <a:avLst/>
          </a:prstGeom>
        </p:spPr>
        <p:txBody>
          <a:bodyPr wrap="square">
            <a:spAutoFit/>
          </a:bodyPr>
          <a:lstStyle>
            <a:lvl1pPr marL="296950" indent="-296950" algn="l" defTabSz="1187798" rtl="0" eaLnBrk="1" latinLnBrk="0" hangingPunct="1">
              <a:lnSpc>
                <a:spcPct val="90000"/>
              </a:lnSpc>
              <a:spcBef>
                <a:spcPts val="1299"/>
              </a:spcBef>
              <a:buFont typeface="Arial" panose="020B0604020202020204" pitchFamily="34" charset="0"/>
              <a:buChar char="•"/>
              <a:defRPr sz="3636" kern="1200">
                <a:solidFill>
                  <a:schemeClr val="tx1"/>
                </a:solidFill>
                <a:latin typeface="+mn-lt"/>
                <a:ea typeface="+mn-ea"/>
                <a:cs typeface="+mn-cs"/>
              </a:defRPr>
            </a:lvl1pPr>
            <a:lvl2pPr marL="890849" indent="-296950" algn="l" defTabSz="1187798" rtl="0" eaLnBrk="1" latinLnBrk="0" hangingPunct="1">
              <a:lnSpc>
                <a:spcPct val="90000"/>
              </a:lnSpc>
              <a:spcBef>
                <a:spcPts val="650"/>
              </a:spcBef>
              <a:buFont typeface="Arial" panose="020B0604020202020204" pitchFamily="34" charset="0"/>
              <a:buChar char="•"/>
              <a:defRPr sz="3118" kern="1200">
                <a:solidFill>
                  <a:schemeClr val="tx1"/>
                </a:solidFill>
                <a:latin typeface="+mn-lt"/>
                <a:ea typeface="+mn-ea"/>
                <a:cs typeface="+mn-cs"/>
              </a:defRPr>
            </a:lvl2pPr>
            <a:lvl3pPr marL="1484748" indent="-296950" algn="l" defTabSz="1187798" rtl="0" eaLnBrk="1" latinLnBrk="0" hangingPunct="1">
              <a:lnSpc>
                <a:spcPct val="90000"/>
              </a:lnSpc>
              <a:spcBef>
                <a:spcPts val="650"/>
              </a:spcBef>
              <a:buFont typeface="Arial" panose="020B0604020202020204" pitchFamily="34" charset="0"/>
              <a:buChar char="•"/>
              <a:defRPr sz="2598" kern="1200">
                <a:solidFill>
                  <a:schemeClr val="tx1"/>
                </a:solidFill>
                <a:latin typeface="+mn-lt"/>
                <a:ea typeface="+mn-ea"/>
                <a:cs typeface="+mn-cs"/>
              </a:defRPr>
            </a:lvl3pPr>
            <a:lvl4pPr marL="2078648" indent="-296950" algn="l" defTabSz="1187798" rtl="0" eaLnBrk="1" latinLnBrk="0" hangingPunct="1">
              <a:lnSpc>
                <a:spcPct val="90000"/>
              </a:lnSpc>
              <a:spcBef>
                <a:spcPts val="650"/>
              </a:spcBef>
              <a:buFont typeface="Arial" panose="020B0604020202020204" pitchFamily="34" charset="0"/>
              <a:buChar char="•"/>
              <a:defRPr sz="2338" kern="1200">
                <a:solidFill>
                  <a:schemeClr val="tx1"/>
                </a:solidFill>
                <a:latin typeface="+mn-lt"/>
                <a:ea typeface="+mn-ea"/>
                <a:cs typeface="+mn-cs"/>
              </a:defRPr>
            </a:lvl4pPr>
            <a:lvl5pPr marL="2672547" indent="-296950" algn="l" defTabSz="1187798" rtl="0" eaLnBrk="1" latinLnBrk="0" hangingPunct="1">
              <a:lnSpc>
                <a:spcPct val="90000"/>
              </a:lnSpc>
              <a:spcBef>
                <a:spcPts val="650"/>
              </a:spcBef>
              <a:buFont typeface="Arial" panose="020B0604020202020204" pitchFamily="34" charset="0"/>
              <a:buChar char="•"/>
              <a:defRPr sz="2338" kern="1200">
                <a:solidFill>
                  <a:schemeClr val="tx1"/>
                </a:solidFill>
                <a:latin typeface="+mn-lt"/>
                <a:ea typeface="+mn-ea"/>
                <a:cs typeface="+mn-cs"/>
              </a:defRPr>
            </a:lvl5pPr>
            <a:lvl6pPr marL="3266447" indent="-296950" algn="l" defTabSz="1187798" rtl="0" eaLnBrk="1" latinLnBrk="0" hangingPunct="1">
              <a:lnSpc>
                <a:spcPct val="90000"/>
              </a:lnSpc>
              <a:spcBef>
                <a:spcPts val="650"/>
              </a:spcBef>
              <a:buFont typeface="Arial" panose="020B0604020202020204" pitchFamily="34" charset="0"/>
              <a:buChar char="•"/>
              <a:defRPr sz="2338" kern="1200">
                <a:solidFill>
                  <a:schemeClr val="tx1"/>
                </a:solidFill>
                <a:latin typeface="+mn-lt"/>
                <a:ea typeface="+mn-ea"/>
                <a:cs typeface="+mn-cs"/>
              </a:defRPr>
            </a:lvl6pPr>
            <a:lvl7pPr marL="3860346" indent="-296950" algn="l" defTabSz="1187798" rtl="0" eaLnBrk="1" latinLnBrk="0" hangingPunct="1">
              <a:lnSpc>
                <a:spcPct val="90000"/>
              </a:lnSpc>
              <a:spcBef>
                <a:spcPts val="650"/>
              </a:spcBef>
              <a:buFont typeface="Arial" panose="020B0604020202020204" pitchFamily="34" charset="0"/>
              <a:buChar char="•"/>
              <a:defRPr sz="2338" kern="1200">
                <a:solidFill>
                  <a:schemeClr val="tx1"/>
                </a:solidFill>
                <a:latin typeface="+mn-lt"/>
                <a:ea typeface="+mn-ea"/>
                <a:cs typeface="+mn-cs"/>
              </a:defRPr>
            </a:lvl7pPr>
            <a:lvl8pPr marL="4454245" indent="-296950" algn="l" defTabSz="1187798" rtl="0" eaLnBrk="1" latinLnBrk="0" hangingPunct="1">
              <a:lnSpc>
                <a:spcPct val="90000"/>
              </a:lnSpc>
              <a:spcBef>
                <a:spcPts val="650"/>
              </a:spcBef>
              <a:buFont typeface="Arial" panose="020B0604020202020204" pitchFamily="34" charset="0"/>
              <a:buChar char="•"/>
              <a:defRPr sz="2338" kern="1200">
                <a:solidFill>
                  <a:schemeClr val="tx1"/>
                </a:solidFill>
                <a:latin typeface="+mn-lt"/>
                <a:ea typeface="+mn-ea"/>
                <a:cs typeface="+mn-cs"/>
              </a:defRPr>
            </a:lvl8pPr>
            <a:lvl9pPr marL="5048144" indent="-296950" algn="l" defTabSz="1187798" rtl="0" eaLnBrk="1" latinLnBrk="0" hangingPunct="1">
              <a:lnSpc>
                <a:spcPct val="90000"/>
              </a:lnSpc>
              <a:spcBef>
                <a:spcPts val="650"/>
              </a:spcBef>
              <a:buFont typeface="Arial" panose="020B0604020202020204" pitchFamily="34" charset="0"/>
              <a:buChar char="•"/>
              <a:defRPr sz="2338" kern="1200">
                <a:solidFill>
                  <a:schemeClr val="tx1"/>
                </a:solidFill>
                <a:latin typeface="+mn-lt"/>
                <a:ea typeface="+mn-ea"/>
                <a:cs typeface="+mn-cs"/>
              </a:defRPr>
            </a:lvl9pPr>
          </a:lstStyle>
          <a:p>
            <a:pPr marL="0" indent="0">
              <a:lnSpc>
                <a:spcPct val="150000"/>
              </a:lnSpc>
              <a:spcBef>
                <a:spcPts val="0"/>
              </a:spcBef>
              <a:buNone/>
            </a:pPr>
            <a:r>
              <a:rPr lang="en-US" altLang="zh-CN" sz="1800" b="1" dirty="0">
                <a:solidFill>
                  <a:srgbClr val="C00000"/>
                </a:solidFill>
                <a:latin typeface="Arial" panose="020B0604020202020204" pitchFamily="34" charset="0"/>
                <a:ea typeface="微软雅黑" panose="020B0503020204020204" pitchFamily="34" charset="-122"/>
                <a:cs typeface="Arial" panose="020B0604020202020204" pitchFamily="34" charset="0"/>
              </a:rPr>
              <a:t>NPU</a:t>
            </a:r>
            <a:r>
              <a:rPr lang="zh-CN" altLang="en-US" sz="1800" b="1" dirty="0">
                <a:solidFill>
                  <a:srgbClr val="C00000"/>
                </a:solidFill>
                <a:latin typeface="Arial" panose="020B0604020202020204" pitchFamily="34" charset="0"/>
                <a:ea typeface="微软雅黑" panose="020B0503020204020204" pitchFamily="34" charset="-122"/>
                <a:cs typeface="Arial" panose="020B0604020202020204" pitchFamily="34" charset="0"/>
              </a:rPr>
              <a:t>上其他可能的优化方案</a:t>
            </a:r>
          </a:p>
          <a:p>
            <a:pPr marL="126000" lvl="1" indent="-126000">
              <a:lnSpc>
                <a:spcPct val="150000"/>
              </a:lnSpc>
              <a:spcBef>
                <a:spcPts val="0"/>
              </a:spcBef>
              <a:buFont typeface="Georgia" panose="02040502050405020303"/>
              <a:buChar char="•"/>
              <a:defRPr>
                <a:solidFill>
                  <a:srgbClr val="000000"/>
                </a:solidFill>
              </a:defRPr>
            </a:pPr>
            <a:r>
              <a:rPr lang="zh-CN" altLang="en-US" sz="1200" dirty="0">
                <a:solidFill>
                  <a:srgbClr val="000000"/>
                </a:solidFill>
                <a:latin typeface="Arial" panose="020B0604020202020204" pitchFamily="34" charset="0"/>
                <a:ea typeface="微软雅黑" panose="020B0503020204020204" pitchFamily="34" charset="-122"/>
                <a:cs typeface="Arial" panose="020B0604020202020204" pitchFamily="34" charset="0"/>
              </a:rPr>
              <a:t>如果算子大部分运算是由向量计算单元完成的，由于矩阵计算单元的计算速度明显高于向量计算单元，那么就会出现的 </a:t>
            </a:r>
            <a:r>
              <a:rPr lang="en-US" altLang="zh-CN" sz="1200" dirty="0">
                <a:solidFill>
                  <a:srgbClr val="000000"/>
                </a:solidFill>
                <a:latin typeface="Arial" panose="020B0604020202020204" pitchFamily="34" charset="0"/>
                <a:ea typeface="微软雅黑" panose="020B0503020204020204" pitchFamily="34" charset="-122"/>
                <a:cs typeface="Arial" panose="020B0604020202020204" pitchFamily="34" charset="0"/>
              </a:rPr>
              <a:t>“Vector-Bound” </a:t>
            </a:r>
            <a:r>
              <a:rPr lang="zh-CN" altLang="en-US" sz="1200" dirty="0">
                <a:solidFill>
                  <a:srgbClr val="000000"/>
                </a:solidFill>
                <a:latin typeface="Arial" panose="020B0604020202020204" pitchFamily="34" charset="0"/>
                <a:ea typeface="微软雅黑" panose="020B0503020204020204" pitchFamily="34" charset="-122"/>
                <a:cs typeface="Arial" panose="020B0604020202020204" pitchFamily="34" charset="0"/>
              </a:rPr>
              <a:t>。</a:t>
            </a:r>
            <a:endParaRPr lang="en-US" altLang="zh-CN" sz="1200" dirty="0">
              <a:solidFill>
                <a:srgbClr val="000000"/>
              </a:solidFill>
              <a:latin typeface="Arial" panose="020B0604020202020204" pitchFamily="34" charset="0"/>
              <a:ea typeface="微软雅黑" panose="020B0503020204020204" pitchFamily="34" charset="-122"/>
              <a:cs typeface="Arial" panose="020B0604020202020204" pitchFamily="34" charset="0"/>
            </a:endParaRPr>
          </a:p>
          <a:p>
            <a:pPr marL="126000" lvl="1" indent="-126000">
              <a:lnSpc>
                <a:spcPct val="150000"/>
              </a:lnSpc>
              <a:spcBef>
                <a:spcPts val="0"/>
              </a:spcBef>
              <a:buFont typeface="Georgia" panose="02040502050405020303"/>
              <a:buChar char="•"/>
              <a:defRPr>
                <a:solidFill>
                  <a:srgbClr val="000000"/>
                </a:solidFill>
              </a:defRPr>
            </a:pPr>
            <a:r>
              <a:rPr lang="en-US" altLang="zh-CN" sz="1200" dirty="0">
                <a:solidFill>
                  <a:srgbClr val="000000"/>
                </a:solidFill>
                <a:latin typeface="Arial" panose="020B0604020202020204" pitchFamily="34" charset="0"/>
                <a:ea typeface="微软雅黑" panose="020B0503020204020204" pitchFamily="34" charset="-122"/>
                <a:cs typeface="Arial" panose="020B0604020202020204" pitchFamily="34" charset="0"/>
              </a:rPr>
              <a:t>FlashAttention-2</a:t>
            </a:r>
            <a:r>
              <a:rPr lang="zh-CN" altLang="en-US" sz="1200" dirty="0">
                <a:solidFill>
                  <a:srgbClr val="000000"/>
                </a:solidFill>
                <a:latin typeface="Arial" panose="020B0604020202020204" pitchFamily="34" charset="0"/>
                <a:ea typeface="微软雅黑" panose="020B0503020204020204" pitchFamily="34" charset="-122"/>
                <a:cs typeface="Arial" panose="020B0604020202020204" pitchFamily="34" charset="0"/>
              </a:rPr>
              <a:t>的大部分计算都是由向量完成的，所以迁移后的</a:t>
            </a:r>
            <a:r>
              <a:rPr lang="en-US" altLang="zh-CN" sz="1200" dirty="0">
                <a:solidFill>
                  <a:srgbClr val="000000"/>
                </a:solidFill>
                <a:latin typeface="Arial" panose="020B0604020202020204" pitchFamily="34" charset="0"/>
                <a:ea typeface="微软雅黑" panose="020B0503020204020204" pitchFamily="34" charset="-122"/>
                <a:cs typeface="Arial" panose="020B0604020202020204" pitchFamily="34" charset="0"/>
              </a:rPr>
              <a:t>FlashAttention-2</a:t>
            </a:r>
            <a:r>
              <a:rPr lang="zh-CN" altLang="en-US" sz="1200" dirty="0">
                <a:solidFill>
                  <a:srgbClr val="000000"/>
                </a:solidFill>
                <a:latin typeface="Arial" panose="020B0604020202020204" pitchFamily="34" charset="0"/>
                <a:ea typeface="微软雅黑" panose="020B0503020204020204" pitchFamily="34" charset="-122"/>
                <a:cs typeface="Arial" panose="020B0604020202020204" pitchFamily="34" charset="0"/>
              </a:rPr>
              <a:t>算法将受限于</a:t>
            </a:r>
            <a:r>
              <a:rPr lang="en-US" altLang="zh-CN" sz="1200" dirty="0">
                <a:solidFill>
                  <a:srgbClr val="000000"/>
                </a:solidFill>
                <a:latin typeface="Arial" panose="020B0604020202020204" pitchFamily="34" charset="0"/>
                <a:ea typeface="微软雅黑" panose="020B0503020204020204" pitchFamily="34" charset="-122"/>
                <a:cs typeface="Arial" panose="020B0604020202020204" pitchFamily="34" charset="0"/>
              </a:rPr>
              <a:t>Vector</a:t>
            </a:r>
            <a:r>
              <a:rPr lang="zh-CN" altLang="en-US" sz="1200" dirty="0">
                <a:solidFill>
                  <a:srgbClr val="000000"/>
                </a:solidFill>
                <a:latin typeface="Arial" panose="020B0604020202020204" pitchFamily="34" charset="0"/>
                <a:ea typeface="微软雅黑" panose="020B0503020204020204" pitchFamily="34" charset="-122"/>
                <a:cs typeface="Arial" panose="020B0604020202020204" pitchFamily="34" charset="0"/>
              </a:rPr>
              <a:t>计算单元的处理能力，整体计算的</a:t>
            </a:r>
            <a:r>
              <a:rPr lang="en-US" altLang="zh-CN" sz="1200" dirty="0">
                <a:solidFill>
                  <a:srgbClr val="000000"/>
                </a:solidFill>
                <a:latin typeface="Arial" panose="020B0604020202020204" pitchFamily="34" charset="0"/>
                <a:ea typeface="微软雅黑" panose="020B0503020204020204" pitchFamily="34" charset="-122"/>
                <a:cs typeface="Arial" panose="020B0604020202020204" pitchFamily="34" charset="0"/>
              </a:rPr>
              <a:t>MAC</a:t>
            </a:r>
            <a:r>
              <a:rPr lang="zh-CN" altLang="en-US" sz="1200" dirty="0">
                <a:solidFill>
                  <a:srgbClr val="000000"/>
                </a:solidFill>
                <a:latin typeface="Arial" panose="020B0604020202020204" pitchFamily="34" charset="0"/>
                <a:ea typeface="微软雅黑" panose="020B0503020204020204" pitchFamily="34" charset="-122"/>
                <a:cs typeface="Arial" panose="020B0604020202020204" pitchFamily="34" charset="0"/>
              </a:rPr>
              <a:t>（乘累加操作）利用率不高。</a:t>
            </a:r>
            <a:endParaRPr lang="en-US" altLang="zh-CN" sz="1200" dirty="0">
              <a:solidFill>
                <a:srgbClr val="000000"/>
              </a:solidFill>
              <a:latin typeface="Arial" panose="020B0604020202020204" pitchFamily="34" charset="0"/>
              <a:ea typeface="微软雅黑" panose="020B0503020204020204" pitchFamily="34" charset="-122"/>
              <a:cs typeface="Arial" panose="020B0604020202020204" pitchFamily="34" charset="0"/>
            </a:endParaRPr>
          </a:p>
          <a:p>
            <a:pPr marL="126000" lvl="1" indent="-126000">
              <a:lnSpc>
                <a:spcPct val="150000"/>
              </a:lnSpc>
              <a:spcBef>
                <a:spcPts val="0"/>
              </a:spcBef>
              <a:buFont typeface="Georgia" panose="02040502050405020303"/>
              <a:buChar char="•"/>
              <a:defRPr>
                <a:solidFill>
                  <a:srgbClr val="000000"/>
                </a:solidFill>
              </a:defRPr>
            </a:pPr>
            <a:r>
              <a:rPr lang="zh-CN" altLang="en-US" sz="1200" dirty="0">
                <a:solidFill>
                  <a:srgbClr val="000000"/>
                </a:solidFill>
                <a:latin typeface="Arial" panose="020B0604020202020204" pitchFamily="34" charset="0"/>
                <a:ea typeface="微软雅黑" panose="020B0503020204020204" pitchFamily="34" charset="-122"/>
                <a:cs typeface="Arial" panose="020B0604020202020204" pitchFamily="34" charset="0"/>
              </a:rPr>
              <a:t>一种可能的优化方案是在 </a:t>
            </a:r>
            <a:r>
              <a:rPr lang="en-US" altLang="zh-CN" sz="1200" dirty="0">
                <a:solidFill>
                  <a:srgbClr val="000000"/>
                </a:solidFill>
                <a:latin typeface="Arial" panose="020B0604020202020204" pitchFamily="34" charset="0"/>
                <a:ea typeface="微软雅黑" panose="020B0503020204020204" pitchFamily="34" charset="-122"/>
                <a:cs typeface="Arial" panose="020B0604020202020204" pitchFamily="34" charset="0"/>
              </a:rPr>
              <a:t>FlashAttention-2 </a:t>
            </a:r>
            <a:r>
              <a:rPr lang="zh-CN" altLang="en-US" sz="1200" dirty="0">
                <a:solidFill>
                  <a:srgbClr val="000000"/>
                </a:solidFill>
                <a:latin typeface="Arial" panose="020B0604020202020204" pitchFamily="34" charset="0"/>
                <a:ea typeface="微软雅黑" panose="020B0503020204020204" pitchFamily="34" charset="-122"/>
                <a:cs typeface="Arial" panose="020B0604020202020204" pitchFamily="34" charset="0"/>
              </a:rPr>
              <a:t>的基础上，通过算法调整或重新设计来减少向量计算指令，从而提升对矩阵计算单元的利用率。</a:t>
            </a:r>
            <a:endParaRPr lang="en-US" altLang="zh-CN" sz="1200" dirty="0">
              <a:solidFill>
                <a:srgbClr val="000000"/>
              </a:solidFill>
              <a:latin typeface="Arial" panose="020B0604020202020204" pitchFamily="34" charset="0"/>
              <a:ea typeface="微软雅黑" panose="020B0503020204020204" pitchFamily="34" charset="-122"/>
              <a:cs typeface="Arial" panose="020B0604020202020204" pitchFamily="34" charset="0"/>
            </a:endParaRPr>
          </a:p>
        </p:txBody>
      </p:sp>
    </p:spTree>
    <p:extLst>
      <p:ext uri="{BB962C8B-B14F-4D97-AF65-F5344CB8AC3E}">
        <p14:creationId xmlns:p14="http://schemas.microsoft.com/office/powerpoint/2010/main" val="414142216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C4A101A-A10D-A9B5-702B-F0E5B440058A}"/>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F44ED153-85B6-BF00-13A7-D788E47153CF}"/>
              </a:ext>
            </a:extLst>
          </p:cNvPr>
          <p:cNvSpPr txBox="1">
            <a:spLocks/>
          </p:cNvSpPr>
          <p:nvPr/>
        </p:nvSpPr>
        <p:spPr>
          <a:xfrm>
            <a:off x="2870573" y="411900"/>
            <a:ext cx="6455613" cy="584775"/>
          </a:xfrm>
          <a:prstGeom prst="rect">
            <a:avLst/>
          </a:prstGeom>
        </p:spPr>
        <p:txBody>
          <a:bodyPr wrap="none">
            <a:spAutoFit/>
          </a:bodyPr>
          <a:lstStyle>
            <a:lvl1pPr algn="l" defTabSz="1187798" rtl="0" eaLnBrk="1" latinLnBrk="0" hangingPunct="1">
              <a:lnSpc>
                <a:spcPct val="90000"/>
              </a:lnSpc>
              <a:spcBef>
                <a:spcPct val="0"/>
              </a:spcBef>
              <a:buNone/>
              <a:defRPr sz="5716" kern="1200">
                <a:solidFill>
                  <a:schemeClr val="tx1"/>
                </a:solidFill>
                <a:latin typeface="+mj-lt"/>
                <a:ea typeface="+mj-ea"/>
                <a:cs typeface="+mj-cs"/>
              </a:defRPr>
            </a:lvl1pPr>
          </a:lstStyle>
          <a:p>
            <a:pPr algn="ctr">
              <a:lnSpc>
                <a:spcPct val="100000"/>
              </a:lnSpc>
            </a:pPr>
            <a:r>
              <a:rPr lang="zh-CN" altLang="en-US" sz="3200" b="1" dirty="0">
                <a:solidFill>
                  <a:srgbClr val="000000"/>
                </a:solidFill>
                <a:latin typeface="Arial" panose="020B0604020202020204" pitchFamily="34" charset="0"/>
                <a:ea typeface="微软雅黑" panose="020B0503020204020204" pitchFamily="34" charset="-122"/>
                <a:cs typeface="Arial" panose="020B0604020202020204" pitchFamily="34" charset="0"/>
              </a:rPr>
              <a:t>自注意力算子在</a:t>
            </a:r>
            <a:r>
              <a:rPr lang="en-US" altLang="zh-CN" sz="3200" b="1" dirty="0">
                <a:solidFill>
                  <a:srgbClr val="000000"/>
                </a:solidFill>
                <a:latin typeface="Arial" panose="020B0604020202020204" pitchFamily="34" charset="0"/>
                <a:ea typeface="微软雅黑" panose="020B0503020204020204" pitchFamily="34" charset="-122"/>
                <a:cs typeface="Arial" panose="020B0604020202020204" pitchFamily="34" charset="0"/>
              </a:rPr>
              <a:t>NPU</a:t>
            </a:r>
            <a:r>
              <a:rPr lang="zh-CN" altLang="en-US" sz="3200" b="1" dirty="0">
                <a:solidFill>
                  <a:srgbClr val="000000"/>
                </a:solidFill>
                <a:latin typeface="Arial" panose="020B0604020202020204" pitchFamily="34" charset="0"/>
                <a:ea typeface="微软雅黑" panose="020B0503020204020204" pitchFamily="34" charset="-122"/>
                <a:cs typeface="Arial" panose="020B0604020202020204" pitchFamily="34" charset="0"/>
              </a:rPr>
              <a:t>上的优化思路</a:t>
            </a:r>
          </a:p>
        </p:txBody>
      </p:sp>
      <p:sp>
        <p:nvSpPr>
          <p:cNvPr id="3" name="文本占位符 2">
            <a:extLst>
              <a:ext uri="{FF2B5EF4-FFF2-40B4-BE49-F238E27FC236}">
                <a16:creationId xmlns:a16="http://schemas.microsoft.com/office/drawing/2014/main" id="{06AE9125-6D79-4978-7809-4162477F6845}"/>
              </a:ext>
            </a:extLst>
          </p:cNvPr>
          <p:cNvSpPr txBox="1">
            <a:spLocks/>
          </p:cNvSpPr>
          <p:nvPr/>
        </p:nvSpPr>
        <p:spPr>
          <a:xfrm>
            <a:off x="1796214" y="2620958"/>
            <a:ext cx="8604334" cy="2247667"/>
          </a:xfrm>
          <a:prstGeom prst="rect">
            <a:avLst/>
          </a:prstGeom>
        </p:spPr>
        <p:txBody>
          <a:bodyPr wrap="square">
            <a:spAutoFit/>
          </a:bodyPr>
          <a:lstStyle>
            <a:lvl1pPr marL="296950" indent="-296950" algn="l" defTabSz="1187798" rtl="0" eaLnBrk="1" latinLnBrk="0" hangingPunct="1">
              <a:lnSpc>
                <a:spcPct val="90000"/>
              </a:lnSpc>
              <a:spcBef>
                <a:spcPts val="1299"/>
              </a:spcBef>
              <a:buFont typeface="Arial" panose="020B0604020202020204" pitchFamily="34" charset="0"/>
              <a:buChar char="•"/>
              <a:defRPr sz="3636" kern="1200">
                <a:solidFill>
                  <a:schemeClr val="tx1"/>
                </a:solidFill>
                <a:latin typeface="+mn-lt"/>
                <a:ea typeface="+mn-ea"/>
                <a:cs typeface="+mn-cs"/>
              </a:defRPr>
            </a:lvl1pPr>
            <a:lvl2pPr marL="890849" indent="-296950" algn="l" defTabSz="1187798" rtl="0" eaLnBrk="1" latinLnBrk="0" hangingPunct="1">
              <a:lnSpc>
                <a:spcPct val="90000"/>
              </a:lnSpc>
              <a:spcBef>
                <a:spcPts val="650"/>
              </a:spcBef>
              <a:buFont typeface="Arial" panose="020B0604020202020204" pitchFamily="34" charset="0"/>
              <a:buChar char="•"/>
              <a:defRPr sz="3118" kern="1200">
                <a:solidFill>
                  <a:schemeClr val="tx1"/>
                </a:solidFill>
                <a:latin typeface="+mn-lt"/>
                <a:ea typeface="+mn-ea"/>
                <a:cs typeface="+mn-cs"/>
              </a:defRPr>
            </a:lvl2pPr>
            <a:lvl3pPr marL="1484748" indent="-296950" algn="l" defTabSz="1187798" rtl="0" eaLnBrk="1" latinLnBrk="0" hangingPunct="1">
              <a:lnSpc>
                <a:spcPct val="90000"/>
              </a:lnSpc>
              <a:spcBef>
                <a:spcPts val="650"/>
              </a:spcBef>
              <a:buFont typeface="Arial" panose="020B0604020202020204" pitchFamily="34" charset="0"/>
              <a:buChar char="•"/>
              <a:defRPr sz="2598" kern="1200">
                <a:solidFill>
                  <a:schemeClr val="tx1"/>
                </a:solidFill>
                <a:latin typeface="+mn-lt"/>
                <a:ea typeface="+mn-ea"/>
                <a:cs typeface="+mn-cs"/>
              </a:defRPr>
            </a:lvl3pPr>
            <a:lvl4pPr marL="2078648" indent="-296950" algn="l" defTabSz="1187798" rtl="0" eaLnBrk="1" latinLnBrk="0" hangingPunct="1">
              <a:lnSpc>
                <a:spcPct val="90000"/>
              </a:lnSpc>
              <a:spcBef>
                <a:spcPts val="650"/>
              </a:spcBef>
              <a:buFont typeface="Arial" panose="020B0604020202020204" pitchFamily="34" charset="0"/>
              <a:buChar char="•"/>
              <a:defRPr sz="2338" kern="1200">
                <a:solidFill>
                  <a:schemeClr val="tx1"/>
                </a:solidFill>
                <a:latin typeface="+mn-lt"/>
                <a:ea typeface="+mn-ea"/>
                <a:cs typeface="+mn-cs"/>
              </a:defRPr>
            </a:lvl4pPr>
            <a:lvl5pPr marL="2672547" indent="-296950" algn="l" defTabSz="1187798" rtl="0" eaLnBrk="1" latinLnBrk="0" hangingPunct="1">
              <a:lnSpc>
                <a:spcPct val="90000"/>
              </a:lnSpc>
              <a:spcBef>
                <a:spcPts val="650"/>
              </a:spcBef>
              <a:buFont typeface="Arial" panose="020B0604020202020204" pitchFamily="34" charset="0"/>
              <a:buChar char="•"/>
              <a:defRPr sz="2338" kern="1200">
                <a:solidFill>
                  <a:schemeClr val="tx1"/>
                </a:solidFill>
                <a:latin typeface="+mn-lt"/>
                <a:ea typeface="+mn-ea"/>
                <a:cs typeface="+mn-cs"/>
              </a:defRPr>
            </a:lvl5pPr>
            <a:lvl6pPr marL="3266447" indent="-296950" algn="l" defTabSz="1187798" rtl="0" eaLnBrk="1" latinLnBrk="0" hangingPunct="1">
              <a:lnSpc>
                <a:spcPct val="90000"/>
              </a:lnSpc>
              <a:spcBef>
                <a:spcPts val="650"/>
              </a:spcBef>
              <a:buFont typeface="Arial" panose="020B0604020202020204" pitchFamily="34" charset="0"/>
              <a:buChar char="•"/>
              <a:defRPr sz="2338" kern="1200">
                <a:solidFill>
                  <a:schemeClr val="tx1"/>
                </a:solidFill>
                <a:latin typeface="+mn-lt"/>
                <a:ea typeface="+mn-ea"/>
                <a:cs typeface="+mn-cs"/>
              </a:defRPr>
            </a:lvl6pPr>
            <a:lvl7pPr marL="3860346" indent="-296950" algn="l" defTabSz="1187798" rtl="0" eaLnBrk="1" latinLnBrk="0" hangingPunct="1">
              <a:lnSpc>
                <a:spcPct val="90000"/>
              </a:lnSpc>
              <a:spcBef>
                <a:spcPts val="650"/>
              </a:spcBef>
              <a:buFont typeface="Arial" panose="020B0604020202020204" pitchFamily="34" charset="0"/>
              <a:buChar char="•"/>
              <a:defRPr sz="2338" kern="1200">
                <a:solidFill>
                  <a:schemeClr val="tx1"/>
                </a:solidFill>
                <a:latin typeface="+mn-lt"/>
                <a:ea typeface="+mn-ea"/>
                <a:cs typeface="+mn-cs"/>
              </a:defRPr>
            </a:lvl7pPr>
            <a:lvl8pPr marL="4454245" indent="-296950" algn="l" defTabSz="1187798" rtl="0" eaLnBrk="1" latinLnBrk="0" hangingPunct="1">
              <a:lnSpc>
                <a:spcPct val="90000"/>
              </a:lnSpc>
              <a:spcBef>
                <a:spcPts val="650"/>
              </a:spcBef>
              <a:buFont typeface="Arial" panose="020B0604020202020204" pitchFamily="34" charset="0"/>
              <a:buChar char="•"/>
              <a:defRPr sz="2338" kern="1200">
                <a:solidFill>
                  <a:schemeClr val="tx1"/>
                </a:solidFill>
                <a:latin typeface="+mn-lt"/>
                <a:ea typeface="+mn-ea"/>
                <a:cs typeface="+mn-cs"/>
              </a:defRPr>
            </a:lvl8pPr>
            <a:lvl9pPr marL="5048144" indent="-296950" algn="l" defTabSz="1187798" rtl="0" eaLnBrk="1" latinLnBrk="0" hangingPunct="1">
              <a:lnSpc>
                <a:spcPct val="90000"/>
              </a:lnSpc>
              <a:spcBef>
                <a:spcPts val="650"/>
              </a:spcBef>
              <a:buFont typeface="Arial" panose="020B0604020202020204" pitchFamily="34" charset="0"/>
              <a:buChar char="•"/>
              <a:defRPr sz="2338" kern="1200">
                <a:solidFill>
                  <a:schemeClr val="tx1"/>
                </a:solidFill>
                <a:latin typeface="+mn-lt"/>
                <a:ea typeface="+mn-ea"/>
                <a:cs typeface="+mn-cs"/>
              </a:defRPr>
            </a:lvl9pPr>
          </a:lstStyle>
          <a:p>
            <a:pPr marL="0" indent="0">
              <a:buNone/>
            </a:pPr>
            <a:r>
              <a:rPr lang="en-US" altLang="zh-CN" sz="1800" b="1" dirty="0">
                <a:solidFill>
                  <a:srgbClr val="C00000"/>
                </a:solidFill>
                <a:latin typeface="Arial" panose="020B0604020202020204" pitchFamily="34" charset="0"/>
                <a:ea typeface="微软雅黑" panose="020B0503020204020204" pitchFamily="34" charset="-122"/>
                <a:cs typeface="Arial" panose="020B0604020202020204" pitchFamily="34" charset="0"/>
              </a:rPr>
              <a:t>NPU</a:t>
            </a:r>
            <a:r>
              <a:rPr lang="zh-CN" altLang="en-US" sz="1800" b="1" dirty="0">
                <a:solidFill>
                  <a:srgbClr val="C00000"/>
                </a:solidFill>
                <a:latin typeface="Arial" panose="020B0604020202020204" pitchFamily="34" charset="0"/>
                <a:ea typeface="微软雅黑" panose="020B0503020204020204" pitchFamily="34" charset="-122"/>
                <a:cs typeface="Arial" panose="020B0604020202020204" pitchFamily="34" charset="0"/>
              </a:rPr>
              <a:t>上其他可能的优化方案</a:t>
            </a:r>
          </a:p>
          <a:p>
            <a:pPr marL="126000" lvl="1" indent="-126000">
              <a:lnSpc>
                <a:spcPct val="150000"/>
              </a:lnSpc>
              <a:spcBef>
                <a:spcPts val="0"/>
              </a:spcBef>
              <a:buFont typeface="Georgia" panose="02040502050405020303"/>
              <a:buChar char="•"/>
              <a:defRPr>
                <a:solidFill>
                  <a:srgbClr val="000000"/>
                </a:solidFill>
              </a:defRPr>
            </a:pPr>
            <a:r>
              <a:rPr lang="en-US" altLang="zh-CN" sz="1200" dirty="0">
                <a:solidFill>
                  <a:srgbClr val="000000"/>
                </a:solidFill>
                <a:latin typeface="Arial" panose="020B0604020202020204" pitchFamily="34" charset="0"/>
                <a:ea typeface="微软雅黑" panose="020B0503020204020204" pitchFamily="34" charset="-122"/>
                <a:cs typeface="Arial" panose="020B0604020202020204" pitchFamily="34" charset="0"/>
              </a:rPr>
              <a:t>Tiling</a:t>
            </a:r>
            <a:r>
              <a:rPr lang="zh-CN" altLang="en-US" sz="1200" dirty="0">
                <a:solidFill>
                  <a:srgbClr val="000000"/>
                </a:solidFill>
                <a:latin typeface="Arial" panose="020B0604020202020204" pitchFamily="34" charset="0"/>
                <a:ea typeface="微软雅黑" panose="020B0503020204020204" pitchFamily="34" charset="-122"/>
                <a:cs typeface="Arial" panose="020B0604020202020204" pitchFamily="34" charset="0"/>
              </a:rPr>
              <a:t>基本块调整：在</a:t>
            </a:r>
            <a:r>
              <a:rPr lang="en-US" altLang="zh-CN" sz="1200" dirty="0">
                <a:solidFill>
                  <a:srgbClr val="000000"/>
                </a:solidFill>
                <a:latin typeface="Arial" panose="020B0604020202020204" pitchFamily="34" charset="0"/>
                <a:ea typeface="微软雅黑" panose="020B0503020204020204" pitchFamily="34" charset="-122"/>
                <a:cs typeface="Arial" panose="020B0604020202020204" pitchFamily="34" charset="0"/>
              </a:rPr>
              <a:t>NPU</a:t>
            </a:r>
            <a:r>
              <a:rPr lang="zh-CN" altLang="en-US" sz="1200" dirty="0">
                <a:solidFill>
                  <a:srgbClr val="000000"/>
                </a:solidFill>
                <a:latin typeface="Arial" panose="020B0604020202020204" pitchFamily="34" charset="0"/>
                <a:ea typeface="微软雅黑" panose="020B0503020204020204" pitchFamily="34" charset="-122"/>
                <a:cs typeface="Arial" panose="020B0604020202020204" pitchFamily="34" charset="0"/>
              </a:rPr>
              <a:t>中，根据以往优化的经验，循环间可能存在一些不必要的头开销，循环越多性能可能越差。满足</a:t>
            </a:r>
            <a:r>
              <a:rPr lang="en-US" altLang="zh-CN" sz="1200" dirty="0">
                <a:solidFill>
                  <a:srgbClr val="000000"/>
                </a:solidFill>
                <a:latin typeface="Arial" panose="020B0604020202020204" pitchFamily="34" charset="0"/>
                <a:ea typeface="微软雅黑" panose="020B0503020204020204" pitchFamily="34" charset="-122"/>
                <a:cs typeface="Arial" panose="020B0604020202020204" pitchFamily="34" charset="0"/>
              </a:rPr>
              <a:t>UB</a:t>
            </a:r>
            <a:r>
              <a:rPr lang="zh-CN" altLang="en-US" sz="1200" dirty="0">
                <a:solidFill>
                  <a:srgbClr val="000000"/>
                </a:solidFill>
                <a:latin typeface="Arial" panose="020B0604020202020204" pitchFamily="34" charset="0"/>
                <a:ea typeface="微软雅黑" panose="020B0503020204020204" pitchFamily="34" charset="-122"/>
                <a:cs typeface="Arial" panose="020B0604020202020204" pitchFamily="34" charset="0"/>
              </a:rPr>
              <a:t>最大空间限制的情况下，</a:t>
            </a:r>
            <a:r>
              <a:rPr lang="en-US" altLang="zh-CN" sz="1200" dirty="0">
                <a:solidFill>
                  <a:srgbClr val="000000"/>
                </a:solidFill>
                <a:latin typeface="Arial" panose="020B0604020202020204" pitchFamily="34" charset="0"/>
                <a:ea typeface="微软雅黑" panose="020B0503020204020204" pitchFamily="34" charset="-122"/>
                <a:cs typeface="Arial" panose="020B0604020202020204" pitchFamily="34" charset="0"/>
              </a:rPr>
              <a:t>UB</a:t>
            </a:r>
            <a:r>
              <a:rPr lang="zh-CN" altLang="en-US" sz="1200" dirty="0">
                <a:solidFill>
                  <a:srgbClr val="000000"/>
                </a:solidFill>
                <a:latin typeface="Arial" panose="020B0604020202020204" pitchFamily="34" charset="0"/>
                <a:ea typeface="微软雅黑" panose="020B0503020204020204" pitchFamily="34" charset="-122"/>
                <a:cs typeface="Arial" panose="020B0604020202020204" pitchFamily="34" charset="0"/>
              </a:rPr>
              <a:t>切分的基本块越大，循环越少。</a:t>
            </a:r>
            <a:endParaRPr lang="en-US" altLang="zh-CN" sz="1200" dirty="0">
              <a:solidFill>
                <a:srgbClr val="000000"/>
              </a:solidFill>
              <a:latin typeface="Arial" panose="020B0604020202020204" pitchFamily="34" charset="0"/>
              <a:ea typeface="微软雅黑" panose="020B0503020204020204" pitchFamily="34" charset="-122"/>
              <a:cs typeface="Arial" panose="020B0604020202020204" pitchFamily="34" charset="0"/>
            </a:endParaRPr>
          </a:p>
          <a:p>
            <a:pPr marL="126000" lvl="1" indent="-126000">
              <a:lnSpc>
                <a:spcPct val="150000"/>
              </a:lnSpc>
              <a:spcBef>
                <a:spcPts val="0"/>
              </a:spcBef>
              <a:buFont typeface="Georgia" panose="02040502050405020303"/>
              <a:buChar char="•"/>
              <a:defRPr>
                <a:solidFill>
                  <a:srgbClr val="000000"/>
                </a:solidFill>
              </a:defRPr>
            </a:pPr>
            <a:r>
              <a:rPr lang="en-US" altLang="zh-CN" sz="1200" dirty="0">
                <a:solidFill>
                  <a:srgbClr val="000000"/>
                </a:solidFill>
                <a:latin typeface="Arial" panose="020B0604020202020204" pitchFamily="34" charset="0"/>
                <a:ea typeface="微软雅黑" panose="020B0503020204020204" pitchFamily="34" charset="-122"/>
                <a:cs typeface="Arial" panose="020B0604020202020204" pitchFamily="34" charset="0"/>
              </a:rPr>
              <a:t>CV</a:t>
            </a:r>
            <a:r>
              <a:rPr lang="zh-CN" altLang="en-US" sz="1200" dirty="0">
                <a:solidFill>
                  <a:srgbClr val="000000"/>
                </a:solidFill>
                <a:latin typeface="Arial" panose="020B0604020202020204" pitchFamily="34" charset="0"/>
                <a:ea typeface="微软雅黑" panose="020B0503020204020204" pitchFamily="34" charset="-122"/>
                <a:cs typeface="Arial" panose="020B0604020202020204" pitchFamily="34" charset="0"/>
              </a:rPr>
              <a:t>（</a:t>
            </a:r>
            <a:r>
              <a:rPr lang="en-US" altLang="zh-CN" sz="1200" dirty="0" err="1">
                <a:solidFill>
                  <a:srgbClr val="000000"/>
                </a:solidFill>
                <a:latin typeface="Arial" panose="020B0604020202020204" pitchFamily="34" charset="0"/>
                <a:ea typeface="微软雅黑" panose="020B0503020204020204" pitchFamily="34" charset="-122"/>
                <a:cs typeface="Arial" panose="020B0604020202020204" pitchFamily="34" charset="0"/>
              </a:rPr>
              <a:t>Cube,Vector</a:t>
            </a:r>
            <a:r>
              <a:rPr lang="zh-CN" altLang="en-US" sz="1200" dirty="0">
                <a:solidFill>
                  <a:srgbClr val="000000"/>
                </a:solidFill>
                <a:latin typeface="Arial" panose="020B0604020202020204" pitchFamily="34" charset="0"/>
                <a:ea typeface="微软雅黑" panose="020B0503020204020204" pitchFamily="34" charset="-122"/>
                <a:cs typeface="Arial" panose="020B0604020202020204" pitchFamily="34" charset="0"/>
              </a:rPr>
              <a:t>）流水并行：由于矩阵的计算和向量的计算之间存在依赖性，即向量计算需要矩阵计算的结果，或矩阵计算需要向量计算的结果，这就意味着向量或矩阵都可能存在空档时间。一种可能的优化方案是将计算的注意力矩阵进一步进行切分，从而达到流水并行的目的。</a:t>
            </a:r>
            <a:endParaRPr lang="en-US" altLang="zh-CN" sz="1200" dirty="0">
              <a:solidFill>
                <a:srgbClr val="000000"/>
              </a:solidFill>
              <a:latin typeface="Arial" panose="020B0604020202020204" pitchFamily="34" charset="0"/>
              <a:ea typeface="微软雅黑" panose="020B0503020204020204" pitchFamily="34" charset="-122"/>
              <a:cs typeface="Arial" panose="020B0604020202020204" pitchFamily="34" charset="0"/>
            </a:endParaRPr>
          </a:p>
          <a:p>
            <a:pPr marL="126000" lvl="1" indent="-126000">
              <a:lnSpc>
                <a:spcPct val="150000"/>
              </a:lnSpc>
              <a:spcBef>
                <a:spcPts val="0"/>
              </a:spcBef>
              <a:buFont typeface="Georgia" panose="02040502050405020303"/>
              <a:buChar char="•"/>
              <a:defRPr>
                <a:solidFill>
                  <a:srgbClr val="000000"/>
                </a:solidFill>
              </a:defRPr>
            </a:pPr>
            <a:r>
              <a:rPr lang="zh-CN" altLang="en-US" sz="1200" dirty="0">
                <a:solidFill>
                  <a:srgbClr val="000000"/>
                </a:solidFill>
                <a:latin typeface="Arial" panose="020B0604020202020204" pitchFamily="34" charset="0"/>
                <a:ea typeface="微软雅黑" panose="020B0503020204020204" pitchFamily="34" charset="-122"/>
                <a:cs typeface="Arial" panose="020B0604020202020204" pitchFamily="34" charset="0"/>
              </a:rPr>
              <a:t>核间负载均衡：通过对输入进行合理的切分，使得每个</a:t>
            </a:r>
            <a:r>
              <a:rPr lang="en-US" altLang="zh-CN" sz="1200" dirty="0">
                <a:solidFill>
                  <a:srgbClr val="000000"/>
                </a:solidFill>
                <a:latin typeface="Arial" panose="020B0604020202020204" pitchFamily="34" charset="0"/>
                <a:ea typeface="微软雅黑" panose="020B0503020204020204" pitchFamily="34" charset="-122"/>
                <a:cs typeface="Arial" panose="020B0604020202020204" pitchFamily="34" charset="0"/>
              </a:rPr>
              <a:t>AI Core</a:t>
            </a:r>
            <a:r>
              <a:rPr lang="zh-CN" altLang="en-US" sz="1200" dirty="0">
                <a:solidFill>
                  <a:srgbClr val="000000"/>
                </a:solidFill>
                <a:latin typeface="Arial" panose="020B0604020202020204" pitchFamily="34" charset="0"/>
                <a:ea typeface="微软雅黑" panose="020B0503020204020204" pitchFamily="34" charset="-122"/>
                <a:cs typeface="Arial" panose="020B0604020202020204" pitchFamily="34" charset="0"/>
              </a:rPr>
              <a:t>计算的数据量均衡。</a:t>
            </a:r>
            <a:endParaRPr lang="en-US" altLang="zh-CN" sz="1200" dirty="0">
              <a:solidFill>
                <a:srgbClr val="000000"/>
              </a:solidFill>
              <a:latin typeface="Arial" panose="020B0604020202020204" pitchFamily="34" charset="0"/>
              <a:ea typeface="微软雅黑" panose="020B0503020204020204" pitchFamily="34" charset="-122"/>
              <a:cs typeface="Arial" panose="020B0604020202020204" pitchFamily="34" charset="0"/>
            </a:endParaRPr>
          </a:p>
          <a:p>
            <a:pPr marL="126000" lvl="1" indent="-126000">
              <a:lnSpc>
                <a:spcPct val="150000"/>
              </a:lnSpc>
              <a:spcBef>
                <a:spcPts val="0"/>
              </a:spcBef>
              <a:buFont typeface="Georgia" panose="02040502050405020303"/>
              <a:buChar char="•"/>
              <a:defRPr>
                <a:solidFill>
                  <a:srgbClr val="000000"/>
                </a:solidFill>
              </a:defRPr>
            </a:pPr>
            <a:r>
              <a:rPr lang="zh-CN" altLang="en-US" sz="1200" dirty="0">
                <a:solidFill>
                  <a:srgbClr val="000000"/>
                </a:solidFill>
                <a:latin typeface="Arial" panose="020B0604020202020204" pitchFamily="34" charset="0"/>
                <a:ea typeface="微软雅黑" panose="020B0503020204020204" pitchFamily="34" charset="-122"/>
                <a:cs typeface="Arial" panose="020B0604020202020204" pitchFamily="34" charset="0"/>
              </a:rPr>
              <a:t>提升搬运效率：数据的存储地址是否对齐，数据是否连续寻址都会影响数据的搬运效率。</a:t>
            </a:r>
            <a:endParaRPr lang="en-US" altLang="zh-CN" sz="1200" dirty="0">
              <a:solidFill>
                <a:srgbClr val="000000"/>
              </a:solidFill>
              <a:latin typeface="Arial" panose="020B0604020202020204" pitchFamily="34" charset="0"/>
              <a:ea typeface="微软雅黑" panose="020B0503020204020204" pitchFamily="34" charset="-122"/>
              <a:cs typeface="Arial" panose="020B0604020202020204" pitchFamily="34" charset="0"/>
            </a:endParaRPr>
          </a:p>
        </p:txBody>
      </p:sp>
    </p:spTree>
    <p:extLst>
      <p:ext uri="{BB962C8B-B14F-4D97-AF65-F5344CB8AC3E}">
        <p14:creationId xmlns:p14="http://schemas.microsoft.com/office/powerpoint/2010/main" val="210398974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FC184B0-3F0A-C23C-DE64-17AD3476E643}"/>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A48815CA-B27F-0D37-4D30-77C53DA3844D}"/>
              </a:ext>
            </a:extLst>
          </p:cNvPr>
          <p:cNvSpPr txBox="1">
            <a:spLocks/>
          </p:cNvSpPr>
          <p:nvPr/>
        </p:nvSpPr>
        <p:spPr>
          <a:xfrm>
            <a:off x="3543834" y="411900"/>
            <a:ext cx="5109091" cy="584775"/>
          </a:xfrm>
          <a:prstGeom prst="rect">
            <a:avLst/>
          </a:prstGeom>
        </p:spPr>
        <p:txBody>
          <a:bodyPr wrap="none">
            <a:spAutoFit/>
          </a:bodyPr>
          <a:lstStyle>
            <a:lvl1pPr algn="l" defTabSz="1187798" rtl="0" eaLnBrk="1" latinLnBrk="0" hangingPunct="1">
              <a:lnSpc>
                <a:spcPct val="90000"/>
              </a:lnSpc>
              <a:spcBef>
                <a:spcPct val="0"/>
              </a:spcBef>
              <a:buNone/>
              <a:defRPr sz="5716" kern="1200">
                <a:solidFill>
                  <a:schemeClr val="tx1"/>
                </a:solidFill>
                <a:latin typeface="+mj-lt"/>
                <a:ea typeface="+mj-ea"/>
                <a:cs typeface="+mj-cs"/>
              </a:defRPr>
            </a:lvl1pPr>
          </a:lstStyle>
          <a:p>
            <a:pPr algn="ctr">
              <a:lnSpc>
                <a:spcPct val="100000"/>
              </a:lnSpc>
            </a:pPr>
            <a:r>
              <a:rPr lang="zh-CN" altLang="en-US" sz="3200" b="1" dirty="0">
                <a:solidFill>
                  <a:srgbClr val="000000"/>
                </a:solidFill>
                <a:latin typeface="微软雅黑" panose="020B0503020204020204" pitchFamily="34" charset="-122"/>
                <a:ea typeface="微软雅黑" panose="020B0503020204020204" pitchFamily="34" charset="-122"/>
              </a:rPr>
              <a:t>自注意力算子前向计算过程</a:t>
            </a:r>
          </a:p>
        </p:txBody>
      </p:sp>
      <mc:AlternateContent xmlns:mc="http://schemas.openxmlformats.org/markup-compatibility/2006">
        <mc:Choice xmlns:a14="http://schemas.microsoft.com/office/drawing/2010/main" Requires="a14">
          <p:sp>
            <p:nvSpPr>
              <p:cNvPr id="3" name="文本占位符 3">
                <a:extLst>
                  <a:ext uri="{FF2B5EF4-FFF2-40B4-BE49-F238E27FC236}">
                    <a16:creationId xmlns:a16="http://schemas.microsoft.com/office/drawing/2014/main" id="{E5488978-1913-FDD3-4A44-EB1E1EF58547}"/>
                  </a:ext>
                </a:extLst>
              </p:cNvPr>
              <p:cNvSpPr txBox="1">
                <a:spLocks/>
              </p:cNvSpPr>
              <p:nvPr/>
            </p:nvSpPr>
            <p:spPr>
              <a:xfrm>
                <a:off x="1767644" y="2346203"/>
                <a:ext cx="8661474" cy="2165593"/>
              </a:xfrm>
              <a:prstGeom prst="rect">
                <a:avLst/>
              </a:prstGeom>
            </p:spPr>
            <p:txBody>
              <a:bodyPr wrap="none">
                <a:spAutoFit/>
              </a:bodyPr>
              <a:lstStyle>
                <a:lvl1pPr marL="296950" indent="-296950" algn="l" defTabSz="1187798" rtl="0" eaLnBrk="1" latinLnBrk="0" hangingPunct="1">
                  <a:lnSpc>
                    <a:spcPct val="90000"/>
                  </a:lnSpc>
                  <a:spcBef>
                    <a:spcPts val="1299"/>
                  </a:spcBef>
                  <a:buFont typeface="Arial" panose="020B0604020202020204" pitchFamily="34" charset="0"/>
                  <a:buChar char="•"/>
                  <a:defRPr sz="3636" kern="1200">
                    <a:solidFill>
                      <a:schemeClr val="tx1"/>
                    </a:solidFill>
                    <a:latin typeface="+mn-lt"/>
                    <a:ea typeface="+mn-ea"/>
                    <a:cs typeface="+mn-cs"/>
                  </a:defRPr>
                </a:lvl1pPr>
                <a:lvl2pPr marL="890849" indent="-296950" algn="l" defTabSz="1187798" rtl="0" eaLnBrk="1" latinLnBrk="0" hangingPunct="1">
                  <a:lnSpc>
                    <a:spcPct val="90000"/>
                  </a:lnSpc>
                  <a:spcBef>
                    <a:spcPts val="650"/>
                  </a:spcBef>
                  <a:buFont typeface="Arial" panose="020B0604020202020204" pitchFamily="34" charset="0"/>
                  <a:buChar char="•"/>
                  <a:defRPr sz="3118" kern="1200">
                    <a:solidFill>
                      <a:schemeClr val="tx1"/>
                    </a:solidFill>
                    <a:latin typeface="+mn-lt"/>
                    <a:ea typeface="+mn-ea"/>
                    <a:cs typeface="+mn-cs"/>
                  </a:defRPr>
                </a:lvl2pPr>
                <a:lvl3pPr marL="1484748" indent="-296950" algn="l" defTabSz="1187798" rtl="0" eaLnBrk="1" latinLnBrk="0" hangingPunct="1">
                  <a:lnSpc>
                    <a:spcPct val="90000"/>
                  </a:lnSpc>
                  <a:spcBef>
                    <a:spcPts val="650"/>
                  </a:spcBef>
                  <a:buFont typeface="Arial" panose="020B0604020202020204" pitchFamily="34" charset="0"/>
                  <a:buChar char="•"/>
                  <a:defRPr sz="2598" kern="1200">
                    <a:solidFill>
                      <a:schemeClr val="tx1"/>
                    </a:solidFill>
                    <a:latin typeface="+mn-lt"/>
                    <a:ea typeface="+mn-ea"/>
                    <a:cs typeface="+mn-cs"/>
                  </a:defRPr>
                </a:lvl3pPr>
                <a:lvl4pPr marL="2078648" indent="-296950" algn="l" defTabSz="1187798" rtl="0" eaLnBrk="1" latinLnBrk="0" hangingPunct="1">
                  <a:lnSpc>
                    <a:spcPct val="90000"/>
                  </a:lnSpc>
                  <a:spcBef>
                    <a:spcPts val="650"/>
                  </a:spcBef>
                  <a:buFont typeface="Arial" panose="020B0604020202020204" pitchFamily="34" charset="0"/>
                  <a:buChar char="•"/>
                  <a:defRPr sz="2338" kern="1200">
                    <a:solidFill>
                      <a:schemeClr val="tx1"/>
                    </a:solidFill>
                    <a:latin typeface="+mn-lt"/>
                    <a:ea typeface="+mn-ea"/>
                    <a:cs typeface="+mn-cs"/>
                  </a:defRPr>
                </a:lvl4pPr>
                <a:lvl5pPr marL="2672547" indent="-296950" algn="l" defTabSz="1187798" rtl="0" eaLnBrk="1" latinLnBrk="0" hangingPunct="1">
                  <a:lnSpc>
                    <a:spcPct val="90000"/>
                  </a:lnSpc>
                  <a:spcBef>
                    <a:spcPts val="650"/>
                  </a:spcBef>
                  <a:buFont typeface="Arial" panose="020B0604020202020204" pitchFamily="34" charset="0"/>
                  <a:buChar char="•"/>
                  <a:defRPr sz="2338" kern="1200">
                    <a:solidFill>
                      <a:schemeClr val="tx1"/>
                    </a:solidFill>
                    <a:latin typeface="+mn-lt"/>
                    <a:ea typeface="+mn-ea"/>
                    <a:cs typeface="+mn-cs"/>
                  </a:defRPr>
                </a:lvl5pPr>
                <a:lvl6pPr marL="3266447" indent="-296950" algn="l" defTabSz="1187798" rtl="0" eaLnBrk="1" latinLnBrk="0" hangingPunct="1">
                  <a:lnSpc>
                    <a:spcPct val="90000"/>
                  </a:lnSpc>
                  <a:spcBef>
                    <a:spcPts val="650"/>
                  </a:spcBef>
                  <a:buFont typeface="Arial" panose="020B0604020202020204" pitchFamily="34" charset="0"/>
                  <a:buChar char="•"/>
                  <a:defRPr sz="2338" kern="1200">
                    <a:solidFill>
                      <a:schemeClr val="tx1"/>
                    </a:solidFill>
                    <a:latin typeface="+mn-lt"/>
                    <a:ea typeface="+mn-ea"/>
                    <a:cs typeface="+mn-cs"/>
                  </a:defRPr>
                </a:lvl6pPr>
                <a:lvl7pPr marL="3860346" indent="-296950" algn="l" defTabSz="1187798" rtl="0" eaLnBrk="1" latinLnBrk="0" hangingPunct="1">
                  <a:lnSpc>
                    <a:spcPct val="90000"/>
                  </a:lnSpc>
                  <a:spcBef>
                    <a:spcPts val="650"/>
                  </a:spcBef>
                  <a:buFont typeface="Arial" panose="020B0604020202020204" pitchFamily="34" charset="0"/>
                  <a:buChar char="•"/>
                  <a:defRPr sz="2338" kern="1200">
                    <a:solidFill>
                      <a:schemeClr val="tx1"/>
                    </a:solidFill>
                    <a:latin typeface="+mn-lt"/>
                    <a:ea typeface="+mn-ea"/>
                    <a:cs typeface="+mn-cs"/>
                  </a:defRPr>
                </a:lvl7pPr>
                <a:lvl8pPr marL="4454245" indent="-296950" algn="l" defTabSz="1187798" rtl="0" eaLnBrk="1" latinLnBrk="0" hangingPunct="1">
                  <a:lnSpc>
                    <a:spcPct val="90000"/>
                  </a:lnSpc>
                  <a:spcBef>
                    <a:spcPts val="650"/>
                  </a:spcBef>
                  <a:buFont typeface="Arial" panose="020B0604020202020204" pitchFamily="34" charset="0"/>
                  <a:buChar char="•"/>
                  <a:defRPr sz="2338" kern="1200">
                    <a:solidFill>
                      <a:schemeClr val="tx1"/>
                    </a:solidFill>
                    <a:latin typeface="+mn-lt"/>
                    <a:ea typeface="+mn-ea"/>
                    <a:cs typeface="+mn-cs"/>
                  </a:defRPr>
                </a:lvl8pPr>
                <a:lvl9pPr marL="5048144" indent="-296950" algn="l" defTabSz="1187798" rtl="0" eaLnBrk="1" latinLnBrk="0" hangingPunct="1">
                  <a:lnSpc>
                    <a:spcPct val="90000"/>
                  </a:lnSpc>
                  <a:spcBef>
                    <a:spcPts val="650"/>
                  </a:spcBef>
                  <a:buFont typeface="Arial" panose="020B0604020202020204" pitchFamily="34" charset="0"/>
                  <a:buChar char="•"/>
                  <a:defRPr sz="2338" kern="1200">
                    <a:solidFill>
                      <a:schemeClr val="tx1"/>
                    </a:solidFill>
                    <a:latin typeface="+mn-lt"/>
                    <a:ea typeface="+mn-ea"/>
                    <a:cs typeface="+mn-cs"/>
                  </a:defRPr>
                </a:lvl9pPr>
              </a:lstStyle>
              <a:p>
                <a:pPr marL="0" indent="0">
                  <a:buNone/>
                </a:pPr>
                <a:r>
                  <a:rPr lang="zh-CN" altLang="en-US" sz="1800" b="1" dirty="0">
                    <a:solidFill>
                      <a:srgbClr val="C00000"/>
                    </a:solidFill>
                    <a:latin typeface="Arial" panose="020B0604020202020204" pitchFamily="34" charset="0"/>
                    <a:ea typeface="微软雅黑" panose="020B0503020204020204" pitchFamily="34" charset="-122"/>
                    <a:cs typeface="Arial" panose="020B0604020202020204" pitchFamily="34" charset="0"/>
                  </a:rPr>
                  <a:t>核心输入变量和计算公式</a:t>
                </a:r>
                <a:endParaRPr lang="en-US" altLang="zh-CN" sz="1800" b="1" dirty="0">
                  <a:solidFill>
                    <a:srgbClr val="C00000"/>
                  </a:solidFill>
                  <a:latin typeface="Arial" panose="020B0604020202020204" pitchFamily="34" charset="0"/>
                  <a:ea typeface="微软雅黑" panose="020B0503020204020204" pitchFamily="34" charset="-122"/>
                  <a:cs typeface="Arial" panose="020B0604020202020204" pitchFamily="34" charset="0"/>
                </a:endParaRPr>
              </a:p>
              <a:p>
                <a:pPr marL="126000" lvl="1" indent="-126000">
                  <a:lnSpc>
                    <a:spcPct val="150000"/>
                  </a:lnSpc>
                  <a:spcBef>
                    <a:spcPts val="0"/>
                  </a:spcBef>
                </a:pPr>
                <a:r>
                  <a:rPr lang="zh-CN" altLang="zh-CN" sz="1200" dirty="0">
                    <a:solidFill>
                      <a:srgbClr val="000000"/>
                    </a:solidFill>
                    <a:latin typeface="Arial" panose="020B0604020202020204" pitchFamily="34" charset="0"/>
                    <a:ea typeface="微软雅黑" panose="020B0503020204020204" pitchFamily="34" charset="-122"/>
                    <a:cs typeface="Arial" panose="020B0604020202020204" pitchFamily="34" charset="0"/>
                  </a:rPr>
                  <a:t>查询</a:t>
                </a:r>
                <a:r>
                  <a:rPr lang="zh-CN" altLang="en-US" sz="1200" dirty="0">
                    <a:solidFill>
                      <a:srgbClr val="000000"/>
                    </a:solidFill>
                    <a:latin typeface="Arial" panose="020B0604020202020204" pitchFamily="34" charset="0"/>
                    <a:ea typeface="微软雅黑" panose="020B0503020204020204" pitchFamily="34" charset="-122"/>
                    <a:cs typeface="Arial" panose="020B0604020202020204" pitchFamily="34" charset="0"/>
                  </a:rPr>
                  <a:t>（</a:t>
                </a:r>
                <a:r>
                  <a:rPr lang="en-US" altLang="zh-CN" sz="1200" dirty="0">
                    <a:solidFill>
                      <a:srgbClr val="000000"/>
                    </a:solidFill>
                    <a:latin typeface="Arial" panose="020B0604020202020204" pitchFamily="34" charset="0"/>
                    <a:ea typeface="微软雅黑" panose="020B0503020204020204" pitchFamily="34" charset="-122"/>
                    <a:cs typeface="Arial" panose="020B0604020202020204" pitchFamily="34" charset="0"/>
                  </a:rPr>
                  <a:t>Query, Q</a:t>
                </a:r>
                <a:r>
                  <a:rPr lang="zh-CN" altLang="en-US" sz="1200" dirty="0">
                    <a:solidFill>
                      <a:srgbClr val="000000"/>
                    </a:solidFill>
                    <a:latin typeface="Arial" panose="020B0604020202020204" pitchFamily="34" charset="0"/>
                    <a:ea typeface="微软雅黑" panose="020B0503020204020204" pitchFamily="34" charset="-122"/>
                    <a:cs typeface="Arial" panose="020B0604020202020204" pitchFamily="34" charset="0"/>
                  </a:rPr>
                  <a:t>）</a:t>
                </a:r>
                <a:r>
                  <a:rPr lang="en-US" altLang="zh-CN" sz="1200" dirty="0">
                    <a:solidFill>
                      <a:srgbClr val="000000"/>
                    </a:solidFill>
                    <a:latin typeface="Arial" panose="020B0604020202020204" pitchFamily="34" charset="0"/>
                    <a:ea typeface="微软雅黑" panose="020B0503020204020204" pitchFamily="34" charset="-122"/>
                    <a:cs typeface="Arial" panose="020B0604020202020204" pitchFamily="34" charset="0"/>
                  </a:rPr>
                  <a:t>: </a:t>
                </a:r>
                <a:r>
                  <a:rPr lang="zh-CN" altLang="zh-CN" sz="1200" dirty="0">
                    <a:solidFill>
                      <a:srgbClr val="000000"/>
                    </a:solidFill>
                    <a:latin typeface="Arial" panose="020B0604020202020204" pitchFamily="34" charset="0"/>
                    <a:ea typeface="微软雅黑" panose="020B0503020204020204" pitchFamily="34" charset="-122"/>
                    <a:cs typeface="Arial" panose="020B0604020202020204" pitchFamily="34" charset="0"/>
                  </a:rPr>
                  <a:t>查询代表当前需要评估的目标特征表示，并用于计算与键的关联得分。</a:t>
                </a:r>
                <a:endParaRPr lang="en-US" altLang="zh-CN" sz="1200" dirty="0">
                  <a:solidFill>
                    <a:srgbClr val="000000"/>
                  </a:solidFill>
                  <a:latin typeface="Arial" panose="020B0604020202020204" pitchFamily="34" charset="0"/>
                  <a:ea typeface="微软雅黑" panose="020B0503020204020204" pitchFamily="34" charset="-122"/>
                  <a:cs typeface="Arial" panose="020B0604020202020204" pitchFamily="34" charset="0"/>
                </a:endParaRPr>
              </a:p>
              <a:p>
                <a:pPr marL="126000" lvl="1" indent="-126000">
                  <a:lnSpc>
                    <a:spcPct val="150000"/>
                  </a:lnSpc>
                  <a:spcBef>
                    <a:spcPts val="0"/>
                  </a:spcBef>
                </a:pPr>
                <a:r>
                  <a:rPr lang="zh-CN" altLang="en-US" sz="1200" dirty="0">
                    <a:solidFill>
                      <a:srgbClr val="000000"/>
                    </a:solidFill>
                    <a:latin typeface="Arial" panose="020B0604020202020204" pitchFamily="34" charset="0"/>
                    <a:ea typeface="微软雅黑" panose="020B0503020204020204" pitchFamily="34" charset="-122"/>
                    <a:cs typeface="Arial" panose="020B0604020202020204" pitchFamily="34" charset="0"/>
                  </a:rPr>
                  <a:t>键（</a:t>
                </a:r>
                <a:r>
                  <a:rPr lang="en-US" altLang="zh-CN" sz="1200" dirty="0">
                    <a:solidFill>
                      <a:srgbClr val="000000"/>
                    </a:solidFill>
                    <a:latin typeface="Arial" panose="020B0604020202020204" pitchFamily="34" charset="0"/>
                    <a:ea typeface="微软雅黑" panose="020B0503020204020204" pitchFamily="34" charset="-122"/>
                    <a:cs typeface="Arial" panose="020B0604020202020204" pitchFamily="34" charset="0"/>
                  </a:rPr>
                  <a:t>Key, K</a:t>
                </a:r>
                <a:r>
                  <a:rPr lang="zh-CN" altLang="en-US" sz="1200" dirty="0">
                    <a:solidFill>
                      <a:srgbClr val="000000"/>
                    </a:solidFill>
                    <a:latin typeface="Arial" panose="020B0604020202020204" pitchFamily="34" charset="0"/>
                    <a:ea typeface="微软雅黑" panose="020B0503020204020204" pitchFamily="34" charset="-122"/>
                    <a:cs typeface="Arial" panose="020B0604020202020204" pitchFamily="34" charset="0"/>
                  </a:rPr>
                  <a:t>）</a:t>
                </a:r>
                <a:r>
                  <a:rPr lang="en-US" altLang="zh-CN" sz="1200" dirty="0">
                    <a:solidFill>
                      <a:srgbClr val="000000"/>
                    </a:solidFill>
                    <a:latin typeface="Arial" panose="020B0604020202020204" pitchFamily="34" charset="0"/>
                    <a:ea typeface="微软雅黑" panose="020B0503020204020204" pitchFamily="34" charset="-122"/>
                    <a:cs typeface="Arial" panose="020B0604020202020204" pitchFamily="34" charset="0"/>
                  </a:rPr>
                  <a:t>: </a:t>
                </a:r>
                <a:r>
                  <a:rPr lang="zh-CN" altLang="en-US" sz="1200" dirty="0">
                    <a:solidFill>
                      <a:srgbClr val="000000"/>
                    </a:solidFill>
                    <a:latin typeface="Arial" panose="020B0604020202020204" pitchFamily="34" charset="0"/>
                    <a:ea typeface="微软雅黑" panose="020B0503020204020204" pitchFamily="34" charset="-122"/>
                    <a:cs typeface="Arial" panose="020B0604020202020204" pitchFamily="34" charset="0"/>
                  </a:rPr>
                  <a:t>键由一系列与查询进行比较的向量构成。为了便于相关性评估，通常键和查询的维度相同。</a:t>
                </a:r>
                <a:endParaRPr lang="zh-CN" altLang="zh-CN" sz="1200" dirty="0">
                  <a:solidFill>
                    <a:srgbClr val="000000"/>
                  </a:solidFill>
                  <a:latin typeface="Arial" panose="020B0604020202020204" pitchFamily="34" charset="0"/>
                  <a:ea typeface="微软雅黑" panose="020B0503020204020204" pitchFamily="34" charset="-122"/>
                  <a:cs typeface="Arial" panose="020B0604020202020204" pitchFamily="34" charset="0"/>
                </a:endParaRPr>
              </a:p>
              <a:p>
                <a:pPr marL="126000" lvl="1" indent="-126000">
                  <a:lnSpc>
                    <a:spcPct val="150000"/>
                  </a:lnSpc>
                  <a:spcBef>
                    <a:spcPts val="0"/>
                  </a:spcBef>
                </a:pPr>
                <a:r>
                  <a:rPr lang="zh-CN" altLang="en-US" sz="1200" dirty="0">
                    <a:solidFill>
                      <a:srgbClr val="000000"/>
                    </a:solidFill>
                    <a:latin typeface="Arial" panose="020B0604020202020204" pitchFamily="34" charset="0"/>
                    <a:ea typeface="微软雅黑" panose="020B0503020204020204" pitchFamily="34" charset="-122"/>
                    <a:cs typeface="Arial" panose="020B0604020202020204" pitchFamily="34" charset="0"/>
                  </a:rPr>
                  <a:t>值（</a:t>
                </a:r>
                <a:r>
                  <a:rPr lang="en-US" altLang="zh-CN" sz="1200" dirty="0">
                    <a:solidFill>
                      <a:srgbClr val="000000"/>
                    </a:solidFill>
                    <a:latin typeface="Arial" panose="020B0604020202020204" pitchFamily="34" charset="0"/>
                    <a:ea typeface="微软雅黑" panose="020B0503020204020204" pitchFamily="34" charset="-122"/>
                    <a:cs typeface="Arial" panose="020B0604020202020204" pitchFamily="34" charset="0"/>
                  </a:rPr>
                  <a:t>Value, V</a:t>
                </a:r>
                <a:r>
                  <a:rPr lang="zh-CN" altLang="en-US" sz="1200" dirty="0">
                    <a:solidFill>
                      <a:srgbClr val="000000"/>
                    </a:solidFill>
                    <a:latin typeface="Arial" panose="020B0604020202020204" pitchFamily="34" charset="0"/>
                    <a:ea typeface="微软雅黑" panose="020B0503020204020204" pitchFamily="34" charset="-122"/>
                    <a:cs typeface="Arial" panose="020B0604020202020204" pitchFamily="34" charset="0"/>
                  </a:rPr>
                  <a:t>）</a:t>
                </a:r>
                <a:r>
                  <a:rPr lang="en-US" altLang="zh-CN" sz="1200" dirty="0">
                    <a:solidFill>
                      <a:srgbClr val="000000"/>
                    </a:solidFill>
                    <a:latin typeface="Arial" panose="020B0604020202020204" pitchFamily="34" charset="0"/>
                    <a:ea typeface="微软雅黑" panose="020B0503020204020204" pitchFamily="34" charset="-122"/>
                    <a:cs typeface="Arial" panose="020B0604020202020204" pitchFamily="34" charset="0"/>
                  </a:rPr>
                  <a:t>: </a:t>
                </a:r>
                <a:r>
                  <a:rPr lang="zh-CN" altLang="en-US" sz="1200" dirty="0">
                    <a:solidFill>
                      <a:srgbClr val="000000"/>
                    </a:solidFill>
                    <a:latin typeface="Arial" panose="020B0604020202020204" pitchFamily="34" charset="0"/>
                    <a:ea typeface="微软雅黑" panose="020B0503020204020204" pitchFamily="34" charset="-122"/>
                    <a:cs typeface="Arial" panose="020B0604020202020204" pitchFamily="34" charset="0"/>
                  </a:rPr>
                  <a:t>值是与每个键配对的向量集合，其目的在于根据权重将值进行加权平均，从而产生最后的注意力加权表示。</a:t>
                </a:r>
                <a:endParaRPr lang="en-US" altLang="zh-CN" sz="1200" dirty="0">
                  <a:solidFill>
                    <a:srgbClr val="000000"/>
                  </a:solidFill>
                  <a:latin typeface="Arial" panose="020B0604020202020204" pitchFamily="34" charset="0"/>
                  <a:ea typeface="微软雅黑" panose="020B0503020204020204" pitchFamily="34" charset="-122"/>
                  <a:cs typeface="Arial" panose="020B0604020202020204" pitchFamily="34" charset="0"/>
                </a:endParaRPr>
              </a:p>
              <a:p>
                <a:pPr marL="126000" lvl="1" indent="-126000">
                  <a:lnSpc>
                    <a:spcPct val="150000"/>
                  </a:lnSpc>
                  <a:spcBef>
                    <a:spcPts val="0"/>
                  </a:spcBef>
                </a:pPr>
                <a:r>
                  <a:rPr lang="zh-CN" altLang="en-US" sz="1200" dirty="0">
                    <a:solidFill>
                      <a:srgbClr val="000000"/>
                    </a:solidFill>
                    <a:latin typeface="Arial" panose="020B0604020202020204" pitchFamily="34" charset="0"/>
                    <a:ea typeface="微软雅黑" panose="020B0503020204020204" pitchFamily="34" charset="-122"/>
                    <a:cs typeface="Arial" panose="020B0604020202020204" pitchFamily="34" charset="0"/>
                  </a:rPr>
                  <a:t>计算公式：</a:t>
                </a:r>
                <a:endParaRPr lang="en-US" altLang="zh-CN" sz="1200" dirty="0">
                  <a:solidFill>
                    <a:srgbClr val="000000"/>
                  </a:solidFill>
                  <a:latin typeface="Arial" panose="020B0604020202020204" pitchFamily="34" charset="0"/>
                  <a:ea typeface="微软雅黑" panose="020B0503020204020204" pitchFamily="34" charset="-122"/>
                  <a:cs typeface="Arial" panose="020B0604020202020204" pitchFamily="34" charset="0"/>
                </a:endParaRPr>
              </a:p>
              <a:p>
                <a:pPr marL="126000" lvl="1" indent="-126000" algn="ctr">
                  <a:lnSpc>
                    <a:spcPct val="150000"/>
                  </a:lnSpc>
                  <a:spcBef>
                    <a:spcPts val="0"/>
                  </a:spcBef>
                  <a:buFont typeface="Arial" panose="020B0604020202020204" pitchFamily="34" charset="0"/>
                  <a:buNone/>
                </a:pPr>
                <a:r>
                  <a:rPr lang="en-US" altLang="zh-CN" sz="1200" dirty="0">
                    <a:solidFill>
                      <a:srgbClr val="000000"/>
                    </a:solidFill>
                    <a:latin typeface="Arial" panose="020B0604020202020204" pitchFamily="34" charset="0"/>
                    <a:ea typeface="微软雅黑" panose="020B0503020204020204" pitchFamily="34" charset="-122"/>
                    <a:cs typeface="Arial" panose="020B0604020202020204" pitchFamily="34" charset="0"/>
                  </a:rPr>
                  <a:t>      </a:t>
                </a:r>
                <a14:m>
                  <m:oMath xmlns:m="http://schemas.openxmlformats.org/officeDocument/2006/math">
                    <m:r>
                      <m:rPr>
                        <m:sty m:val="p"/>
                      </m:rPr>
                      <a:rPr lang="en-US" altLang="zh-CN" sz="1200">
                        <a:solidFill>
                          <a:srgbClr val="000000"/>
                        </a:solidFill>
                        <a:latin typeface="Cambria Math" panose="02040503050406030204" pitchFamily="18" charset="0"/>
                      </a:rPr>
                      <m:t>Attention</m:t>
                    </m:r>
                    <m:d>
                      <m:dPr>
                        <m:ctrlPr>
                          <a:rPr lang="zh-CN" altLang="zh-CN" sz="1200" i="1">
                            <a:solidFill>
                              <a:srgbClr val="000000"/>
                            </a:solidFill>
                            <a:latin typeface="Cambria Math" panose="02040503050406030204" pitchFamily="18" charset="0"/>
                          </a:rPr>
                        </m:ctrlPr>
                      </m:dPr>
                      <m:e>
                        <m:r>
                          <a:rPr lang="en-US" altLang="zh-CN" sz="1200">
                            <a:solidFill>
                              <a:srgbClr val="000000"/>
                            </a:solidFill>
                            <a:latin typeface="Cambria Math" panose="02040503050406030204" pitchFamily="18" charset="0"/>
                          </a:rPr>
                          <m:t>𝑸</m:t>
                        </m:r>
                        <m:r>
                          <a:rPr lang="en-US" altLang="zh-CN" sz="1200">
                            <a:solidFill>
                              <a:srgbClr val="000000"/>
                            </a:solidFill>
                            <a:latin typeface="Cambria Math" panose="02040503050406030204" pitchFamily="18" charset="0"/>
                          </a:rPr>
                          <m:t>,</m:t>
                        </m:r>
                        <m:r>
                          <a:rPr lang="en-US" altLang="zh-CN" sz="1200">
                            <a:solidFill>
                              <a:srgbClr val="000000"/>
                            </a:solidFill>
                            <a:latin typeface="Cambria Math" panose="02040503050406030204" pitchFamily="18" charset="0"/>
                          </a:rPr>
                          <m:t>𝑲</m:t>
                        </m:r>
                        <m:r>
                          <a:rPr lang="en-US" altLang="zh-CN" sz="1200">
                            <a:solidFill>
                              <a:srgbClr val="000000"/>
                            </a:solidFill>
                            <a:latin typeface="Cambria Math" panose="02040503050406030204" pitchFamily="18" charset="0"/>
                          </a:rPr>
                          <m:t>,</m:t>
                        </m:r>
                        <m:r>
                          <a:rPr lang="en-US" altLang="zh-CN" sz="1200">
                            <a:solidFill>
                              <a:srgbClr val="000000"/>
                            </a:solidFill>
                            <a:latin typeface="Cambria Math" panose="02040503050406030204" pitchFamily="18" charset="0"/>
                          </a:rPr>
                          <m:t>𝑽</m:t>
                        </m:r>
                      </m:e>
                    </m:d>
                    <m:r>
                      <a:rPr lang="en-US" altLang="zh-CN" sz="1200">
                        <a:solidFill>
                          <a:srgbClr val="000000"/>
                        </a:solidFill>
                        <a:latin typeface="Cambria Math" panose="02040503050406030204" pitchFamily="18" charset="0"/>
                      </a:rPr>
                      <m:t>=</m:t>
                    </m:r>
                    <m:r>
                      <m:rPr>
                        <m:sty m:val="p"/>
                      </m:rPr>
                      <a:rPr lang="en-US" altLang="zh-CN" sz="1200">
                        <a:solidFill>
                          <a:srgbClr val="000000"/>
                        </a:solidFill>
                        <a:latin typeface="Cambria Math" panose="02040503050406030204" pitchFamily="18" charset="0"/>
                      </a:rPr>
                      <m:t>Dropout</m:t>
                    </m:r>
                    <m:d>
                      <m:dPr>
                        <m:ctrlPr>
                          <a:rPr lang="en-US" altLang="zh-CN" sz="1200" i="1">
                            <a:solidFill>
                              <a:srgbClr val="000000"/>
                            </a:solidFill>
                            <a:latin typeface="Cambria Math" panose="02040503050406030204" pitchFamily="18" charset="0"/>
                          </a:rPr>
                        </m:ctrlPr>
                      </m:dPr>
                      <m:e>
                        <m:r>
                          <m:rPr>
                            <m:sty m:val="p"/>
                          </m:rPr>
                          <a:rPr lang="en-US" altLang="zh-CN" sz="1200">
                            <a:solidFill>
                              <a:srgbClr val="000000"/>
                            </a:solidFill>
                            <a:latin typeface="Cambria Math" panose="02040503050406030204" pitchFamily="18" charset="0"/>
                          </a:rPr>
                          <m:t>Softmax</m:t>
                        </m:r>
                        <m:d>
                          <m:dPr>
                            <m:ctrlPr>
                              <a:rPr lang="en-US" altLang="zh-CN" sz="1200" i="1">
                                <a:solidFill>
                                  <a:srgbClr val="000000"/>
                                </a:solidFill>
                                <a:latin typeface="Cambria Math" panose="02040503050406030204" pitchFamily="18" charset="0"/>
                              </a:rPr>
                            </m:ctrlPr>
                          </m:dPr>
                          <m:e>
                            <m:r>
                              <m:rPr>
                                <m:sty m:val="p"/>
                              </m:rPr>
                              <a:rPr lang="en-US" altLang="zh-CN" sz="1200">
                                <a:solidFill>
                                  <a:srgbClr val="000000"/>
                                </a:solidFill>
                                <a:latin typeface="Cambria Math" panose="02040503050406030204" pitchFamily="18" charset="0"/>
                              </a:rPr>
                              <m:t>Mask</m:t>
                            </m:r>
                            <m:d>
                              <m:dPr>
                                <m:ctrlPr>
                                  <a:rPr lang="en-US" altLang="zh-CN" sz="1200" i="1">
                                    <a:solidFill>
                                      <a:srgbClr val="000000"/>
                                    </a:solidFill>
                                    <a:latin typeface="Cambria Math" panose="02040503050406030204" pitchFamily="18" charset="0"/>
                                  </a:rPr>
                                </m:ctrlPr>
                              </m:dPr>
                              <m:e>
                                <m:f>
                                  <m:fPr>
                                    <m:ctrlPr>
                                      <a:rPr lang="zh-CN" altLang="zh-CN" sz="1200" i="1">
                                        <a:solidFill>
                                          <a:srgbClr val="000000"/>
                                        </a:solidFill>
                                        <a:latin typeface="Cambria Math" panose="02040503050406030204" pitchFamily="18" charset="0"/>
                                      </a:rPr>
                                    </m:ctrlPr>
                                  </m:fPr>
                                  <m:num>
                                    <m:r>
                                      <a:rPr lang="en-US" altLang="zh-CN" sz="1200">
                                        <a:solidFill>
                                          <a:srgbClr val="000000"/>
                                        </a:solidFill>
                                        <a:latin typeface="Cambria Math" panose="02040503050406030204" pitchFamily="18" charset="0"/>
                                      </a:rPr>
                                      <m:t>𝑸</m:t>
                                    </m:r>
                                    <m:sSup>
                                      <m:sSupPr>
                                        <m:ctrlPr>
                                          <a:rPr lang="zh-CN" altLang="zh-CN" sz="1200" i="1">
                                            <a:solidFill>
                                              <a:srgbClr val="000000"/>
                                            </a:solidFill>
                                            <a:latin typeface="Cambria Math" panose="02040503050406030204" pitchFamily="18" charset="0"/>
                                          </a:rPr>
                                        </m:ctrlPr>
                                      </m:sSupPr>
                                      <m:e>
                                        <m:r>
                                          <a:rPr lang="en-US" altLang="zh-CN" sz="1200">
                                            <a:solidFill>
                                              <a:srgbClr val="000000"/>
                                            </a:solidFill>
                                            <a:latin typeface="Cambria Math" panose="02040503050406030204" pitchFamily="18" charset="0"/>
                                          </a:rPr>
                                          <m:t>𝑲</m:t>
                                        </m:r>
                                      </m:e>
                                      <m:sup>
                                        <m:r>
                                          <m:rPr>
                                            <m:sty m:val="p"/>
                                          </m:rPr>
                                          <a:rPr lang="en-US" altLang="zh-CN" sz="1200">
                                            <a:solidFill>
                                              <a:srgbClr val="000000"/>
                                            </a:solidFill>
                                            <a:latin typeface="Cambria Math" panose="02040503050406030204" pitchFamily="18" charset="0"/>
                                          </a:rPr>
                                          <m:t>T</m:t>
                                        </m:r>
                                      </m:sup>
                                    </m:sSup>
                                    <m:r>
                                      <a:rPr lang="en-US" altLang="zh-CN" sz="1200">
                                        <a:solidFill>
                                          <a:srgbClr val="000000"/>
                                        </a:solidFill>
                                        <a:latin typeface="Cambria Math" panose="02040503050406030204" pitchFamily="18" charset="0"/>
                                      </a:rPr>
                                      <m:t>+</m:t>
                                    </m:r>
                                    <m:r>
                                      <a:rPr lang="en-US" altLang="zh-CN" sz="1200">
                                        <a:solidFill>
                                          <a:srgbClr val="000000"/>
                                        </a:solidFill>
                                        <a:latin typeface="Cambria Math" panose="02040503050406030204" pitchFamily="18" charset="0"/>
                                      </a:rPr>
                                      <m:t>𝑝𝑠𝑒</m:t>
                                    </m:r>
                                  </m:num>
                                  <m:den>
                                    <m:rad>
                                      <m:radPr>
                                        <m:degHide m:val="on"/>
                                        <m:ctrlPr>
                                          <a:rPr lang="zh-CN" altLang="zh-CN" sz="1200" i="1">
                                            <a:solidFill>
                                              <a:srgbClr val="000000"/>
                                            </a:solidFill>
                                            <a:latin typeface="Cambria Math" panose="02040503050406030204" pitchFamily="18" charset="0"/>
                                          </a:rPr>
                                        </m:ctrlPr>
                                      </m:radPr>
                                      <m:deg/>
                                      <m:e>
                                        <m:r>
                                          <a:rPr lang="en-US" altLang="zh-CN" sz="1200">
                                            <a:solidFill>
                                              <a:srgbClr val="000000"/>
                                            </a:solidFill>
                                            <a:latin typeface="Cambria Math" panose="02040503050406030204" pitchFamily="18" charset="0"/>
                                          </a:rPr>
                                          <m:t>𝑑</m:t>
                                        </m:r>
                                      </m:e>
                                    </m:rad>
                                  </m:den>
                                </m:f>
                              </m:e>
                            </m:d>
                          </m:e>
                        </m:d>
                      </m:e>
                    </m:d>
                    <m:r>
                      <a:rPr lang="en-US" altLang="zh-CN" sz="1200">
                        <a:solidFill>
                          <a:srgbClr val="000000"/>
                        </a:solidFill>
                        <a:latin typeface="Cambria Math" panose="02040503050406030204" pitchFamily="18" charset="0"/>
                      </a:rPr>
                      <m:t>𝑽</m:t>
                    </m:r>
                  </m:oMath>
                </a14:m>
                <a:endParaRPr lang="zh-CN" altLang="en-US" sz="1200" dirty="0">
                  <a:solidFill>
                    <a:srgbClr val="000000"/>
                  </a:solidFill>
                  <a:latin typeface="Arial" panose="020B0604020202020204" pitchFamily="34" charset="0"/>
                  <a:ea typeface="微软雅黑" panose="020B0503020204020204" pitchFamily="34" charset="-122"/>
                  <a:cs typeface="Arial" panose="020B0604020202020204" pitchFamily="34" charset="0"/>
                </a:endParaRPr>
              </a:p>
            </p:txBody>
          </p:sp>
        </mc:Choice>
        <mc:Fallback>
          <p:sp>
            <p:nvSpPr>
              <p:cNvPr id="3" name="文本占位符 3">
                <a:extLst>
                  <a:ext uri="{FF2B5EF4-FFF2-40B4-BE49-F238E27FC236}">
                    <a16:creationId xmlns:a16="http://schemas.microsoft.com/office/drawing/2014/main" id="{E5488978-1913-FDD3-4A44-EB1E1EF58547}"/>
                  </a:ext>
                </a:extLst>
              </p:cNvPr>
              <p:cNvSpPr txBox="1">
                <a:spLocks noRot="1" noChangeAspect="1" noMove="1" noResize="1" noEditPoints="1" noAdjustHandles="1" noChangeArrowheads="1" noChangeShapeType="1" noTextEdit="1"/>
              </p:cNvSpPr>
              <p:nvPr/>
            </p:nvSpPr>
            <p:spPr>
              <a:xfrm>
                <a:off x="1767644" y="2346203"/>
                <a:ext cx="8661474" cy="2165593"/>
              </a:xfrm>
              <a:prstGeom prst="rect">
                <a:avLst/>
              </a:prstGeom>
              <a:blipFill>
                <a:blip r:embed="rId2"/>
                <a:stretch>
                  <a:fillRect l="-633" t="-2817"/>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352009927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9EA4EB-B9FF-7E1D-55B0-F2F0A704B1A9}"/>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EE3130A1-AB29-A218-14A9-E66D13B9E1F6}"/>
              </a:ext>
            </a:extLst>
          </p:cNvPr>
          <p:cNvSpPr txBox="1">
            <a:spLocks/>
          </p:cNvSpPr>
          <p:nvPr/>
        </p:nvSpPr>
        <p:spPr>
          <a:xfrm>
            <a:off x="3543834" y="411900"/>
            <a:ext cx="5109091" cy="584775"/>
          </a:xfrm>
          <a:prstGeom prst="rect">
            <a:avLst/>
          </a:prstGeom>
        </p:spPr>
        <p:txBody>
          <a:bodyPr wrap="none">
            <a:spAutoFit/>
          </a:bodyPr>
          <a:lstStyle>
            <a:lvl1pPr algn="l" defTabSz="1187798" rtl="0" eaLnBrk="1" latinLnBrk="0" hangingPunct="1">
              <a:lnSpc>
                <a:spcPct val="90000"/>
              </a:lnSpc>
              <a:spcBef>
                <a:spcPct val="0"/>
              </a:spcBef>
              <a:buNone/>
              <a:defRPr sz="5716" kern="1200">
                <a:solidFill>
                  <a:schemeClr val="tx1"/>
                </a:solidFill>
                <a:latin typeface="+mj-lt"/>
                <a:ea typeface="+mj-ea"/>
                <a:cs typeface="+mj-cs"/>
              </a:defRPr>
            </a:lvl1pPr>
          </a:lstStyle>
          <a:p>
            <a:pPr algn="ctr">
              <a:lnSpc>
                <a:spcPct val="100000"/>
              </a:lnSpc>
            </a:pPr>
            <a:r>
              <a:rPr lang="zh-CN" altLang="en-US" sz="3200" b="1" dirty="0">
                <a:solidFill>
                  <a:srgbClr val="000000"/>
                </a:solidFill>
                <a:latin typeface="微软雅黑" panose="020B0503020204020204" pitchFamily="34" charset="-122"/>
                <a:ea typeface="微软雅黑" panose="020B0503020204020204" pitchFamily="34" charset="-122"/>
              </a:rPr>
              <a:t>自注意力算子前向计算过程</a:t>
            </a:r>
          </a:p>
        </p:txBody>
      </p:sp>
      <mc:AlternateContent xmlns:mc="http://schemas.openxmlformats.org/markup-compatibility/2006">
        <mc:Choice xmlns:a14="http://schemas.microsoft.com/office/drawing/2010/main" Requires="a14">
          <p:sp>
            <p:nvSpPr>
              <p:cNvPr id="3" name="文本占位符 2">
                <a:extLst>
                  <a:ext uri="{FF2B5EF4-FFF2-40B4-BE49-F238E27FC236}">
                    <a16:creationId xmlns:a16="http://schemas.microsoft.com/office/drawing/2014/main" id="{6C4EAD4E-1A52-4A38-BEB6-C3E9F6759BD2}"/>
                  </a:ext>
                </a:extLst>
              </p:cNvPr>
              <p:cNvSpPr txBox="1"/>
              <p:nvPr/>
            </p:nvSpPr>
            <p:spPr>
              <a:xfrm>
                <a:off x="1410674" y="1957626"/>
                <a:ext cx="9375415" cy="3356816"/>
              </a:xfrm>
              <a:prstGeom prst="rect">
                <a:avLst/>
              </a:prstGeom>
              <a:ln w="12700">
                <a:miter lim="400000"/>
              </a:ln>
            </p:spPr>
            <p:txBody>
              <a:bodyPr wrap="square" lIns="41148" tIns="41148" rIns="41148" bIns="41148">
                <a:spAutoFit/>
              </a:bodyPr>
              <a:lstStyle>
                <a:lvl1pPr marL="120015" marR="0" indent="-299720" algn="l" defTabSz="822960" rtl="0" latinLnBrk="0">
                  <a:lnSpc>
                    <a:spcPct val="100000"/>
                  </a:lnSpc>
                  <a:spcBef>
                    <a:spcPts val="900"/>
                  </a:spcBef>
                  <a:spcAft>
                    <a:spcPts val="0"/>
                  </a:spcAft>
                  <a:buClr>
                    <a:srgbClr val="0000FF"/>
                  </a:buClr>
                  <a:buSzPct val="120000"/>
                  <a:buFontTx/>
                  <a:buChar char="●"/>
                  <a:defRPr sz="2000" b="1" i="0" u="none" strike="noStrike" cap="none" spc="0" baseline="0">
                    <a:solidFill>
                      <a:srgbClr val="0000FF"/>
                    </a:solidFill>
                    <a:uFillTx/>
                    <a:latin typeface="Georgia" panose="02040502050405020303"/>
                    <a:ea typeface="Georgia" panose="02040502050405020303"/>
                    <a:cs typeface="Georgia" panose="02040502050405020303"/>
                    <a:sym typeface="Georgia" panose="02040502050405020303"/>
                  </a:defRPr>
                </a:lvl1pPr>
                <a:lvl2pPr marL="720090" marR="0" indent="-323850" algn="l" defTabSz="822960" rtl="0" latinLnBrk="0">
                  <a:lnSpc>
                    <a:spcPct val="100000"/>
                  </a:lnSpc>
                  <a:spcBef>
                    <a:spcPts val="900"/>
                  </a:spcBef>
                  <a:spcAft>
                    <a:spcPts val="0"/>
                  </a:spcAft>
                  <a:buClr>
                    <a:srgbClr val="0000FF"/>
                  </a:buClr>
                  <a:buSzPct val="100000"/>
                  <a:buFontTx/>
                  <a:buChar char="✓"/>
                  <a:defRPr sz="2000" b="1" i="0" u="none" strike="noStrike" cap="none" spc="0" baseline="0">
                    <a:solidFill>
                      <a:srgbClr val="0000FF"/>
                    </a:solidFill>
                    <a:uFillTx/>
                    <a:latin typeface="Georgia" panose="02040502050405020303"/>
                    <a:ea typeface="Georgia" panose="02040502050405020303"/>
                    <a:cs typeface="Georgia" panose="02040502050405020303"/>
                    <a:sym typeface="Georgia" panose="02040502050405020303"/>
                  </a:defRPr>
                </a:lvl2pPr>
                <a:lvl3pPr marL="1111885" marR="0" indent="-320040" algn="l" defTabSz="822960" rtl="0" latinLnBrk="0">
                  <a:lnSpc>
                    <a:spcPct val="100000"/>
                  </a:lnSpc>
                  <a:spcBef>
                    <a:spcPts val="900"/>
                  </a:spcBef>
                  <a:spcAft>
                    <a:spcPts val="0"/>
                  </a:spcAft>
                  <a:buClr>
                    <a:srgbClr val="0000FF"/>
                  </a:buClr>
                  <a:buSzPct val="171000"/>
                  <a:buFontTx/>
                  <a:buChar char="•"/>
                  <a:defRPr sz="2000" b="1" i="0" u="none" strike="noStrike" cap="none" spc="0" baseline="0">
                    <a:solidFill>
                      <a:srgbClr val="0000FF"/>
                    </a:solidFill>
                    <a:uFillTx/>
                    <a:latin typeface="Georgia" panose="02040502050405020303"/>
                    <a:ea typeface="Georgia" panose="02040502050405020303"/>
                    <a:cs typeface="Georgia" panose="02040502050405020303"/>
                    <a:sym typeface="Georgia" panose="02040502050405020303"/>
                  </a:defRPr>
                </a:lvl3pPr>
                <a:lvl4pPr marL="1511935" marR="0" indent="-360045" algn="l" defTabSz="822960" rtl="0" latinLnBrk="0">
                  <a:lnSpc>
                    <a:spcPct val="100000"/>
                  </a:lnSpc>
                  <a:spcBef>
                    <a:spcPts val="900"/>
                  </a:spcBef>
                  <a:spcAft>
                    <a:spcPts val="0"/>
                  </a:spcAft>
                  <a:buClr>
                    <a:srgbClr val="0000FF"/>
                  </a:buClr>
                  <a:buSzPct val="171000"/>
                  <a:buFontTx/>
                  <a:buChar char="•"/>
                  <a:defRPr sz="2000" b="1" i="0" u="none" strike="noStrike" cap="none" spc="0" baseline="0">
                    <a:solidFill>
                      <a:srgbClr val="0000FF"/>
                    </a:solidFill>
                    <a:uFillTx/>
                    <a:latin typeface="Georgia" panose="02040502050405020303"/>
                    <a:ea typeface="Georgia" panose="02040502050405020303"/>
                    <a:cs typeface="Georgia" panose="02040502050405020303"/>
                    <a:sym typeface="Georgia" panose="02040502050405020303"/>
                  </a:defRPr>
                </a:lvl4pPr>
                <a:lvl5pPr marL="1923415" marR="0" indent="-411480" algn="l" defTabSz="822960" rtl="0" latinLnBrk="0">
                  <a:lnSpc>
                    <a:spcPct val="100000"/>
                  </a:lnSpc>
                  <a:spcBef>
                    <a:spcPts val="900"/>
                  </a:spcBef>
                  <a:spcAft>
                    <a:spcPts val="0"/>
                  </a:spcAft>
                  <a:buClr>
                    <a:srgbClr val="0000FF"/>
                  </a:buClr>
                  <a:buSzPct val="171000"/>
                  <a:buFontTx/>
                  <a:buChar char="•"/>
                  <a:defRPr sz="2000" b="1" i="0" u="none" strike="noStrike" cap="none" spc="0" baseline="0">
                    <a:solidFill>
                      <a:srgbClr val="0000FF"/>
                    </a:solidFill>
                    <a:uFillTx/>
                    <a:latin typeface="Georgia" panose="02040502050405020303"/>
                    <a:ea typeface="Georgia" panose="02040502050405020303"/>
                    <a:cs typeface="Georgia" panose="02040502050405020303"/>
                    <a:sym typeface="Georgia" panose="02040502050405020303"/>
                  </a:defRPr>
                </a:lvl5pPr>
                <a:lvl6pPr marL="2553970" marR="0" indent="-268605" algn="l" defTabSz="822960" rtl="0" latinLnBrk="0">
                  <a:lnSpc>
                    <a:spcPct val="100000"/>
                  </a:lnSpc>
                  <a:spcBef>
                    <a:spcPts val="900"/>
                  </a:spcBef>
                  <a:spcAft>
                    <a:spcPts val="0"/>
                  </a:spcAft>
                  <a:buClr>
                    <a:srgbClr val="0000FF"/>
                  </a:buClr>
                  <a:buSzPct val="100000"/>
                  <a:buFontTx/>
                  <a:buChar char="•"/>
                  <a:defRPr sz="2000" b="1" i="0" u="none" strike="noStrike" cap="none" spc="0" baseline="0">
                    <a:solidFill>
                      <a:srgbClr val="0000FF"/>
                    </a:solidFill>
                    <a:uFillTx/>
                    <a:latin typeface="Georgia" panose="02040502050405020303"/>
                    <a:ea typeface="Georgia" panose="02040502050405020303"/>
                    <a:cs typeface="Georgia" panose="02040502050405020303"/>
                    <a:sym typeface="Georgia" panose="02040502050405020303"/>
                  </a:defRPr>
                </a:lvl6pPr>
                <a:lvl7pPr marL="3011170" marR="0" indent="-268605" algn="l" defTabSz="822960" rtl="0" latinLnBrk="0">
                  <a:lnSpc>
                    <a:spcPct val="100000"/>
                  </a:lnSpc>
                  <a:spcBef>
                    <a:spcPts val="900"/>
                  </a:spcBef>
                  <a:spcAft>
                    <a:spcPts val="0"/>
                  </a:spcAft>
                  <a:buClr>
                    <a:srgbClr val="0000FF"/>
                  </a:buClr>
                  <a:buSzPct val="100000"/>
                  <a:buFontTx/>
                  <a:buChar char="•"/>
                  <a:defRPr sz="2000" b="1" i="0" u="none" strike="noStrike" cap="none" spc="0" baseline="0">
                    <a:solidFill>
                      <a:srgbClr val="0000FF"/>
                    </a:solidFill>
                    <a:uFillTx/>
                    <a:latin typeface="Georgia" panose="02040502050405020303"/>
                    <a:ea typeface="Georgia" panose="02040502050405020303"/>
                    <a:cs typeface="Georgia" panose="02040502050405020303"/>
                    <a:sym typeface="Georgia" panose="02040502050405020303"/>
                  </a:defRPr>
                </a:lvl7pPr>
                <a:lvl8pPr marL="3467735" marR="0" indent="-268605" algn="l" defTabSz="822960" rtl="0" latinLnBrk="0">
                  <a:lnSpc>
                    <a:spcPct val="100000"/>
                  </a:lnSpc>
                  <a:spcBef>
                    <a:spcPts val="900"/>
                  </a:spcBef>
                  <a:spcAft>
                    <a:spcPts val="0"/>
                  </a:spcAft>
                  <a:buClr>
                    <a:srgbClr val="0000FF"/>
                  </a:buClr>
                  <a:buSzPct val="100000"/>
                  <a:buFontTx/>
                  <a:buChar char="•"/>
                  <a:defRPr sz="2000" b="1" i="0" u="none" strike="noStrike" cap="none" spc="0" baseline="0">
                    <a:solidFill>
                      <a:srgbClr val="0000FF"/>
                    </a:solidFill>
                    <a:uFillTx/>
                    <a:latin typeface="Georgia" panose="02040502050405020303"/>
                    <a:ea typeface="Georgia" panose="02040502050405020303"/>
                    <a:cs typeface="Georgia" panose="02040502050405020303"/>
                    <a:sym typeface="Georgia" panose="02040502050405020303"/>
                  </a:defRPr>
                </a:lvl8pPr>
                <a:lvl9pPr marL="3924935" marR="0" indent="-268605" algn="l" defTabSz="822960" rtl="0" latinLnBrk="0">
                  <a:lnSpc>
                    <a:spcPct val="100000"/>
                  </a:lnSpc>
                  <a:spcBef>
                    <a:spcPts val="900"/>
                  </a:spcBef>
                  <a:spcAft>
                    <a:spcPts val="0"/>
                  </a:spcAft>
                  <a:buClr>
                    <a:srgbClr val="0000FF"/>
                  </a:buClr>
                  <a:buSzPct val="100000"/>
                  <a:buFontTx/>
                  <a:buChar char="•"/>
                  <a:defRPr sz="2000" b="1" i="0" u="none" strike="noStrike" cap="none" spc="0" baseline="0">
                    <a:solidFill>
                      <a:srgbClr val="0000FF"/>
                    </a:solidFill>
                    <a:uFillTx/>
                    <a:latin typeface="Georgia" panose="02040502050405020303"/>
                    <a:ea typeface="Georgia" panose="02040502050405020303"/>
                    <a:cs typeface="Georgia" panose="02040502050405020303"/>
                    <a:sym typeface="Georgia" panose="02040502050405020303"/>
                  </a:defRPr>
                </a:lvl9pPr>
              </a:lstStyle>
              <a:p>
                <a:pPr marL="0" marR="0" lvl="0" indent="0" algn="l" defTabSz="822960" rtl="0" eaLnBrk="1" fontAlgn="auto" latinLnBrk="0" hangingPunct="1">
                  <a:lnSpc>
                    <a:spcPct val="150000"/>
                  </a:lnSpc>
                  <a:spcBef>
                    <a:spcPts val="0"/>
                  </a:spcBef>
                  <a:spcAft>
                    <a:spcPts val="0"/>
                  </a:spcAft>
                  <a:buClr>
                    <a:srgbClr val="0000FF"/>
                  </a:buClr>
                  <a:buSzPct val="120000"/>
                  <a:buNone/>
                  <a:tabLst/>
                  <a:defRPr sz="1600"/>
                </a:pPr>
                <a:r>
                  <a:rPr kumimoji="0" lang="en-US" sz="1800" i="0" u="none" strike="noStrike" kern="0" cap="none" spc="0" normalizeH="0" baseline="0" noProof="0" dirty="0">
                    <a:ln>
                      <a:noFill/>
                    </a:ln>
                    <a:solidFill>
                      <a:srgbClr val="C00000"/>
                    </a:solidFill>
                    <a:effectLst/>
                    <a:uLnTx/>
                    <a:uFillTx/>
                    <a:latin typeface="Arial" panose="020B0604020202020204" pitchFamily="34" charset="0"/>
                    <a:ea typeface="微软雅黑" panose="020B0503020204020204" pitchFamily="34" charset="-122"/>
                    <a:cs typeface="Arial" panose="020B0604020202020204" pitchFamily="34" charset="0"/>
                    <a:sym typeface="Georgia" panose="02040502050405020303"/>
                  </a:rPr>
                  <a:t>Stage1：</a:t>
                </a:r>
                <a:r>
                  <a:rPr kumimoji="0" lang="zh-CN" altLang="en-US" sz="1800" i="0" u="none" strike="noStrike" kern="0" cap="none" spc="0" normalizeH="0" baseline="0" noProof="0" dirty="0">
                    <a:ln>
                      <a:noFill/>
                    </a:ln>
                    <a:solidFill>
                      <a:srgbClr val="C00000"/>
                    </a:solidFill>
                    <a:effectLst/>
                    <a:uLnTx/>
                    <a:uFillTx/>
                    <a:latin typeface="Arial" panose="020B0604020202020204" pitchFamily="34" charset="0"/>
                    <a:ea typeface="微软雅黑" panose="020B0503020204020204" pitchFamily="34" charset="-122"/>
                    <a:cs typeface="Arial" panose="020B0604020202020204" pitchFamily="34" charset="0"/>
                    <a:sym typeface="Georgia" panose="02040502050405020303"/>
                  </a:rPr>
                  <a:t>计算注意力矩阵</a:t>
                </a:r>
                <a:endParaRPr kumimoji="0" lang="en-US" altLang="zh-CN" sz="1800" i="0" u="none" strike="noStrike" kern="0" cap="none" spc="0" normalizeH="0" baseline="0" noProof="0" dirty="0">
                  <a:ln>
                    <a:noFill/>
                  </a:ln>
                  <a:solidFill>
                    <a:srgbClr val="C00000"/>
                  </a:solidFill>
                  <a:effectLst/>
                  <a:uLnTx/>
                  <a:uFillTx/>
                  <a:latin typeface="Arial" panose="020B0604020202020204" pitchFamily="34" charset="0"/>
                  <a:ea typeface="微软雅黑" panose="020B0503020204020204" pitchFamily="34" charset="-122"/>
                  <a:cs typeface="Arial" panose="020B0604020202020204" pitchFamily="34" charset="0"/>
                  <a:sym typeface="Georgia" panose="02040502050405020303"/>
                </a:endParaRPr>
              </a:p>
              <a:p>
                <a:pPr marL="0" marR="0" lvl="1" indent="0" algn="l" defTabSz="822960" rtl="0" eaLnBrk="1" fontAlgn="auto" latinLnBrk="0" hangingPunct="1">
                  <a:lnSpc>
                    <a:spcPct val="150000"/>
                  </a:lnSpc>
                  <a:spcBef>
                    <a:spcPts val="0"/>
                  </a:spcBef>
                  <a:spcAft>
                    <a:spcPts val="600"/>
                  </a:spcAft>
                  <a:buClr>
                    <a:srgbClr val="0000FF"/>
                  </a:buClr>
                  <a:buSzPct val="100000"/>
                  <a:buNone/>
                  <a:tabLst/>
                  <a:defRPr sz="1600"/>
                </a:pPr>
                <a:r>
                  <a:rPr kumimoji="0" lang="zh-CN" altLang="zh-CN" sz="1200" b="0" i="0" u="none" strike="noStrike" kern="0" cap="none" spc="0" normalizeH="0" baseline="0" noProof="0" dirty="0">
                    <a:ln>
                      <a:noFill/>
                    </a:ln>
                    <a:solidFill>
                      <a:srgbClr val="000000"/>
                    </a:solidFill>
                    <a:effectLst/>
                    <a:uLnTx/>
                    <a:uFillTx/>
                    <a:latin typeface="Arial" panose="020B0604020202020204" pitchFamily="34" charset="0"/>
                    <a:ea typeface="微软雅黑" panose="020B0503020204020204" pitchFamily="34" charset="-122"/>
                    <a:cs typeface="Arial" panose="020B0604020202020204" pitchFamily="34" charset="0"/>
                    <a:sym typeface="Georgia" panose="02040502050405020303"/>
                  </a:rPr>
                  <a:t>通过对查询矩阵</a:t>
                </a:r>
                <a:r>
                  <a:rPr kumimoji="0" lang="en-US" altLang="zh-CN" sz="1200" i="1" u="none" strike="noStrike" kern="0" cap="none" spc="0" normalizeH="0" baseline="0" noProof="0" dirty="0">
                    <a:ln>
                      <a:noFill/>
                    </a:ln>
                    <a:solidFill>
                      <a:srgbClr val="000000"/>
                    </a:solidFill>
                    <a:effectLst/>
                    <a:uLnTx/>
                    <a:uFillTx/>
                    <a:latin typeface="Arial" panose="020B0604020202020204" pitchFamily="34" charset="0"/>
                    <a:ea typeface="微软雅黑" panose="020B0503020204020204" pitchFamily="34" charset="-122"/>
                    <a:cs typeface="Arial" panose="020B0604020202020204" pitchFamily="34" charset="0"/>
                    <a:sym typeface="Georgia" panose="02040502050405020303"/>
                  </a:rPr>
                  <a:t>Q</a:t>
                </a:r>
                <a:r>
                  <a:rPr kumimoji="0" lang="zh-CN" altLang="zh-CN" sz="1200" b="0" i="0" u="none" strike="noStrike" kern="0" cap="none" spc="0" normalizeH="0" baseline="0" noProof="0" dirty="0">
                    <a:ln>
                      <a:noFill/>
                    </a:ln>
                    <a:solidFill>
                      <a:srgbClr val="000000"/>
                    </a:solidFill>
                    <a:effectLst/>
                    <a:uLnTx/>
                    <a:uFillTx/>
                    <a:latin typeface="Arial" panose="020B0604020202020204" pitchFamily="34" charset="0"/>
                    <a:ea typeface="微软雅黑" panose="020B0503020204020204" pitchFamily="34" charset="-122"/>
                    <a:cs typeface="Arial" panose="020B0604020202020204" pitchFamily="34" charset="0"/>
                    <a:sym typeface="Georgia" panose="02040502050405020303"/>
                  </a:rPr>
                  <a:t>和键矩阵</a:t>
                </a:r>
                <a:r>
                  <a:rPr kumimoji="0" lang="en-US" altLang="zh-CN" sz="1200" i="1" u="none" strike="noStrike" kern="0" cap="none" spc="0" normalizeH="0" baseline="0" noProof="0" dirty="0">
                    <a:ln>
                      <a:noFill/>
                    </a:ln>
                    <a:solidFill>
                      <a:srgbClr val="000000"/>
                    </a:solidFill>
                    <a:effectLst/>
                    <a:uLnTx/>
                    <a:uFillTx/>
                    <a:latin typeface="Arial" panose="020B0604020202020204" pitchFamily="34" charset="0"/>
                    <a:ea typeface="微软雅黑" panose="020B0503020204020204" pitchFamily="34" charset="-122"/>
                    <a:cs typeface="Arial" panose="020B0604020202020204" pitchFamily="34" charset="0"/>
                    <a:sym typeface="Georgia" panose="02040502050405020303"/>
                  </a:rPr>
                  <a:t>K</a:t>
                </a:r>
                <a:r>
                  <a:rPr kumimoji="0" lang="zh-CN" altLang="zh-CN" sz="1200" b="0" i="0" u="none" strike="noStrike" kern="0" cap="none" spc="0" normalizeH="0" baseline="0" noProof="0" dirty="0">
                    <a:ln>
                      <a:noFill/>
                    </a:ln>
                    <a:solidFill>
                      <a:srgbClr val="000000"/>
                    </a:solidFill>
                    <a:effectLst/>
                    <a:uLnTx/>
                    <a:uFillTx/>
                    <a:latin typeface="Arial" panose="020B0604020202020204" pitchFamily="34" charset="0"/>
                    <a:ea typeface="微软雅黑" panose="020B0503020204020204" pitchFamily="34" charset="-122"/>
                    <a:cs typeface="Arial" panose="020B0604020202020204" pitchFamily="34" charset="0"/>
                    <a:sym typeface="Georgia" panose="02040502050405020303"/>
                  </a:rPr>
                  <a:t>进行点乘操作，获得一个表示它们相似度的矩阵。</a:t>
                </a:r>
                <a:endParaRPr kumimoji="0" lang="en-US" altLang="zh-CN" sz="1200" b="0" i="0" u="none" strike="noStrike" kern="0" cap="none" spc="0" normalizeH="0" baseline="0" noProof="0" dirty="0">
                  <a:ln>
                    <a:noFill/>
                  </a:ln>
                  <a:solidFill>
                    <a:srgbClr val="000000"/>
                  </a:solidFill>
                  <a:effectLst/>
                  <a:uLnTx/>
                  <a:uFillTx/>
                  <a:latin typeface="Arial" panose="020B0604020202020204" pitchFamily="34" charset="0"/>
                  <a:ea typeface="微软雅黑" panose="020B0503020204020204" pitchFamily="34" charset="-122"/>
                  <a:cs typeface="Arial" panose="020B0604020202020204" pitchFamily="34" charset="0"/>
                  <a:sym typeface="Georgia" panose="02040502050405020303"/>
                </a:endParaRPr>
              </a:p>
              <a:p>
                <a:pPr marL="0" indent="0">
                  <a:lnSpc>
                    <a:spcPct val="150000"/>
                  </a:lnSpc>
                  <a:spcBef>
                    <a:spcPts val="0"/>
                  </a:spcBef>
                  <a:buNone/>
                  <a:defRPr sz="1600"/>
                </a:pPr>
                <a:r>
                  <a:rPr lang="en-US" altLang="zh-CN" sz="1800" kern="0" dirty="0">
                    <a:solidFill>
                      <a:srgbClr val="C00000"/>
                    </a:solidFill>
                    <a:latin typeface="Arial" panose="020B0604020202020204" pitchFamily="34" charset="0"/>
                    <a:ea typeface="微软雅黑" panose="020B0503020204020204" pitchFamily="34" charset="-122"/>
                    <a:cs typeface="Arial" panose="020B0604020202020204" pitchFamily="34" charset="0"/>
                  </a:rPr>
                  <a:t>Stage2</a:t>
                </a:r>
                <a:r>
                  <a:rPr lang="zh-CN" altLang="en-US" sz="1800" kern="0" dirty="0">
                    <a:solidFill>
                      <a:srgbClr val="C00000"/>
                    </a:solidFill>
                    <a:latin typeface="Arial" panose="020B0604020202020204" pitchFamily="34" charset="0"/>
                    <a:ea typeface="微软雅黑" panose="020B0503020204020204" pitchFamily="34" charset="-122"/>
                    <a:cs typeface="Arial" panose="020B0604020202020204" pitchFamily="34" charset="0"/>
                  </a:rPr>
                  <a:t>：添加位置编码</a:t>
                </a:r>
                <a:endParaRPr lang="en-US" altLang="zh-CN" sz="1800" kern="0" dirty="0">
                  <a:solidFill>
                    <a:srgbClr val="C00000"/>
                  </a:solidFill>
                  <a:latin typeface="Arial" panose="020B0604020202020204" pitchFamily="34" charset="0"/>
                  <a:ea typeface="微软雅黑" panose="020B0503020204020204" pitchFamily="34" charset="-122"/>
                  <a:cs typeface="Arial" panose="020B0604020202020204" pitchFamily="34" charset="0"/>
                </a:endParaRPr>
              </a:p>
              <a:p>
                <a:pPr marL="0" marR="0" lvl="1" indent="0" algn="l" defTabSz="822960" rtl="0" eaLnBrk="1" fontAlgn="auto" latinLnBrk="0" hangingPunct="1">
                  <a:lnSpc>
                    <a:spcPct val="150000"/>
                  </a:lnSpc>
                  <a:spcBef>
                    <a:spcPts val="0"/>
                  </a:spcBef>
                  <a:spcAft>
                    <a:spcPts val="600"/>
                  </a:spcAft>
                  <a:buClr>
                    <a:srgbClr val="0000FF"/>
                  </a:buClr>
                  <a:buSzPct val="100000"/>
                  <a:buNone/>
                  <a:tabLst/>
                  <a:defRPr sz="1600"/>
                </a:pPr>
                <a:r>
                  <a:rPr kumimoji="0" lang="zh-CN" altLang="en-US" sz="1200" b="0" i="0" u="none" strike="noStrike" kern="0" cap="none" spc="0" normalizeH="0" baseline="0" noProof="0" dirty="0">
                    <a:ln>
                      <a:noFill/>
                    </a:ln>
                    <a:solidFill>
                      <a:srgbClr val="000000"/>
                    </a:solidFill>
                    <a:effectLst/>
                    <a:uLnTx/>
                    <a:uFillTx/>
                    <a:latin typeface="Arial" panose="020B0604020202020204" pitchFamily="34" charset="0"/>
                    <a:ea typeface="微软雅黑" panose="020B0503020204020204" pitchFamily="34" charset="-122"/>
                    <a:cs typeface="Arial" panose="020B0604020202020204" pitchFamily="34" charset="0"/>
                    <a:sym typeface="Georgia" panose="02040502050405020303"/>
                  </a:rPr>
                  <a:t>和上一步矩阵乘法结果进行矩阵加操作，位置编码的引入使得</a:t>
                </a:r>
                <a:r>
                  <a:rPr kumimoji="0" lang="en-US" altLang="zh-CN" sz="1200" b="0" i="0" u="none" strike="noStrike" kern="0" cap="none" spc="0" normalizeH="0" baseline="0" noProof="0" dirty="0">
                    <a:ln>
                      <a:noFill/>
                    </a:ln>
                    <a:solidFill>
                      <a:srgbClr val="000000"/>
                    </a:solidFill>
                    <a:effectLst/>
                    <a:uLnTx/>
                    <a:uFillTx/>
                    <a:latin typeface="Arial" panose="020B0604020202020204" pitchFamily="34" charset="0"/>
                    <a:ea typeface="微软雅黑" panose="020B0503020204020204" pitchFamily="34" charset="-122"/>
                    <a:cs typeface="Arial" panose="020B0604020202020204" pitchFamily="34" charset="0"/>
                    <a:sym typeface="Georgia" panose="02040502050405020303"/>
                  </a:rPr>
                  <a:t>Transformer</a:t>
                </a:r>
                <a:r>
                  <a:rPr kumimoji="0" lang="zh-CN" altLang="en-US" sz="1200" b="0" i="0" u="none" strike="noStrike" kern="0" cap="none" spc="0" normalizeH="0" baseline="0" noProof="0" dirty="0">
                    <a:ln>
                      <a:noFill/>
                    </a:ln>
                    <a:solidFill>
                      <a:srgbClr val="000000"/>
                    </a:solidFill>
                    <a:effectLst/>
                    <a:uLnTx/>
                    <a:uFillTx/>
                    <a:latin typeface="Arial" panose="020B0604020202020204" pitchFamily="34" charset="0"/>
                    <a:ea typeface="微软雅黑" panose="020B0503020204020204" pitchFamily="34" charset="-122"/>
                    <a:cs typeface="Arial" panose="020B0604020202020204" pitchFamily="34" charset="0"/>
                    <a:sym typeface="Georgia" panose="02040502050405020303"/>
                  </a:rPr>
                  <a:t>能够捕捉序列中单词的相对位置信息。</a:t>
                </a:r>
                <a:endParaRPr kumimoji="0" lang="en-US" altLang="zh-CN" sz="1200" b="0" i="0" u="none" strike="noStrike" kern="0" cap="none" spc="0" normalizeH="0" baseline="0" noProof="0" dirty="0">
                  <a:ln>
                    <a:noFill/>
                  </a:ln>
                  <a:solidFill>
                    <a:srgbClr val="000000"/>
                  </a:solidFill>
                  <a:effectLst/>
                  <a:uLnTx/>
                  <a:uFillTx/>
                  <a:latin typeface="Arial" panose="020B0604020202020204" pitchFamily="34" charset="0"/>
                  <a:ea typeface="微软雅黑" panose="020B0503020204020204" pitchFamily="34" charset="-122"/>
                  <a:cs typeface="Arial" panose="020B0604020202020204" pitchFamily="34" charset="0"/>
                  <a:sym typeface="Georgia" panose="02040502050405020303"/>
                </a:endParaRPr>
              </a:p>
              <a:p>
                <a:pPr marL="0" indent="0">
                  <a:lnSpc>
                    <a:spcPct val="150000"/>
                  </a:lnSpc>
                  <a:spcBef>
                    <a:spcPts val="0"/>
                  </a:spcBef>
                  <a:buNone/>
                  <a:defRPr sz="1600"/>
                </a:pPr>
                <a:r>
                  <a:rPr lang="en-US" altLang="zh-CN" sz="1800" kern="0" dirty="0">
                    <a:solidFill>
                      <a:srgbClr val="C00000"/>
                    </a:solidFill>
                    <a:latin typeface="Arial" panose="020B0604020202020204" pitchFamily="34" charset="0"/>
                    <a:ea typeface="微软雅黑" panose="020B0503020204020204" pitchFamily="34" charset="-122"/>
                    <a:cs typeface="Arial" panose="020B0604020202020204" pitchFamily="34" charset="0"/>
                  </a:rPr>
                  <a:t>Stage3</a:t>
                </a:r>
                <a:r>
                  <a:rPr lang="zh-CN" altLang="en-US" sz="1800" kern="0" dirty="0">
                    <a:solidFill>
                      <a:srgbClr val="C00000"/>
                    </a:solidFill>
                    <a:latin typeface="Arial" panose="020B0604020202020204" pitchFamily="34" charset="0"/>
                    <a:ea typeface="微软雅黑" panose="020B0503020204020204" pitchFamily="34" charset="-122"/>
                    <a:cs typeface="Arial" panose="020B0604020202020204" pitchFamily="34" charset="0"/>
                  </a:rPr>
                  <a:t>： </a:t>
                </a:r>
                <a:r>
                  <a:rPr lang="en-US" altLang="zh-CN" sz="1800" kern="0" dirty="0">
                    <a:solidFill>
                      <a:srgbClr val="C00000"/>
                    </a:solidFill>
                    <a:latin typeface="Arial" panose="020B0604020202020204" pitchFamily="34" charset="0"/>
                    <a:ea typeface="微软雅黑" panose="020B0503020204020204" pitchFamily="34" charset="-122"/>
                    <a:cs typeface="Arial" panose="020B0604020202020204" pitchFamily="34" charset="0"/>
                  </a:rPr>
                  <a:t>Scale</a:t>
                </a:r>
                <a:r>
                  <a:rPr lang="zh-CN" altLang="en-US" sz="1800" kern="0" dirty="0">
                    <a:solidFill>
                      <a:srgbClr val="C00000"/>
                    </a:solidFill>
                    <a:latin typeface="Arial" panose="020B0604020202020204" pitchFamily="34" charset="0"/>
                    <a:ea typeface="微软雅黑" panose="020B0503020204020204" pitchFamily="34" charset="-122"/>
                    <a:cs typeface="Arial" panose="020B0604020202020204" pitchFamily="34" charset="0"/>
                  </a:rPr>
                  <a:t>操作</a:t>
                </a:r>
                <a:endParaRPr lang="en-US" altLang="zh-CN" sz="1800" kern="0" dirty="0">
                  <a:solidFill>
                    <a:srgbClr val="C00000"/>
                  </a:solidFill>
                  <a:latin typeface="Arial" panose="020B0604020202020204" pitchFamily="34" charset="0"/>
                  <a:ea typeface="微软雅黑" panose="020B0503020204020204" pitchFamily="34" charset="-122"/>
                  <a:cs typeface="Arial" panose="020B0604020202020204" pitchFamily="34" charset="0"/>
                </a:endParaRPr>
              </a:p>
              <a:p>
                <a:pPr marL="0" marR="0" lvl="1" indent="0" algn="l" defTabSz="822960" rtl="0" eaLnBrk="1" fontAlgn="auto" latinLnBrk="0" hangingPunct="1">
                  <a:lnSpc>
                    <a:spcPct val="150000"/>
                  </a:lnSpc>
                  <a:spcBef>
                    <a:spcPts val="0"/>
                  </a:spcBef>
                  <a:spcAft>
                    <a:spcPts val="600"/>
                  </a:spcAft>
                  <a:buClr>
                    <a:srgbClr val="0000FF"/>
                  </a:buClr>
                  <a:buSzPct val="100000"/>
                  <a:buNone/>
                  <a:tabLst/>
                  <a:defRPr sz="1600"/>
                </a:pPr>
                <a:r>
                  <a:rPr kumimoji="0" lang="zh-CN" altLang="zh-CN" sz="1200" b="0" i="0" u="none" strike="noStrike" kern="0" cap="none" spc="0" normalizeH="0" baseline="0" noProof="0" dirty="0">
                    <a:ln>
                      <a:noFill/>
                    </a:ln>
                    <a:solidFill>
                      <a:srgbClr val="000000"/>
                    </a:solidFill>
                    <a:effectLst/>
                    <a:uLnTx/>
                    <a:uFillTx/>
                    <a:latin typeface="Arial" panose="020B0604020202020204" pitchFamily="34" charset="0"/>
                    <a:ea typeface="微软雅黑" panose="020B0503020204020204" pitchFamily="34" charset="-122"/>
                    <a:cs typeface="Arial" panose="020B0604020202020204" pitchFamily="34" charset="0"/>
                    <a:sym typeface="Georgia" panose="02040502050405020303"/>
                  </a:rPr>
                  <a:t>将</a:t>
                </a:r>
                <a:r>
                  <a:rPr kumimoji="0" lang="zh-CN" altLang="en-US" sz="1200" b="0" i="0" u="none" strike="noStrike" kern="0" cap="none" spc="0" normalizeH="0" baseline="0" noProof="0" dirty="0">
                    <a:ln>
                      <a:noFill/>
                    </a:ln>
                    <a:solidFill>
                      <a:srgbClr val="000000"/>
                    </a:solidFill>
                    <a:effectLst/>
                    <a:uLnTx/>
                    <a:uFillTx/>
                    <a:latin typeface="Arial" panose="020B0604020202020204" pitchFamily="34" charset="0"/>
                    <a:ea typeface="微软雅黑" panose="020B0503020204020204" pitchFamily="34" charset="-122"/>
                    <a:cs typeface="Arial" panose="020B0604020202020204" pitchFamily="34" charset="0"/>
                    <a:sym typeface="Georgia" panose="02040502050405020303"/>
                  </a:rPr>
                  <a:t>上一步</a:t>
                </a:r>
                <a:r>
                  <a:rPr kumimoji="0" lang="zh-CN" altLang="zh-CN" sz="1200" b="0" i="0" u="none" strike="noStrike" kern="0" cap="none" spc="0" normalizeH="0" baseline="0" noProof="0" dirty="0">
                    <a:ln>
                      <a:noFill/>
                    </a:ln>
                    <a:solidFill>
                      <a:srgbClr val="000000"/>
                    </a:solidFill>
                    <a:effectLst/>
                    <a:uLnTx/>
                    <a:uFillTx/>
                    <a:latin typeface="Arial" panose="020B0604020202020204" pitchFamily="34" charset="0"/>
                    <a:ea typeface="微软雅黑" panose="020B0503020204020204" pitchFamily="34" charset="-122"/>
                    <a:cs typeface="Arial" panose="020B0604020202020204" pitchFamily="34" charset="0"/>
                    <a:sym typeface="Georgia" panose="02040502050405020303"/>
                  </a:rPr>
                  <a:t>得到的结果除以</a:t>
                </a:r>
                <a14:m>
                  <m:oMath xmlns:m="http://schemas.openxmlformats.org/officeDocument/2006/math">
                    <m:rad>
                      <m:radPr>
                        <m:degHide m:val="on"/>
                        <m:ctrlPr>
                          <a:rPr kumimoji="0" lang="zh-CN" altLang="zh-CN" sz="1200" b="0" i="1" u="none" strike="noStrike" kern="0" cap="none" spc="0" normalizeH="0" baseline="0" noProof="0">
                            <a:ln>
                              <a:noFill/>
                            </a:ln>
                            <a:solidFill>
                              <a:srgbClr val="000000"/>
                            </a:solidFill>
                            <a:effectLst/>
                            <a:uLnTx/>
                            <a:uFillTx/>
                            <a:latin typeface="Cambria Math" panose="02040503050406030204" pitchFamily="18" charset="0"/>
                            <a:sym typeface="Georgia" panose="02040502050405020303"/>
                          </a:rPr>
                        </m:ctrlPr>
                      </m:radPr>
                      <m:deg/>
                      <m:e>
                        <m:r>
                          <a:rPr kumimoji="0" lang="en-US" altLang="zh-CN" sz="1200" b="0" i="1" u="none" strike="noStrike" kern="0" cap="none" spc="0" normalizeH="0" baseline="0" noProof="0" smtClean="0">
                            <a:ln>
                              <a:noFill/>
                            </a:ln>
                            <a:solidFill>
                              <a:srgbClr val="000000"/>
                            </a:solidFill>
                            <a:effectLst/>
                            <a:uLnTx/>
                            <a:uFillTx/>
                            <a:latin typeface="Cambria Math" panose="02040503050406030204" pitchFamily="18" charset="0"/>
                            <a:sym typeface="Georgia" panose="02040502050405020303"/>
                          </a:rPr>
                          <m:t>𝑑</m:t>
                        </m:r>
                      </m:e>
                    </m:rad>
                  </m:oMath>
                </a14:m>
                <a:r>
                  <a:rPr kumimoji="0" lang="zh-CN" altLang="zh-CN" sz="1200" b="0" i="0" u="none" strike="noStrike" kern="0" cap="none" spc="0" normalizeH="0" baseline="0" noProof="0" dirty="0">
                    <a:ln>
                      <a:noFill/>
                    </a:ln>
                    <a:solidFill>
                      <a:srgbClr val="000000"/>
                    </a:solidFill>
                    <a:effectLst/>
                    <a:uLnTx/>
                    <a:uFillTx/>
                    <a:latin typeface="Arial" panose="020B0604020202020204" pitchFamily="34" charset="0"/>
                    <a:ea typeface="微软雅黑" panose="020B0503020204020204" pitchFamily="34" charset="-122"/>
                    <a:cs typeface="Arial" panose="020B0604020202020204" pitchFamily="34" charset="0"/>
                    <a:sym typeface="Georgia" panose="02040502050405020303"/>
                  </a:rPr>
                  <a:t>，其中</a:t>
                </a:r>
                <a:r>
                  <a:rPr kumimoji="0" lang="en-US" altLang="zh-CN" sz="1200" b="0" i="1" u="none" strike="noStrike" kern="0" cap="none" spc="0" normalizeH="0" baseline="0" noProof="0" dirty="0">
                    <a:ln>
                      <a:noFill/>
                    </a:ln>
                    <a:solidFill>
                      <a:srgbClr val="000000"/>
                    </a:solidFill>
                    <a:effectLst/>
                    <a:uLnTx/>
                    <a:uFillTx/>
                    <a:latin typeface="Arial" panose="020B0604020202020204" pitchFamily="34" charset="0"/>
                    <a:ea typeface="微软雅黑" panose="020B0503020204020204" pitchFamily="34" charset="-122"/>
                    <a:cs typeface="Arial" panose="020B0604020202020204" pitchFamily="34" charset="0"/>
                    <a:sym typeface="Georgia" panose="02040502050405020303"/>
                  </a:rPr>
                  <a:t>d</a:t>
                </a:r>
                <a:r>
                  <a:rPr kumimoji="0" lang="zh-CN" altLang="zh-CN" sz="1200" b="0" i="0" u="none" strike="noStrike" kern="0" cap="none" spc="0" normalizeH="0" baseline="0" noProof="0" dirty="0">
                    <a:ln>
                      <a:noFill/>
                    </a:ln>
                    <a:solidFill>
                      <a:srgbClr val="000000"/>
                    </a:solidFill>
                    <a:effectLst/>
                    <a:uLnTx/>
                    <a:uFillTx/>
                    <a:latin typeface="Arial" panose="020B0604020202020204" pitchFamily="34" charset="0"/>
                    <a:ea typeface="微软雅黑" panose="020B0503020204020204" pitchFamily="34" charset="-122"/>
                    <a:cs typeface="Arial" panose="020B0604020202020204" pitchFamily="34" charset="0"/>
                    <a:sym typeface="Georgia" panose="02040502050405020303"/>
                  </a:rPr>
                  <a:t>代表查询和键的维数。这一步骤有助于防止得分尺度过大，从而在训练期间保持梯度更新的稳定性。</a:t>
                </a:r>
                <a:endParaRPr kumimoji="0" lang="en-US" altLang="zh-CN" sz="1200" b="0" i="0" u="none" strike="noStrike" kern="0" cap="none" spc="0" normalizeH="0" baseline="0" noProof="0" dirty="0">
                  <a:ln>
                    <a:noFill/>
                  </a:ln>
                  <a:solidFill>
                    <a:srgbClr val="000000"/>
                  </a:solidFill>
                  <a:effectLst/>
                  <a:uLnTx/>
                  <a:uFillTx/>
                  <a:latin typeface="Arial" panose="020B0604020202020204" pitchFamily="34" charset="0"/>
                  <a:ea typeface="微软雅黑" panose="020B0503020204020204" pitchFamily="34" charset="-122"/>
                  <a:cs typeface="Arial" panose="020B0604020202020204" pitchFamily="34" charset="0"/>
                  <a:sym typeface="Georgia" panose="02040502050405020303"/>
                </a:endParaRPr>
              </a:p>
              <a:p>
                <a:pPr marL="0" indent="0">
                  <a:lnSpc>
                    <a:spcPct val="150000"/>
                  </a:lnSpc>
                  <a:spcBef>
                    <a:spcPts val="0"/>
                  </a:spcBef>
                  <a:buNone/>
                  <a:defRPr sz="1600"/>
                </a:pPr>
                <a:r>
                  <a:rPr lang="en-US" altLang="zh-CN" sz="1800" kern="0" dirty="0">
                    <a:solidFill>
                      <a:srgbClr val="C00000"/>
                    </a:solidFill>
                    <a:latin typeface="Arial" panose="020B0604020202020204" pitchFamily="34" charset="0"/>
                    <a:ea typeface="微软雅黑" panose="020B0503020204020204" pitchFamily="34" charset="-122"/>
                    <a:cs typeface="Arial" panose="020B0604020202020204" pitchFamily="34" charset="0"/>
                  </a:rPr>
                  <a:t>Stage4</a:t>
                </a:r>
                <a:r>
                  <a:rPr lang="zh-CN" altLang="en-US" sz="1800" kern="0" dirty="0">
                    <a:solidFill>
                      <a:srgbClr val="C00000"/>
                    </a:solidFill>
                    <a:latin typeface="Arial" panose="020B0604020202020204" pitchFamily="34" charset="0"/>
                    <a:ea typeface="微软雅黑" panose="020B0503020204020204" pitchFamily="34" charset="-122"/>
                    <a:cs typeface="Arial" panose="020B0604020202020204" pitchFamily="34" charset="0"/>
                  </a:rPr>
                  <a:t>： </a:t>
                </a:r>
                <a:r>
                  <a:rPr lang="en-US" altLang="zh-CN" sz="1800" kern="0" dirty="0">
                    <a:solidFill>
                      <a:srgbClr val="C00000"/>
                    </a:solidFill>
                    <a:latin typeface="Arial" panose="020B0604020202020204" pitchFamily="34" charset="0"/>
                    <a:ea typeface="微软雅黑" panose="020B0503020204020204" pitchFamily="34" charset="-122"/>
                    <a:cs typeface="Arial" panose="020B0604020202020204" pitchFamily="34" charset="0"/>
                  </a:rPr>
                  <a:t>Mask</a:t>
                </a:r>
                <a:r>
                  <a:rPr lang="zh-CN" altLang="en-US" sz="1800" kern="0" dirty="0">
                    <a:solidFill>
                      <a:srgbClr val="C00000"/>
                    </a:solidFill>
                    <a:latin typeface="Arial" panose="020B0604020202020204" pitchFamily="34" charset="0"/>
                    <a:ea typeface="微软雅黑" panose="020B0503020204020204" pitchFamily="34" charset="-122"/>
                    <a:cs typeface="Arial" panose="020B0604020202020204" pitchFamily="34" charset="0"/>
                  </a:rPr>
                  <a:t>操作</a:t>
                </a:r>
                <a:endParaRPr lang="en-US" altLang="zh-CN" sz="1800" kern="0" dirty="0">
                  <a:solidFill>
                    <a:srgbClr val="C00000"/>
                  </a:solidFill>
                  <a:latin typeface="Arial" panose="020B0604020202020204" pitchFamily="34" charset="0"/>
                  <a:ea typeface="微软雅黑" panose="020B0503020204020204" pitchFamily="34" charset="-122"/>
                  <a:cs typeface="Arial" panose="020B0604020202020204" pitchFamily="34" charset="0"/>
                </a:endParaRPr>
              </a:p>
              <a:p>
                <a:pPr marL="0" marR="0" lvl="1" indent="0" algn="l" defTabSz="822960" rtl="0" eaLnBrk="1" fontAlgn="auto" latinLnBrk="0" hangingPunct="1">
                  <a:lnSpc>
                    <a:spcPct val="150000"/>
                  </a:lnSpc>
                  <a:spcBef>
                    <a:spcPts val="0"/>
                  </a:spcBef>
                  <a:spcAft>
                    <a:spcPts val="0"/>
                  </a:spcAft>
                  <a:buClr>
                    <a:srgbClr val="0000FF"/>
                  </a:buClr>
                  <a:buSzPct val="100000"/>
                  <a:buNone/>
                  <a:tabLst/>
                  <a:defRPr sz="1600"/>
                </a:pPr>
                <a:r>
                  <a:rPr kumimoji="0" lang="zh-CN" altLang="zh-CN" sz="1200" b="0" i="0" u="none" strike="noStrike" kern="0" cap="none" spc="0" normalizeH="0" baseline="0" noProof="0" dirty="0">
                    <a:ln>
                      <a:noFill/>
                    </a:ln>
                    <a:solidFill>
                      <a:srgbClr val="000000"/>
                    </a:solidFill>
                    <a:effectLst/>
                    <a:uLnTx/>
                    <a:uFillTx/>
                    <a:latin typeface="Arial" panose="020B0604020202020204" pitchFamily="34" charset="0"/>
                    <a:ea typeface="微软雅黑" panose="020B0503020204020204" pitchFamily="34" charset="-122"/>
                    <a:cs typeface="Arial" panose="020B0604020202020204" pitchFamily="34" charset="0"/>
                    <a:sym typeface="Georgia" panose="02040502050405020303"/>
                  </a:rPr>
                  <a:t>可选的</a:t>
                </a:r>
                <a:r>
                  <a:rPr kumimoji="0" lang="en-US" altLang="zh-CN" sz="1200" b="0" i="0" u="none" strike="noStrike" kern="0" cap="none" spc="0" normalizeH="0" baseline="0" noProof="0" dirty="0">
                    <a:ln>
                      <a:noFill/>
                    </a:ln>
                    <a:solidFill>
                      <a:srgbClr val="000000"/>
                    </a:solidFill>
                    <a:effectLst/>
                    <a:uLnTx/>
                    <a:uFillTx/>
                    <a:latin typeface="Arial" panose="020B0604020202020204" pitchFamily="34" charset="0"/>
                    <a:ea typeface="微软雅黑" panose="020B0503020204020204" pitchFamily="34" charset="-122"/>
                    <a:cs typeface="Arial" panose="020B0604020202020204" pitchFamily="34" charset="0"/>
                    <a:sym typeface="Georgia" panose="02040502050405020303"/>
                  </a:rPr>
                  <a:t>Mask</a:t>
                </a:r>
                <a:r>
                  <a:rPr kumimoji="0" lang="zh-CN" altLang="zh-CN" sz="1200" b="0" i="0" u="none" strike="noStrike" kern="0" cap="none" spc="0" normalizeH="0" baseline="0" noProof="0" dirty="0">
                    <a:ln>
                      <a:noFill/>
                    </a:ln>
                    <a:solidFill>
                      <a:srgbClr val="000000"/>
                    </a:solidFill>
                    <a:effectLst/>
                    <a:uLnTx/>
                    <a:uFillTx/>
                    <a:latin typeface="Arial" panose="020B0604020202020204" pitchFamily="34" charset="0"/>
                    <a:ea typeface="微软雅黑" panose="020B0503020204020204" pitchFamily="34" charset="-122"/>
                    <a:cs typeface="Arial" panose="020B0604020202020204" pitchFamily="34" charset="0"/>
                    <a:sym typeface="Georgia" panose="02040502050405020303"/>
                  </a:rPr>
                  <a:t>操作，</a:t>
                </a:r>
                <a:r>
                  <a:rPr kumimoji="0" lang="zh-CN" altLang="en-US" sz="1200" b="0" i="0" u="none" strike="noStrike" kern="0" cap="none" spc="0" normalizeH="0" baseline="0" noProof="0" dirty="0">
                    <a:ln>
                      <a:noFill/>
                    </a:ln>
                    <a:solidFill>
                      <a:srgbClr val="000000"/>
                    </a:solidFill>
                    <a:effectLst/>
                    <a:uLnTx/>
                    <a:uFillTx/>
                    <a:latin typeface="Arial" panose="020B0604020202020204" pitchFamily="34" charset="0"/>
                    <a:ea typeface="微软雅黑" panose="020B0503020204020204" pitchFamily="34" charset="-122"/>
                    <a:cs typeface="Arial" panose="020B0604020202020204" pitchFamily="34" charset="0"/>
                    <a:sym typeface="Georgia" panose="02040502050405020303"/>
                  </a:rPr>
                  <a:t>其通过将上一步的计算结果与提前设置好的</a:t>
                </a:r>
                <a:r>
                  <a:rPr kumimoji="0" lang="en-US" altLang="zh-CN" sz="1200" b="0" i="0" u="none" strike="noStrike" kern="0" cap="none" spc="0" normalizeH="0" baseline="0" noProof="0" dirty="0">
                    <a:ln>
                      <a:noFill/>
                    </a:ln>
                    <a:solidFill>
                      <a:srgbClr val="000000"/>
                    </a:solidFill>
                    <a:effectLst/>
                    <a:uLnTx/>
                    <a:uFillTx/>
                    <a:latin typeface="Arial" panose="020B0604020202020204" pitchFamily="34" charset="0"/>
                    <a:ea typeface="微软雅黑" panose="020B0503020204020204" pitchFamily="34" charset="-122"/>
                    <a:cs typeface="Arial" panose="020B0604020202020204" pitchFamily="34" charset="0"/>
                    <a:sym typeface="Georgia" panose="02040502050405020303"/>
                  </a:rPr>
                  <a:t>Mask</a:t>
                </a:r>
                <a:r>
                  <a:rPr kumimoji="0" lang="zh-CN" altLang="en-US" sz="1200" b="0" i="0" u="none" strike="noStrike" kern="0" cap="none" spc="0" normalizeH="0" baseline="0" noProof="0" dirty="0">
                    <a:ln>
                      <a:noFill/>
                    </a:ln>
                    <a:solidFill>
                      <a:srgbClr val="000000"/>
                    </a:solidFill>
                    <a:effectLst/>
                    <a:uLnTx/>
                    <a:uFillTx/>
                    <a:latin typeface="Arial" panose="020B0604020202020204" pitchFamily="34" charset="0"/>
                    <a:ea typeface="微软雅黑" panose="020B0503020204020204" pitchFamily="34" charset="-122"/>
                    <a:cs typeface="Arial" panose="020B0604020202020204" pitchFamily="34" charset="0"/>
                    <a:sym typeface="Georgia" panose="02040502050405020303"/>
                  </a:rPr>
                  <a:t>矩阵进行按位乘操作。</a:t>
                </a:r>
                <a:r>
                  <a:rPr lang="zh-CN" altLang="en-US" sz="1200" b="0" kern="0" dirty="0">
                    <a:solidFill>
                      <a:srgbClr val="000000"/>
                    </a:solidFill>
                    <a:latin typeface="Arial" panose="020B0604020202020204" pitchFamily="34" charset="0"/>
                    <a:ea typeface="微软雅黑" panose="020B0503020204020204" pitchFamily="34" charset="-122"/>
                    <a:cs typeface="Arial" panose="020B0604020202020204" pitchFamily="34" charset="0"/>
                  </a:rPr>
                  <a:t>该操作的</a:t>
                </a:r>
                <a:r>
                  <a:rPr kumimoji="0" lang="zh-CN" altLang="zh-CN" sz="1200" b="0" i="0" u="none" strike="noStrike" kern="0" cap="none" spc="0" normalizeH="0" baseline="0" noProof="0" dirty="0">
                    <a:ln>
                      <a:noFill/>
                    </a:ln>
                    <a:solidFill>
                      <a:srgbClr val="000000"/>
                    </a:solidFill>
                    <a:effectLst/>
                    <a:uLnTx/>
                    <a:uFillTx/>
                    <a:latin typeface="Arial" panose="020B0604020202020204" pitchFamily="34" charset="0"/>
                    <a:ea typeface="微软雅黑" panose="020B0503020204020204" pitchFamily="34" charset="-122"/>
                    <a:cs typeface="Arial" panose="020B0604020202020204" pitchFamily="34" charset="0"/>
                    <a:sym typeface="Georgia" panose="02040502050405020303"/>
                  </a:rPr>
                  <a:t>主要目的是避免模型在训练期间</a:t>
                </a:r>
                <a:r>
                  <a:rPr kumimoji="0" lang="en-US" altLang="zh-CN" sz="1200" b="0" i="0" u="none" strike="noStrike" kern="0" cap="none" spc="0" normalizeH="0" baseline="0" noProof="0" dirty="0">
                    <a:ln>
                      <a:noFill/>
                    </a:ln>
                    <a:solidFill>
                      <a:srgbClr val="000000"/>
                    </a:solidFill>
                    <a:effectLst/>
                    <a:uLnTx/>
                    <a:uFillTx/>
                    <a:latin typeface="Arial" panose="020B0604020202020204" pitchFamily="34" charset="0"/>
                    <a:ea typeface="微软雅黑" panose="020B0503020204020204" pitchFamily="34" charset="-122"/>
                    <a:cs typeface="Arial" panose="020B0604020202020204" pitchFamily="34" charset="0"/>
                    <a:sym typeface="Georgia" panose="02040502050405020303"/>
                  </a:rPr>
                  <a:t>“</a:t>
                </a:r>
                <a:r>
                  <a:rPr kumimoji="0" lang="zh-CN" altLang="zh-CN" sz="1200" b="0" i="0" u="none" strike="noStrike" kern="0" cap="none" spc="0" normalizeH="0" baseline="0" noProof="0" dirty="0">
                    <a:ln>
                      <a:noFill/>
                    </a:ln>
                    <a:solidFill>
                      <a:srgbClr val="000000"/>
                    </a:solidFill>
                    <a:effectLst/>
                    <a:uLnTx/>
                    <a:uFillTx/>
                    <a:latin typeface="Arial" panose="020B0604020202020204" pitchFamily="34" charset="0"/>
                    <a:ea typeface="微软雅黑" panose="020B0503020204020204" pitchFamily="34" charset="-122"/>
                    <a:cs typeface="Arial" panose="020B0604020202020204" pitchFamily="34" charset="0"/>
                    <a:sym typeface="Georgia" panose="02040502050405020303"/>
                  </a:rPr>
                  <a:t>偷看</a:t>
                </a:r>
                <a:r>
                  <a:rPr kumimoji="0" lang="en-US" altLang="zh-CN" sz="1200" b="0" i="0" u="none" strike="noStrike" kern="0" cap="none" spc="0" normalizeH="0" baseline="0" noProof="0" dirty="0">
                    <a:ln>
                      <a:noFill/>
                    </a:ln>
                    <a:solidFill>
                      <a:srgbClr val="000000"/>
                    </a:solidFill>
                    <a:effectLst/>
                    <a:uLnTx/>
                    <a:uFillTx/>
                    <a:latin typeface="Arial" panose="020B0604020202020204" pitchFamily="34" charset="0"/>
                    <a:ea typeface="微软雅黑" panose="020B0503020204020204" pitchFamily="34" charset="-122"/>
                    <a:cs typeface="Arial" panose="020B0604020202020204" pitchFamily="34" charset="0"/>
                    <a:sym typeface="Georgia" panose="02040502050405020303"/>
                  </a:rPr>
                  <a:t>”</a:t>
                </a:r>
                <a:r>
                  <a:rPr kumimoji="0" lang="zh-CN" altLang="zh-CN" sz="1200" b="0" i="0" u="none" strike="noStrike" kern="0" cap="none" spc="0" normalizeH="0" baseline="0" noProof="0" dirty="0">
                    <a:ln>
                      <a:noFill/>
                    </a:ln>
                    <a:solidFill>
                      <a:srgbClr val="000000"/>
                    </a:solidFill>
                    <a:effectLst/>
                    <a:uLnTx/>
                    <a:uFillTx/>
                    <a:latin typeface="Arial" panose="020B0604020202020204" pitchFamily="34" charset="0"/>
                    <a:ea typeface="微软雅黑" panose="020B0503020204020204" pitchFamily="34" charset="-122"/>
                    <a:cs typeface="Arial" panose="020B0604020202020204" pitchFamily="34" charset="0"/>
                    <a:sym typeface="Georgia" panose="02040502050405020303"/>
                  </a:rPr>
                  <a:t>到未来的信息</a:t>
                </a:r>
                <a:r>
                  <a:rPr kumimoji="0" lang="zh-CN" altLang="en-US" sz="1200" b="0" i="0" u="none" strike="noStrike" kern="0" cap="none" spc="0" normalizeH="0" baseline="0" noProof="0" dirty="0">
                    <a:ln>
                      <a:noFill/>
                    </a:ln>
                    <a:solidFill>
                      <a:srgbClr val="000000"/>
                    </a:solidFill>
                    <a:effectLst/>
                    <a:uLnTx/>
                    <a:uFillTx/>
                    <a:latin typeface="Arial" panose="020B0604020202020204" pitchFamily="34" charset="0"/>
                    <a:ea typeface="微软雅黑" panose="020B0503020204020204" pitchFamily="34" charset="-122"/>
                    <a:cs typeface="Arial" panose="020B0604020202020204" pitchFamily="34" charset="0"/>
                    <a:sym typeface="Georgia" panose="02040502050405020303"/>
                  </a:rPr>
                  <a:t>或</a:t>
                </a:r>
                <a:r>
                  <a:rPr lang="zh-CN" altLang="en-US" sz="1200" b="0" kern="0" dirty="0">
                    <a:solidFill>
                      <a:srgbClr val="000000"/>
                    </a:solidFill>
                    <a:latin typeface="Arial" panose="020B0604020202020204" pitchFamily="34" charset="0"/>
                    <a:ea typeface="微软雅黑" panose="020B0503020204020204" pitchFamily="34" charset="-122"/>
                    <a:cs typeface="Arial" panose="020B0604020202020204" pitchFamily="34" charset="0"/>
                  </a:rPr>
                  <a:t>进行</a:t>
                </a:r>
                <a:r>
                  <a:rPr kumimoji="0" lang="zh-CN" altLang="zh-CN" sz="1200" b="0" i="0" u="none" strike="noStrike" kern="0" cap="none" spc="0" normalizeH="0" baseline="0" noProof="0" dirty="0">
                    <a:ln>
                      <a:noFill/>
                    </a:ln>
                    <a:solidFill>
                      <a:srgbClr val="000000"/>
                    </a:solidFill>
                    <a:effectLst/>
                    <a:uLnTx/>
                    <a:uFillTx/>
                    <a:latin typeface="Arial" panose="020B0604020202020204" pitchFamily="34" charset="0"/>
                    <a:ea typeface="微软雅黑" panose="020B0503020204020204" pitchFamily="34" charset="-122"/>
                    <a:cs typeface="Arial" panose="020B0604020202020204" pitchFamily="34" charset="0"/>
                    <a:sym typeface="Georgia" panose="02040502050405020303"/>
                  </a:rPr>
                  <a:t>稀疏</a:t>
                </a:r>
                <a:r>
                  <a:rPr kumimoji="0" lang="zh-CN" altLang="en-US" sz="1200" b="0" i="0" u="none" strike="noStrike" kern="0" cap="none" spc="0" normalizeH="0" baseline="0" noProof="0" dirty="0">
                    <a:ln>
                      <a:noFill/>
                    </a:ln>
                    <a:solidFill>
                      <a:srgbClr val="000000"/>
                    </a:solidFill>
                    <a:effectLst/>
                    <a:uLnTx/>
                    <a:uFillTx/>
                    <a:latin typeface="Arial" panose="020B0604020202020204" pitchFamily="34" charset="0"/>
                    <a:ea typeface="微软雅黑" panose="020B0503020204020204" pitchFamily="34" charset="-122"/>
                    <a:cs typeface="Arial" panose="020B0604020202020204" pitchFamily="34" charset="0"/>
                    <a:sym typeface="Georgia" panose="02040502050405020303"/>
                  </a:rPr>
                  <a:t>优化</a:t>
                </a:r>
                <a:r>
                  <a:rPr kumimoji="0" lang="zh-CN" altLang="zh-CN" sz="1200" b="0" i="0" u="none" strike="noStrike" kern="0" cap="none" spc="0" normalizeH="0" baseline="0" noProof="0" dirty="0">
                    <a:ln>
                      <a:noFill/>
                    </a:ln>
                    <a:solidFill>
                      <a:srgbClr val="000000"/>
                    </a:solidFill>
                    <a:effectLst/>
                    <a:uLnTx/>
                    <a:uFillTx/>
                    <a:latin typeface="Arial" panose="020B0604020202020204" pitchFamily="34" charset="0"/>
                    <a:ea typeface="微软雅黑" panose="020B0503020204020204" pitchFamily="34" charset="-122"/>
                    <a:cs typeface="Arial" panose="020B0604020202020204" pitchFamily="34" charset="0"/>
                    <a:sym typeface="Georgia" panose="02040502050405020303"/>
                  </a:rPr>
                  <a:t>。</a:t>
                </a:r>
                <a:endParaRPr kumimoji="0" lang="zh-CN" altLang="en-US" sz="1200" b="0" i="0" u="none" strike="noStrike" kern="0" cap="none" spc="0" normalizeH="0" baseline="0" noProof="0" dirty="0">
                  <a:ln>
                    <a:noFill/>
                  </a:ln>
                  <a:solidFill>
                    <a:srgbClr val="000000"/>
                  </a:solidFill>
                  <a:effectLst/>
                  <a:uLnTx/>
                  <a:uFillTx/>
                  <a:latin typeface="Arial" panose="020B0604020202020204" pitchFamily="34" charset="0"/>
                  <a:ea typeface="微软雅黑" panose="020B0503020204020204" pitchFamily="34" charset="-122"/>
                  <a:cs typeface="Arial" panose="020B0604020202020204" pitchFamily="34" charset="0"/>
                  <a:sym typeface="Georgia" panose="02040502050405020303"/>
                </a:endParaRPr>
              </a:p>
            </p:txBody>
          </p:sp>
        </mc:Choice>
        <mc:Fallback>
          <p:sp>
            <p:nvSpPr>
              <p:cNvPr id="3" name="文本占位符 2">
                <a:extLst>
                  <a:ext uri="{FF2B5EF4-FFF2-40B4-BE49-F238E27FC236}">
                    <a16:creationId xmlns:a16="http://schemas.microsoft.com/office/drawing/2014/main" id="{6C4EAD4E-1A52-4A38-BEB6-C3E9F6759BD2}"/>
                  </a:ext>
                </a:extLst>
              </p:cNvPr>
              <p:cNvSpPr txBox="1">
                <a:spLocks noRot="1" noChangeAspect="1" noMove="1" noResize="1" noEditPoints="1" noAdjustHandles="1" noChangeArrowheads="1" noChangeShapeType="1" noTextEdit="1"/>
              </p:cNvSpPr>
              <p:nvPr/>
            </p:nvSpPr>
            <p:spPr>
              <a:xfrm>
                <a:off x="1410674" y="1957626"/>
                <a:ext cx="9375415" cy="3356816"/>
              </a:xfrm>
              <a:prstGeom prst="rect">
                <a:avLst/>
              </a:prstGeom>
              <a:blipFill>
                <a:blip r:embed="rId2"/>
                <a:stretch>
                  <a:fillRect l="-1040" b="-544"/>
                </a:stretch>
              </a:blipFill>
              <a:ln w="12700">
                <a:miter lim="400000"/>
              </a:ln>
            </p:spPr>
            <p:txBody>
              <a:bodyPr/>
              <a:lstStyle/>
              <a:p>
                <a:r>
                  <a:rPr lang="zh-CN" altLang="en-US">
                    <a:noFill/>
                  </a:rPr>
                  <a:t> </a:t>
                </a:r>
              </a:p>
            </p:txBody>
          </p:sp>
        </mc:Fallback>
      </mc:AlternateContent>
    </p:spTree>
    <p:extLst>
      <p:ext uri="{BB962C8B-B14F-4D97-AF65-F5344CB8AC3E}">
        <p14:creationId xmlns:p14="http://schemas.microsoft.com/office/powerpoint/2010/main" val="284631287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F029184-7D0D-AB63-6210-A3395D9AFFB9}"/>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59E50920-6227-E86D-4142-CDFDC78008CF}"/>
              </a:ext>
            </a:extLst>
          </p:cNvPr>
          <p:cNvSpPr txBox="1">
            <a:spLocks/>
          </p:cNvSpPr>
          <p:nvPr/>
        </p:nvSpPr>
        <p:spPr>
          <a:xfrm>
            <a:off x="3543834" y="411900"/>
            <a:ext cx="5109091" cy="584775"/>
          </a:xfrm>
          <a:prstGeom prst="rect">
            <a:avLst/>
          </a:prstGeom>
        </p:spPr>
        <p:txBody>
          <a:bodyPr wrap="none">
            <a:spAutoFit/>
          </a:bodyPr>
          <a:lstStyle>
            <a:lvl1pPr algn="l" defTabSz="1187798" rtl="0" eaLnBrk="1" latinLnBrk="0" hangingPunct="1">
              <a:lnSpc>
                <a:spcPct val="90000"/>
              </a:lnSpc>
              <a:spcBef>
                <a:spcPct val="0"/>
              </a:spcBef>
              <a:buNone/>
              <a:defRPr sz="5716" kern="1200">
                <a:solidFill>
                  <a:schemeClr val="tx1"/>
                </a:solidFill>
                <a:latin typeface="+mj-lt"/>
                <a:ea typeface="+mj-ea"/>
                <a:cs typeface="+mj-cs"/>
              </a:defRPr>
            </a:lvl1pPr>
          </a:lstStyle>
          <a:p>
            <a:pPr algn="ctr">
              <a:lnSpc>
                <a:spcPct val="100000"/>
              </a:lnSpc>
            </a:pPr>
            <a:r>
              <a:rPr lang="zh-CN" altLang="en-US" sz="3200" b="1" dirty="0">
                <a:solidFill>
                  <a:srgbClr val="000000"/>
                </a:solidFill>
                <a:latin typeface="微软雅黑" panose="020B0503020204020204" pitchFamily="34" charset="-122"/>
                <a:ea typeface="微软雅黑" panose="020B0503020204020204" pitchFamily="34" charset="-122"/>
              </a:rPr>
              <a:t>自注意力算子前向计算过程</a:t>
            </a:r>
          </a:p>
        </p:txBody>
      </p:sp>
      <mc:AlternateContent xmlns:mc="http://schemas.openxmlformats.org/markup-compatibility/2006">
        <mc:Choice xmlns:a14="http://schemas.microsoft.com/office/drawing/2010/main" Requires="a14">
          <p:sp>
            <p:nvSpPr>
              <p:cNvPr id="3" name="文本占位符 2">
                <a:extLst>
                  <a:ext uri="{FF2B5EF4-FFF2-40B4-BE49-F238E27FC236}">
                    <a16:creationId xmlns:a16="http://schemas.microsoft.com/office/drawing/2014/main" id="{12FEA1D8-6D2E-616B-89FC-A123DF8AB761}"/>
                  </a:ext>
                </a:extLst>
              </p:cNvPr>
              <p:cNvSpPr txBox="1">
                <a:spLocks/>
              </p:cNvSpPr>
              <p:nvPr/>
            </p:nvSpPr>
            <p:spPr>
              <a:xfrm>
                <a:off x="3980654" y="2105352"/>
                <a:ext cx="4235455" cy="3056158"/>
              </a:xfrm>
              <a:prstGeom prst="rect">
                <a:avLst/>
              </a:prstGeom>
            </p:spPr>
            <p:txBody>
              <a:bodyPr wrap="none">
                <a:spAutoFit/>
              </a:bodyPr>
              <a:lstStyle>
                <a:lvl1pPr marL="296950" indent="-296950" algn="l" defTabSz="1187798" rtl="0" eaLnBrk="1" latinLnBrk="0" hangingPunct="1">
                  <a:lnSpc>
                    <a:spcPct val="90000"/>
                  </a:lnSpc>
                  <a:spcBef>
                    <a:spcPts val="1299"/>
                  </a:spcBef>
                  <a:buFont typeface="Arial" panose="020B0604020202020204" pitchFamily="34" charset="0"/>
                  <a:buChar char="•"/>
                  <a:defRPr sz="3636" kern="1200">
                    <a:solidFill>
                      <a:schemeClr val="tx1"/>
                    </a:solidFill>
                    <a:latin typeface="+mn-lt"/>
                    <a:ea typeface="+mn-ea"/>
                    <a:cs typeface="+mn-cs"/>
                  </a:defRPr>
                </a:lvl1pPr>
                <a:lvl2pPr marL="890849" indent="-296950" algn="l" defTabSz="1187798" rtl="0" eaLnBrk="1" latinLnBrk="0" hangingPunct="1">
                  <a:lnSpc>
                    <a:spcPct val="90000"/>
                  </a:lnSpc>
                  <a:spcBef>
                    <a:spcPts val="650"/>
                  </a:spcBef>
                  <a:buFont typeface="Arial" panose="020B0604020202020204" pitchFamily="34" charset="0"/>
                  <a:buChar char="•"/>
                  <a:defRPr sz="3118" kern="1200">
                    <a:solidFill>
                      <a:schemeClr val="tx1"/>
                    </a:solidFill>
                    <a:latin typeface="+mn-lt"/>
                    <a:ea typeface="+mn-ea"/>
                    <a:cs typeface="+mn-cs"/>
                  </a:defRPr>
                </a:lvl2pPr>
                <a:lvl3pPr marL="1484748" indent="-296950" algn="l" defTabSz="1187798" rtl="0" eaLnBrk="1" latinLnBrk="0" hangingPunct="1">
                  <a:lnSpc>
                    <a:spcPct val="90000"/>
                  </a:lnSpc>
                  <a:spcBef>
                    <a:spcPts val="650"/>
                  </a:spcBef>
                  <a:buFont typeface="Arial" panose="020B0604020202020204" pitchFamily="34" charset="0"/>
                  <a:buChar char="•"/>
                  <a:defRPr sz="2598" kern="1200">
                    <a:solidFill>
                      <a:schemeClr val="tx1"/>
                    </a:solidFill>
                    <a:latin typeface="+mn-lt"/>
                    <a:ea typeface="+mn-ea"/>
                    <a:cs typeface="+mn-cs"/>
                  </a:defRPr>
                </a:lvl3pPr>
                <a:lvl4pPr marL="2078648" indent="-296950" algn="l" defTabSz="1187798" rtl="0" eaLnBrk="1" latinLnBrk="0" hangingPunct="1">
                  <a:lnSpc>
                    <a:spcPct val="90000"/>
                  </a:lnSpc>
                  <a:spcBef>
                    <a:spcPts val="650"/>
                  </a:spcBef>
                  <a:buFont typeface="Arial" panose="020B0604020202020204" pitchFamily="34" charset="0"/>
                  <a:buChar char="•"/>
                  <a:defRPr sz="2338" kern="1200">
                    <a:solidFill>
                      <a:schemeClr val="tx1"/>
                    </a:solidFill>
                    <a:latin typeface="+mn-lt"/>
                    <a:ea typeface="+mn-ea"/>
                    <a:cs typeface="+mn-cs"/>
                  </a:defRPr>
                </a:lvl4pPr>
                <a:lvl5pPr marL="2672547" indent="-296950" algn="l" defTabSz="1187798" rtl="0" eaLnBrk="1" latinLnBrk="0" hangingPunct="1">
                  <a:lnSpc>
                    <a:spcPct val="90000"/>
                  </a:lnSpc>
                  <a:spcBef>
                    <a:spcPts val="650"/>
                  </a:spcBef>
                  <a:buFont typeface="Arial" panose="020B0604020202020204" pitchFamily="34" charset="0"/>
                  <a:buChar char="•"/>
                  <a:defRPr sz="2338" kern="1200">
                    <a:solidFill>
                      <a:schemeClr val="tx1"/>
                    </a:solidFill>
                    <a:latin typeface="+mn-lt"/>
                    <a:ea typeface="+mn-ea"/>
                    <a:cs typeface="+mn-cs"/>
                  </a:defRPr>
                </a:lvl5pPr>
                <a:lvl6pPr marL="3266447" indent="-296950" algn="l" defTabSz="1187798" rtl="0" eaLnBrk="1" latinLnBrk="0" hangingPunct="1">
                  <a:lnSpc>
                    <a:spcPct val="90000"/>
                  </a:lnSpc>
                  <a:spcBef>
                    <a:spcPts val="650"/>
                  </a:spcBef>
                  <a:buFont typeface="Arial" panose="020B0604020202020204" pitchFamily="34" charset="0"/>
                  <a:buChar char="•"/>
                  <a:defRPr sz="2338" kern="1200">
                    <a:solidFill>
                      <a:schemeClr val="tx1"/>
                    </a:solidFill>
                    <a:latin typeface="+mn-lt"/>
                    <a:ea typeface="+mn-ea"/>
                    <a:cs typeface="+mn-cs"/>
                  </a:defRPr>
                </a:lvl6pPr>
                <a:lvl7pPr marL="3860346" indent="-296950" algn="l" defTabSz="1187798" rtl="0" eaLnBrk="1" latinLnBrk="0" hangingPunct="1">
                  <a:lnSpc>
                    <a:spcPct val="90000"/>
                  </a:lnSpc>
                  <a:spcBef>
                    <a:spcPts val="650"/>
                  </a:spcBef>
                  <a:buFont typeface="Arial" panose="020B0604020202020204" pitchFamily="34" charset="0"/>
                  <a:buChar char="•"/>
                  <a:defRPr sz="2338" kern="1200">
                    <a:solidFill>
                      <a:schemeClr val="tx1"/>
                    </a:solidFill>
                    <a:latin typeface="+mn-lt"/>
                    <a:ea typeface="+mn-ea"/>
                    <a:cs typeface="+mn-cs"/>
                  </a:defRPr>
                </a:lvl7pPr>
                <a:lvl8pPr marL="4454245" indent="-296950" algn="l" defTabSz="1187798" rtl="0" eaLnBrk="1" latinLnBrk="0" hangingPunct="1">
                  <a:lnSpc>
                    <a:spcPct val="90000"/>
                  </a:lnSpc>
                  <a:spcBef>
                    <a:spcPts val="650"/>
                  </a:spcBef>
                  <a:buFont typeface="Arial" panose="020B0604020202020204" pitchFamily="34" charset="0"/>
                  <a:buChar char="•"/>
                  <a:defRPr sz="2338" kern="1200">
                    <a:solidFill>
                      <a:schemeClr val="tx1"/>
                    </a:solidFill>
                    <a:latin typeface="+mn-lt"/>
                    <a:ea typeface="+mn-ea"/>
                    <a:cs typeface="+mn-cs"/>
                  </a:defRPr>
                </a:lvl8pPr>
                <a:lvl9pPr marL="5048144" indent="-296950" algn="l" defTabSz="1187798" rtl="0" eaLnBrk="1" latinLnBrk="0" hangingPunct="1">
                  <a:lnSpc>
                    <a:spcPct val="90000"/>
                  </a:lnSpc>
                  <a:spcBef>
                    <a:spcPts val="650"/>
                  </a:spcBef>
                  <a:buFont typeface="Arial" panose="020B0604020202020204" pitchFamily="34" charset="0"/>
                  <a:buChar char="•"/>
                  <a:defRPr sz="2338" kern="1200">
                    <a:solidFill>
                      <a:schemeClr val="tx1"/>
                    </a:solidFill>
                    <a:latin typeface="+mn-lt"/>
                    <a:ea typeface="+mn-ea"/>
                    <a:cs typeface="+mn-cs"/>
                  </a:defRPr>
                </a:lvl9pPr>
              </a:lstStyle>
              <a:p>
                <a:pPr marL="0" indent="0">
                  <a:lnSpc>
                    <a:spcPct val="150000"/>
                  </a:lnSpc>
                  <a:spcBef>
                    <a:spcPts val="0"/>
                  </a:spcBef>
                  <a:buNone/>
                </a:pPr>
                <a:r>
                  <a:rPr lang="en-US" altLang="zh-CN" sz="1800" b="1" kern="0" dirty="0">
                    <a:solidFill>
                      <a:srgbClr val="C00000"/>
                    </a:solidFill>
                    <a:latin typeface="Arial" panose="020B0604020202020204" pitchFamily="34" charset="0"/>
                    <a:ea typeface="微软雅黑" panose="020B0503020204020204" pitchFamily="34" charset="-122"/>
                    <a:cs typeface="Arial" panose="020B0604020202020204" pitchFamily="34" charset="0"/>
                    <a:sym typeface="Georgia" panose="02040502050405020303"/>
                  </a:rPr>
                  <a:t>Stage5</a:t>
                </a:r>
                <a:r>
                  <a:rPr lang="zh-CN" altLang="en-US" sz="1800" b="1" kern="0" dirty="0">
                    <a:solidFill>
                      <a:srgbClr val="C00000"/>
                    </a:solidFill>
                    <a:latin typeface="Arial" panose="020B0604020202020204" pitchFamily="34" charset="0"/>
                    <a:ea typeface="微软雅黑" panose="020B0503020204020204" pitchFamily="34" charset="-122"/>
                    <a:cs typeface="Arial" panose="020B0604020202020204" pitchFamily="34" charset="0"/>
                    <a:sym typeface="Georgia" panose="02040502050405020303"/>
                  </a:rPr>
                  <a:t>：</a:t>
                </a:r>
                <a:r>
                  <a:rPr lang="en-US" altLang="zh-CN" sz="1800" b="1" kern="0" dirty="0" err="1">
                    <a:solidFill>
                      <a:srgbClr val="C00000"/>
                    </a:solidFill>
                    <a:latin typeface="Arial" panose="020B0604020202020204" pitchFamily="34" charset="0"/>
                    <a:ea typeface="微软雅黑" panose="020B0503020204020204" pitchFamily="34" charset="-122"/>
                    <a:cs typeface="Arial" panose="020B0604020202020204" pitchFamily="34" charset="0"/>
                    <a:sym typeface="Georgia" panose="02040502050405020303"/>
                  </a:rPr>
                  <a:t>Softmax</a:t>
                </a:r>
                <a:r>
                  <a:rPr lang="zh-CN" altLang="en-US" sz="1800" b="1" kern="0" dirty="0">
                    <a:solidFill>
                      <a:srgbClr val="C00000"/>
                    </a:solidFill>
                    <a:latin typeface="Arial" panose="020B0604020202020204" pitchFamily="34" charset="0"/>
                    <a:ea typeface="微软雅黑" panose="020B0503020204020204" pitchFamily="34" charset="-122"/>
                    <a:cs typeface="Arial" panose="020B0604020202020204" pitchFamily="34" charset="0"/>
                    <a:sym typeface="Georgia" panose="02040502050405020303"/>
                  </a:rPr>
                  <a:t>操作</a:t>
                </a:r>
                <a:endParaRPr lang="en-US" altLang="zh-CN" sz="1800" b="1" kern="0" dirty="0">
                  <a:solidFill>
                    <a:srgbClr val="C00000"/>
                  </a:solidFill>
                  <a:latin typeface="Arial" panose="020B0604020202020204" pitchFamily="34" charset="0"/>
                  <a:ea typeface="微软雅黑" panose="020B0503020204020204" pitchFamily="34" charset="-122"/>
                  <a:cs typeface="Arial" panose="020B0604020202020204" pitchFamily="34" charset="0"/>
                  <a:sym typeface="Georgia" panose="02040502050405020303"/>
                </a:endParaRPr>
              </a:p>
              <a:p>
                <a:pPr marL="0" lvl="1" indent="0">
                  <a:lnSpc>
                    <a:spcPct val="150000"/>
                  </a:lnSpc>
                  <a:spcBef>
                    <a:spcPts val="0"/>
                  </a:spcBef>
                  <a:buNone/>
                  <a:defRPr>
                    <a:solidFill>
                      <a:srgbClr val="000000"/>
                    </a:solidFill>
                  </a:defRPr>
                </a:pPr>
                <a:r>
                  <a:rPr lang="zh-CN" altLang="en-US" sz="1200" b="1" dirty="0">
                    <a:solidFill>
                      <a:srgbClr val="000000"/>
                    </a:solidFill>
                    <a:latin typeface="Arial" panose="020B0604020202020204" pitchFamily="34" charset="0"/>
                    <a:ea typeface="微软雅黑" panose="020B0503020204020204" pitchFamily="34" charset="-122"/>
                    <a:cs typeface="Arial" panose="020B0604020202020204" pitchFamily="34" charset="0"/>
                  </a:rPr>
                  <a:t>对于</a:t>
                </a:r>
                <a:r>
                  <a:rPr lang="en-US" altLang="zh-CN" sz="1200" b="1" dirty="0">
                    <a:solidFill>
                      <a:srgbClr val="000000"/>
                    </a:solidFill>
                    <a:latin typeface="Arial" panose="020B0604020202020204" pitchFamily="34" charset="0"/>
                    <a:ea typeface="微软雅黑" panose="020B0503020204020204" pitchFamily="34" charset="-122"/>
                    <a:cs typeface="Arial" panose="020B0604020202020204" pitchFamily="34" charset="0"/>
                  </a:rPr>
                  <a:t>Safe </a:t>
                </a:r>
                <a:r>
                  <a:rPr lang="en-US" altLang="zh-CN" sz="1200" b="1" dirty="0" err="1">
                    <a:solidFill>
                      <a:srgbClr val="000000"/>
                    </a:solidFill>
                    <a:latin typeface="Arial" panose="020B0604020202020204" pitchFamily="34" charset="0"/>
                    <a:ea typeface="微软雅黑" panose="020B0503020204020204" pitchFamily="34" charset="-122"/>
                    <a:cs typeface="Arial" panose="020B0604020202020204" pitchFamily="34" charset="0"/>
                  </a:rPr>
                  <a:t>Softmax</a:t>
                </a:r>
                <a:r>
                  <a:rPr lang="zh-CN" altLang="en-US" sz="1200" b="1" dirty="0">
                    <a:solidFill>
                      <a:srgbClr val="000000"/>
                    </a:solidFill>
                    <a:latin typeface="Arial" panose="020B0604020202020204" pitchFamily="34" charset="0"/>
                    <a:ea typeface="微软雅黑" panose="020B0503020204020204" pitchFamily="34" charset="-122"/>
                    <a:cs typeface="Arial" panose="020B0604020202020204" pitchFamily="34" charset="0"/>
                  </a:rPr>
                  <a:t>，在工程上，可以采用如下的算法实现：</a:t>
                </a:r>
                <a:endParaRPr lang="en-US" altLang="zh-CN" sz="1200" b="1" dirty="0">
                  <a:solidFill>
                    <a:srgbClr val="000000"/>
                  </a:solidFill>
                  <a:latin typeface="Arial" panose="020B0604020202020204" pitchFamily="34" charset="0"/>
                  <a:ea typeface="微软雅黑" panose="020B0503020204020204" pitchFamily="34" charset="-122"/>
                  <a:cs typeface="Arial" panose="020B0604020202020204" pitchFamily="34" charset="0"/>
                </a:endParaRPr>
              </a:p>
              <a:p>
                <a:pPr marL="126000" lvl="2" indent="-126000">
                  <a:lnSpc>
                    <a:spcPct val="150000"/>
                  </a:lnSpc>
                  <a:spcBef>
                    <a:spcPts val="0"/>
                  </a:spcBef>
                  <a:defRPr>
                    <a:solidFill>
                      <a:srgbClr val="000000"/>
                    </a:solidFill>
                  </a:defRPr>
                </a:pPr>
                <a14:m>
                  <m:oMath xmlns:m="http://schemas.openxmlformats.org/officeDocument/2006/math">
                    <m:r>
                      <a:rPr lang="en-US" altLang="zh-CN" sz="1200" i="1" smtClean="0">
                        <a:solidFill>
                          <a:srgbClr val="000000"/>
                        </a:solidFill>
                        <a:latin typeface="Cambria Math" panose="02040503050406030204" pitchFamily="18" charset="0"/>
                      </a:rPr>
                      <m:t>𝑓𝑜𝑟</m:t>
                    </m:r>
                    <m:r>
                      <a:rPr lang="en-US" altLang="zh-CN" sz="1200" i="1" smtClean="0">
                        <a:solidFill>
                          <a:srgbClr val="000000"/>
                        </a:solidFill>
                        <a:latin typeface="Cambria Math" panose="02040503050406030204" pitchFamily="18" charset="0"/>
                      </a:rPr>
                      <m:t> </m:t>
                    </m:r>
                    <m:r>
                      <a:rPr lang="en-US" altLang="zh-CN" sz="1200" i="1" smtClean="0">
                        <a:solidFill>
                          <a:srgbClr val="000000"/>
                        </a:solidFill>
                        <a:latin typeface="Cambria Math" panose="02040503050406030204" pitchFamily="18" charset="0"/>
                      </a:rPr>
                      <m:t>𝑖</m:t>
                    </m:r>
                    <m:r>
                      <a:rPr lang="en-US" altLang="zh-CN" sz="1200" i="1" smtClean="0">
                        <a:solidFill>
                          <a:srgbClr val="000000"/>
                        </a:solidFill>
                        <a:latin typeface="Cambria Math" panose="02040503050406030204" pitchFamily="18" charset="0"/>
                      </a:rPr>
                      <m:t> ←1,</m:t>
                    </m:r>
                    <m:r>
                      <a:rPr lang="en-US" altLang="zh-CN" sz="1200" i="1" smtClean="0">
                        <a:solidFill>
                          <a:srgbClr val="000000"/>
                        </a:solidFill>
                        <a:latin typeface="Cambria Math" panose="02040503050406030204" pitchFamily="18" charset="0"/>
                        <a:ea typeface="Cambria Math" panose="02040503050406030204" pitchFamily="18" charset="0"/>
                      </a:rPr>
                      <m:t>𝑁</m:t>
                    </m:r>
                    <m:r>
                      <a:rPr lang="en-US" altLang="zh-CN" sz="1200" i="1" smtClean="0">
                        <a:solidFill>
                          <a:srgbClr val="000000"/>
                        </a:solidFill>
                        <a:latin typeface="Cambria Math" panose="02040503050406030204" pitchFamily="18" charset="0"/>
                        <a:ea typeface="Cambria Math" panose="02040503050406030204" pitchFamily="18" charset="0"/>
                      </a:rPr>
                      <m:t> </m:t>
                    </m:r>
                    <m:r>
                      <a:rPr lang="en-US" altLang="zh-CN" sz="1200" i="1" smtClean="0">
                        <a:solidFill>
                          <a:srgbClr val="000000"/>
                        </a:solidFill>
                        <a:latin typeface="Cambria Math" panose="02040503050406030204" pitchFamily="18" charset="0"/>
                        <a:ea typeface="Cambria Math" panose="02040503050406030204" pitchFamily="18" charset="0"/>
                      </a:rPr>
                      <m:t>𝑑𝑜</m:t>
                    </m:r>
                  </m:oMath>
                </a14:m>
                <a:endParaRPr lang="en-US" altLang="zh-CN" sz="1200" dirty="0">
                  <a:solidFill>
                    <a:srgbClr val="000000"/>
                  </a:solidFill>
                  <a:latin typeface="Arial" panose="020B0604020202020204" pitchFamily="34" charset="0"/>
                  <a:ea typeface="微软雅黑" panose="020B0503020204020204" pitchFamily="34" charset="-122"/>
                  <a:cs typeface="Arial" panose="020B0604020202020204" pitchFamily="34" charset="0"/>
                </a:endParaRPr>
              </a:p>
              <a:p>
                <a:pPr marL="36000" lvl="2" indent="0">
                  <a:lnSpc>
                    <a:spcPct val="150000"/>
                  </a:lnSpc>
                  <a:spcBef>
                    <a:spcPts val="0"/>
                  </a:spcBef>
                  <a:spcAft>
                    <a:spcPts val="1200"/>
                  </a:spcAft>
                  <a:buNone/>
                  <a:defRPr>
                    <a:solidFill>
                      <a:srgbClr val="000000"/>
                    </a:solidFill>
                  </a:defRPr>
                </a:pPr>
                <a14:m>
                  <m:oMathPara xmlns:m="http://schemas.openxmlformats.org/officeDocument/2006/math">
                    <m:oMathParaPr>
                      <m:jc m:val="center"/>
                    </m:oMathParaPr>
                    <m:oMath xmlns:m="http://schemas.openxmlformats.org/officeDocument/2006/math">
                      <m:sSub>
                        <m:sSubPr>
                          <m:ctrlPr>
                            <a:rPr lang="en-US" altLang="zh-CN" sz="1200" i="1" smtClean="0">
                              <a:solidFill>
                                <a:srgbClr val="000000"/>
                              </a:solidFill>
                              <a:latin typeface="Cambria Math" panose="02040503050406030204" pitchFamily="18" charset="0"/>
                            </a:rPr>
                          </m:ctrlPr>
                        </m:sSubPr>
                        <m:e>
                          <m:r>
                            <a:rPr lang="en-US" altLang="zh-CN" sz="1200" i="1" smtClean="0">
                              <a:solidFill>
                                <a:srgbClr val="000000"/>
                              </a:solidFill>
                              <a:latin typeface="Cambria Math" panose="02040503050406030204" pitchFamily="18" charset="0"/>
                            </a:rPr>
                            <m:t>𝑚</m:t>
                          </m:r>
                        </m:e>
                        <m:sub>
                          <m:r>
                            <a:rPr lang="en-US" altLang="zh-CN" sz="1200" i="1" smtClean="0">
                              <a:solidFill>
                                <a:srgbClr val="000000"/>
                              </a:solidFill>
                              <a:latin typeface="Cambria Math" panose="02040503050406030204" pitchFamily="18" charset="0"/>
                            </a:rPr>
                            <m:t>𝑖</m:t>
                          </m:r>
                        </m:sub>
                      </m:sSub>
                      <m:r>
                        <a:rPr lang="en-US" altLang="zh-CN" sz="1200" i="1" smtClean="0">
                          <a:solidFill>
                            <a:srgbClr val="000000"/>
                          </a:solidFill>
                          <a:latin typeface="Cambria Math" panose="02040503050406030204" pitchFamily="18" charset="0"/>
                          <a:ea typeface="Cambria Math" panose="02040503050406030204" pitchFamily="18" charset="0"/>
                        </a:rPr>
                        <m:t>←</m:t>
                      </m:r>
                      <m:r>
                        <m:rPr>
                          <m:sty m:val="p"/>
                        </m:rPr>
                        <a:rPr lang="en-US" altLang="zh-CN" sz="1200" smtClean="0">
                          <a:solidFill>
                            <a:srgbClr val="000000"/>
                          </a:solidFill>
                          <a:latin typeface="Cambria Math" panose="02040503050406030204" pitchFamily="18" charset="0"/>
                        </a:rPr>
                        <m:t>max</m:t>
                      </m:r>
                      <m:r>
                        <a:rPr lang="en-US" altLang="zh-CN" sz="1200" i="1" smtClean="0">
                          <a:solidFill>
                            <a:srgbClr val="000000"/>
                          </a:solidFill>
                          <a:latin typeface="Cambria Math" panose="02040503050406030204" pitchFamily="18" charset="0"/>
                        </a:rPr>
                        <m:t>(</m:t>
                      </m:r>
                      <m:sSub>
                        <m:sSubPr>
                          <m:ctrlPr>
                            <a:rPr lang="en-US" altLang="zh-CN" sz="1200" i="1" smtClean="0">
                              <a:solidFill>
                                <a:srgbClr val="000000"/>
                              </a:solidFill>
                              <a:latin typeface="Cambria Math" panose="02040503050406030204" pitchFamily="18" charset="0"/>
                            </a:rPr>
                          </m:ctrlPr>
                        </m:sSubPr>
                        <m:e>
                          <m:r>
                            <a:rPr lang="en-US" altLang="zh-CN" sz="1200" i="1" smtClean="0">
                              <a:solidFill>
                                <a:srgbClr val="000000"/>
                              </a:solidFill>
                              <a:latin typeface="Cambria Math" panose="02040503050406030204" pitchFamily="18" charset="0"/>
                            </a:rPr>
                            <m:t>𝑚</m:t>
                          </m:r>
                        </m:e>
                        <m:sub>
                          <m:r>
                            <a:rPr lang="en-US" altLang="zh-CN" sz="1200" i="1" smtClean="0">
                              <a:solidFill>
                                <a:srgbClr val="000000"/>
                              </a:solidFill>
                              <a:latin typeface="Cambria Math" panose="02040503050406030204" pitchFamily="18" charset="0"/>
                            </a:rPr>
                            <m:t>𝑖</m:t>
                          </m:r>
                          <m:r>
                            <a:rPr lang="en-US" altLang="zh-CN" sz="1200" i="1" smtClean="0">
                              <a:solidFill>
                                <a:srgbClr val="000000"/>
                              </a:solidFill>
                              <a:latin typeface="Cambria Math" panose="02040503050406030204" pitchFamily="18" charset="0"/>
                            </a:rPr>
                            <m:t>−1</m:t>
                          </m:r>
                        </m:sub>
                      </m:sSub>
                      <m:r>
                        <a:rPr lang="en-US" altLang="zh-CN" sz="1200" i="1" smtClean="0">
                          <a:solidFill>
                            <a:srgbClr val="000000"/>
                          </a:solidFill>
                          <a:latin typeface="Cambria Math" panose="02040503050406030204" pitchFamily="18" charset="0"/>
                        </a:rPr>
                        <m:t>,</m:t>
                      </m:r>
                      <m:sSub>
                        <m:sSubPr>
                          <m:ctrlPr>
                            <a:rPr lang="en-US" altLang="zh-CN" sz="1200" i="1" smtClean="0">
                              <a:solidFill>
                                <a:srgbClr val="000000"/>
                              </a:solidFill>
                              <a:latin typeface="Cambria Math" panose="02040503050406030204" pitchFamily="18" charset="0"/>
                            </a:rPr>
                          </m:ctrlPr>
                        </m:sSubPr>
                        <m:e>
                          <m:r>
                            <a:rPr lang="en-US" altLang="zh-CN" sz="1200" i="1" smtClean="0">
                              <a:solidFill>
                                <a:srgbClr val="000000"/>
                              </a:solidFill>
                              <a:latin typeface="Cambria Math" panose="02040503050406030204" pitchFamily="18" charset="0"/>
                            </a:rPr>
                            <m:t>𝑥</m:t>
                          </m:r>
                        </m:e>
                        <m:sub>
                          <m:r>
                            <a:rPr lang="en-US" altLang="zh-CN" sz="1200" i="1" smtClean="0">
                              <a:solidFill>
                                <a:srgbClr val="000000"/>
                              </a:solidFill>
                              <a:latin typeface="Cambria Math" panose="02040503050406030204" pitchFamily="18" charset="0"/>
                            </a:rPr>
                            <m:t>𝑖</m:t>
                          </m:r>
                        </m:sub>
                      </m:sSub>
                      <m:r>
                        <a:rPr lang="en-US" altLang="zh-CN" sz="1200" i="1" smtClean="0">
                          <a:solidFill>
                            <a:srgbClr val="000000"/>
                          </a:solidFill>
                          <a:latin typeface="Cambria Math" panose="02040503050406030204" pitchFamily="18" charset="0"/>
                        </a:rPr>
                        <m:t>)</m:t>
                      </m:r>
                    </m:oMath>
                  </m:oMathPara>
                </a14:m>
                <a:endParaRPr lang="en-US" altLang="zh-CN" sz="1200" dirty="0">
                  <a:solidFill>
                    <a:srgbClr val="000000"/>
                  </a:solidFill>
                  <a:latin typeface="Arial" panose="020B0604020202020204" pitchFamily="34" charset="0"/>
                  <a:ea typeface="微软雅黑" panose="020B0503020204020204" pitchFamily="34" charset="-122"/>
                  <a:cs typeface="Arial" panose="020B0604020202020204" pitchFamily="34" charset="0"/>
                </a:endParaRPr>
              </a:p>
              <a:p>
                <a:pPr marL="126000" lvl="2" indent="-126000">
                  <a:lnSpc>
                    <a:spcPct val="150000"/>
                  </a:lnSpc>
                  <a:spcBef>
                    <a:spcPts val="0"/>
                  </a:spcBef>
                  <a:defRPr>
                    <a:solidFill>
                      <a:srgbClr val="000000"/>
                    </a:solidFill>
                  </a:defRPr>
                </a:pPr>
                <a14:m>
                  <m:oMath xmlns:m="http://schemas.openxmlformats.org/officeDocument/2006/math">
                    <m:r>
                      <a:rPr lang="en-US" altLang="zh-CN" sz="1200" i="1" smtClean="0">
                        <a:solidFill>
                          <a:srgbClr val="000000"/>
                        </a:solidFill>
                        <a:latin typeface="Cambria Math" panose="02040503050406030204" pitchFamily="18" charset="0"/>
                      </a:rPr>
                      <m:t>𝑓𝑜𝑟</m:t>
                    </m:r>
                    <m:r>
                      <a:rPr lang="en-US" altLang="zh-CN" sz="1200" i="1" smtClean="0">
                        <a:solidFill>
                          <a:srgbClr val="000000"/>
                        </a:solidFill>
                        <a:latin typeface="Cambria Math" panose="02040503050406030204" pitchFamily="18" charset="0"/>
                      </a:rPr>
                      <m:t> </m:t>
                    </m:r>
                    <m:r>
                      <a:rPr lang="en-US" altLang="zh-CN" sz="1200" i="1" smtClean="0">
                        <a:solidFill>
                          <a:srgbClr val="000000"/>
                        </a:solidFill>
                        <a:latin typeface="Cambria Math" panose="02040503050406030204" pitchFamily="18" charset="0"/>
                      </a:rPr>
                      <m:t>𝑖</m:t>
                    </m:r>
                    <m:r>
                      <a:rPr lang="en-US" altLang="zh-CN" sz="1200" i="1" smtClean="0">
                        <a:solidFill>
                          <a:srgbClr val="000000"/>
                        </a:solidFill>
                        <a:latin typeface="Cambria Math" panose="02040503050406030204" pitchFamily="18" charset="0"/>
                      </a:rPr>
                      <m:t> ←1,</m:t>
                    </m:r>
                    <m:r>
                      <a:rPr lang="en-US" altLang="zh-CN" sz="1200" i="1" smtClean="0">
                        <a:solidFill>
                          <a:srgbClr val="000000"/>
                        </a:solidFill>
                        <a:latin typeface="Cambria Math" panose="02040503050406030204" pitchFamily="18" charset="0"/>
                        <a:ea typeface="Cambria Math" panose="02040503050406030204" pitchFamily="18" charset="0"/>
                      </a:rPr>
                      <m:t>𝑁</m:t>
                    </m:r>
                    <m:r>
                      <a:rPr lang="en-US" altLang="zh-CN" sz="1200" i="1" smtClean="0">
                        <a:solidFill>
                          <a:srgbClr val="000000"/>
                        </a:solidFill>
                        <a:latin typeface="Cambria Math" panose="02040503050406030204" pitchFamily="18" charset="0"/>
                        <a:ea typeface="Cambria Math" panose="02040503050406030204" pitchFamily="18" charset="0"/>
                      </a:rPr>
                      <m:t> </m:t>
                    </m:r>
                    <m:r>
                      <a:rPr lang="en-US" altLang="zh-CN" sz="1200" i="1" smtClean="0">
                        <a:solidFill>
                          <a:srgbClr val="000000"/>
                        </a:solidFill>
                        <a:latin typeface="Cambria Math" panose="02040503050406030204" pitchFamily="18" charset="0"/>
                        <a:ea typeface="Cambria Math" panose="02040503050406030204" pitchFamily="18" charset="0"/>
                      </a:rPr>
                      <m:t>𝑑𝑜</m:t>
                    </m:r>
                  </m:oMath>
                </a14:m>
                <a:endParaRPr lang="en-US" altLang="zh-CN" sz="1200" i="1" dirty="0">
                  <a:solidFill>
                    <a:srgbClr val="000000"/>
                  </a:solidFill>
                  <a:latin typeface="Arial" panose="020B0604020202020204" pitchFamily="34" charset="0"/>
                  <a:ea typeface="微软雅黑" panose="020B0503020204020204" pitchFamily="34" charset="-122"/>
                  <a:cs typeface="Arial" panose="020B0604020202020204" pitchFamily="34" charset="0"/>
                </a:endParaRPr>
              </a:p>
              <a:p>
                <a:pPr marL="0" lvl="3" indent="0">
                  <a:lnSpc>
                    <a:spcPct val="150000"/>
                  </a:lnSpc>
                  <a:spcBef>
                    <a:spcPts val="0"/>
                  </a:spcBef>
                  <a:spcAft>
                    <a:spcPts val="1200"/>
                  </a:spcAft>
                  <a:buNone/>
                  <a:defRPr>
                    <a:solidFill>
                      <a:srgbClr val="000000"/>
                    </a:solidFill>
                  </a:defRPr>
                </a:pPr>
                <a14:m>
                  <m:oMathPara xmlns:m="http://schemas.openxmlformats.org/officeDocument/2006/math">
                    <m:oMathParaPr>
                      <m:jc m:val="center"/>
                    </m:oMathParaPr>
                    <m:oMath xmlns:m="http://schemas.openxmlformats.org/officeDocument/2006/math">
                      <m:sSub>
                        <m:sSubPr>
                          <m:ctrlPr>
                            <a:rPr lang="en-US" altLang="zh-CN" sz="1200" i="1" smtClean="0">
                              <a:solidFill>
                                <a:srgbClr val="000000"/>
                              </a:solidFill>
                              <a:latin typeface="Cambria Math" panose="02040503050406030204" pitchFamily="18" charset="0"/>
                            </a:rPr>
                          </m:ctrlPr>
                        </m:sSubPr>
                        <m:e>
                          <m:r>
                            <a:rPr lang="en-US" altLang="zh-CN" sz="1200" i="1" smtClean="0">
                              <a:solidFill>
                                <a:srgbClr val="000000"/>
                              </a:solidFill>
                              <a:latin typeface="Cambria Math" panose="02040503050406030204" pitchFamily="18" charset="0"/>
                            </a:rPr>
                            <m:t>𝑑</m:t>
                          </m:r>
                        </m:e>
                        <m:sub>
                          <m:r>
                            <a:rPr lang="en-US" altLang="zh-CN" sz="1200" i="1" smtClean="0">
                              <a:solidFill>
                                <a:srgbClr val="000000"/>
                              </a:solidFill>
                              <a:latin typeface="Cambria Math" panose="02040503050406030204" pitchFamily="18" charset="0"/>
                            </a:rPr>
                            <m:t>𝑖</m:t>
                          </m:r>
                        </m:sub>
                      </m:sSub>
                      <m:r>
                        <a:rPr lang="en-US" altLang="zh-CN" sz="1200" i="1" smtClean="0">
                          <a:solidFill>
                            <a:srgbClr val="000000"/>
                          </a:solidFill>
                          <a:latin typeface="Cambria Math" panose="02040503050406030204" pitchFamily="18" charset="0"/>
                          <a:ea typeface="Cambria Math" panose="02040503050406030204" pitchFamily="18" charset="0"/>
                        </a:rPr>
                        <m:t>← </m:t>
                      </m:r>
                      <m:sSub>
                        <m:sSubPr>
                          <m:ctrlPr>
                            <a:rPr lang="en-US" altLang="zh-CN" sz="1200" i="1" smtClean="0">
                              <a:solidFill>
                                <a:srgbClr val="000000"/>
                              </a:solidFill>
                              <a:latin typeface="Cambria Math" panose="02040503050406030204" pitchFamily="18" charset="0"/>
                              <a:ea typeface="Cambria Math" panose="02040503050406030204" pitchFamily="18" charset="0"/>
                            </a:rPr>
                          </m:ctrlPr>
                        </m:sSubPr>
                        <m:e>
                          <m:r>
                            <a:rPr lang="en-US" altLang="zh-CN" sz="1200" i="1" smtClean="0">
                              <a:solidFill>
                                <a:srgbClr val="000000"/>
                              </a:solidFill>
                              <a:latin typeface="Cambria Math" panose="02040503050406030204" pitchFamily="18" charset="0"/>
                              <a:ea typeface="Cambria Math" panose="02040503050406030204" pitchFamily="18" charset="0"/>
                            </a:rPr>
                            <m:t>𝑑</m:t>
                          </m:r>
                        </m:e>
                        <m:sub>
                          <m:r>
                            <a:rPr lang="en-US" altLang="zh-CN" sz="1200" i="1" smtClean="0">
                              <a:solidFill>
                                <a:srgbClr val="000000"/>
                              </a:solidFill>
                              <a:latin typeface="Cambria Math" panose="02040503050406030204" pitchFamily="18" charset="0"/>
                              <a:ea typeface="Cambria Math" panose="02040503050406030204" pitchFamily="18" charset="0"/>
                            </a:rPr>
                            <m:t>𝑖</m:t>
                          </m:r>
                          <m:r>
                            <a:rPr lang="en-US" altLang="zh-CN" sz="1200" i="1" smtClean="0">
                              <a:solidFill>
                                <a:srgbClr val="000000"/>
                              </a:solidFill>
                              <a:latin typeface="Cambria Math" panose="02040503050406030204" pitchFamily="18" charset="0"/>
                              <a:ea typeface="Cambria Math" panose="02040503050406030204" pitchFamily="18" charset="0"/>
                            </a:rPr>
                            <m:t>−1</m:t>
                          </m:r>
                        </m:sub>
                      </m:sSub>
                      <m:r>
                        <a:rPr lang="en-US" altLang="zh-CN" sz="1200" i="1" smtClean="0">
                          <a:solidFill>
                            <a:srgbClr val="000000"/>
                          </a:solidFill>
                          <a:latin typeface="Cambria Math" panose="02040503050406030204" pitchFamily="18" charset="0"/>
                          <a:ea typeface="Cambria Math" panose="02040503050406030204" pitchFamily="18" charset="0"/>
                        </a:rPr>
                        <m:t>+ </m:t>
                      </m:r>
                      <m:sSup>
                        <m:sSupPr>
                          <m:ctrlPr>
                            <a:rPr lang="en-US" altLang="zh-CN" sz="1200" i="1" smtClean="0">
                              <a:solidFill>
                                <a:srgbClr val="000000"/>
                              </a:solidFill>
                              <a:latin typeface="Cambria Math" panose="02040503050406030204" pitchFamily="18" charset="0"/>
                              <a:ea typeface="Cambria Math" panose="02040503050406030204" pitchFamily="18" charset="0"/>
                            </a:rPr>
                          </m:ctrlPr>
                        </m:sSupPr>
                        <m:e>
                          <m:r>
                            <a:rPr lang="en-US" altLang="zh-CN" sz="1200" i="1" smtClean="0">
                              <a:solidFill>
                                <a:srgbClr val="000000"/>
                              </a:solidFill>
                              <a:latin typeface="Cambria Math" panose="02040503050406030204" pitchFamily="18" charset="0"/>
                              <a:ea typeface="Cambria Math" panose="02040503050406030204" pitchFamily="18" charset="0"/>
                            </a:rPr>
                            <m:t>𝑒</m:t>
                          </m:r>
                        </m:e>
                        <m:sup>
                          <m:sSub>
                            <m:sSubPr>
                              <m:ctrlPr>
                                <a:rPr lang="en-US" altLang="zh-CN" sz="1200" i="1" smtClean="0">
                                  <a:solidFill>
                                    <a:srgbClr val="000000"/>
                                  </a:solidFill>
                                  <a:latin typeface="Cambria Math" panose="02040503050406030204" pitchFamily="18" charset="0"/>
                                  <a:ea typeface="Cambria Math" panose="02040503050406030204" pitchFamily="18" charset="0"/>
                                </a:rPr>
                              </m:ctrlPr>
                            </m:sSubPr>
                            <m:e>
                              <m:r>
                                <a:rPr lang="en-US" altLang="zh-CN" sz="1200" i="1" smtClean="0">
                                  <a:solidFill>
                                    <a:srgbClr val="000000"/>
                                  </a:solidFill>
                                  <a:latin typeface="Cambria Math" panose="02040503050406030204" pitchFamily="18" charset="0"/>
                                  <a:ea typeface="Cambria Math" panose="02040503050406030204" pitchFamily="18" charset="0"/>
                                </a:rPr>
                                <m:t>𝑥</m:t>
                              </m:r>
                            </m:e>
                            <m:sub>
                              <m:r>
                                <a:rPr lang="en-US" altLang="zh-CN" sz="1200" i="1" smtClean="0">
                                  <a:solidFill>
                                    <a:srgbClr val="000000"/>
                                  </a:solidFill>
                                  <a:latin typeface="Cambria Math" panose="02040503050406030204" pitchFamily="18" charset="0"/>
                                  <a:ea typeface="Cambria Math" panose="02040503050406030204" pitchFamily="18" charset="0"/>
                                </a:rPr>
                                <m:t>𝑖</m:t>
                              </m:r>
                            </m:sub>
                          </m:sSub>
                          <m:r>
                            <a:rPr lang="en-US" altLang="zh-CN" sz="1200" i="1" smtClean="0">
                              <a:solidFill>
                                <a:srgbClr val="000000"/>
                              </a:solidFill>
                              <a:latin typeface="Cambria Math" panose="02040503050406030204" pitchFamily="18" charset="0"/>
                              <a:ea typeface="Cambria Math" panose="02040503050406030204" pitchFamily="18" charset="0"/>
                            </a:rPr>
                            <m:t>−</m:t>
                          </m:r>
                          <m:sSub>
                            <m:sSubPr>
                              <m:ctrlPr>
                                <a:rPr lang="en-US" altLang="zh-CN" sz="1200" i="1" smtClean="0">
                                  <a:solidFill>
                                    <a:srgbClr val="000000"/>
                                  </a:solidFill>
                                  <a:latin typeface="Cambria Math" panose="02040503050406030204" pitchFamily="18" charset="0"/>
                                  <a:ea typeface="Cambria Math" panose="02040503050406030204" pitchFamily="18" charset="0"/>
                                </a:rPr>
                              </m:ctrlPr>
                            </m:sSubPr>
                            <m:e>
                              <m:r>
                                <a:rPr lang="en-US" altLang="zh-CN" sz="1200" i="1" smtClean="0">
                                  <a:solidFill>
                                    <a:srgbClr val="000000"/>
                                  </a:solidFill>
                                  <a:latin typeface="Cambria Math" panose="02040503050406030204" pitchFamily="18" charset="0"/>
                                  <a:ea typeface="Cambria Math" panose="02040503050406030204" pitchFamily="18" charset="0"/>
                                </a:rPr>
                                <m:t>𝑚</m:t>
                              </m:r>
                            </m:e>
                            <m:sub>
                              <m:r>
                                <a:rPr lang="en-US" altLang="zh-CN" sz="1200" i="1" smtClean="0">
                                  <a:solidFill>
                                    <a:srgbClr val="000000"/>
                                  </a:solidFill>
                                  <a:latin typeface="Cambria Math" panose="02040503050406030204" pitchFamily="18" charset="0"/>
                                  <a:ea typeface="Cambria Math" panose="02040503050406030204" pitchFamily="18" charset="0"/>
                                </a:rPr>
                                <m:t>𝑁</m:t>
                              </m:r>
                            </m:sub>
                          </m:sSub>
                        </m:sup>
                      </m:sSup>
                      <m:r>
                        <a:rPr lang="en-US" altLang="zh-CN" sz="1200" i="1" smtClean="0">
                          <a:solidFill>
                            <a:srgbClr val="000000"/>
                          </a:solidFill>
                          <a:latin typeface="Cambria Math" panose="02040503050406030204" pitchFamily="18" charset="0"/>
                        </a:rPr>
                        <m:t> ≜</m:t>
                      </m:r>
                      <m:sSub>
                        <m:sSubPr>
                          <m:ctrlPr>
                            <a:rPr lang="en-US" altLang="zh-CN" sz="1200" i="1">
                              <a:solidFill>
                                <a:srgbClr val="000000"/>
                              </a:solidFill>
                              <a:latin typeface="Cambria Math" panose="02040503050406030204" pitchFamily="18" charset="0"/>
                            </a:rPr>
                          </m:ctrlPr>
                        </m:sSubPr>
                        <m:e>
                          <m:r>
                            <a:rPr lang="en-US" altLang="zh-CN" sz="1200" i="1" smtClean="0">
                              <a:solidFill>
                                <a:srgbClr val="000000"/>
                              </a:solidFill>
                              <a:latin typeface="Cambria Math" panose="02040503050406030204" pitchFamily="18" charset="0"/>
                            </a:rPr>
                            <m:t>𝑑</m:t>
                          </m:r>
                        </m:e>
                        <m:sub>
                          <m:r>
                            <a:rPr lang="en-US" altLang="zh-CN" sz="1200" i="1" smtClean="0">
                              <a:solidFill>
                                <a:srgbClr val="000000"/>
                              </a:solidFill>
                              <a:latin typeface="Cambria Math" panose="02040503050406030204" pitchFamily="18" charset="0"/>
                            </a:rPr>
                            <m:t>𝑖</m:t>
                          </m:r>
                        </m:sub>
                      </m:sSub>
                      <m:r>
                        <a:rPr lang="en-US" altLang="zh-CN" sz="1200" i="1" smtClean="0">
                          <a:solidFill>
                            <a:srgbClr val="000000"/>
                          </a:solidFill>
                          <a:latin typeface="Cambria Math" panose="02040503050406030204" pitchFamily="18" charset="0"/>
                          <a:ea typeface="Cambria Math" panose="02040503050406030204" pitchFamily="18" charset="0"/>
                        </a:rPr>
                        <m:t>← </m:t>
                      </m:r>
                      <m:sSub>
                        <m:sSubPr>
                          <m:ctrlPr>
                            <a:rPr lang="en-US" altLang="zh-CN" sz="1200" i="1">
                              <a:solidFill>
                                <a:srgbClr val="000000"/>
                              </a:solidFill>
                              <a:latin typeface="Cambria Math" panose="02040503050406030204" pitchFamily="18" charset="0"/>
                              <a:ea typeface="Cambria Math" panose="02040503050406030204" pitchFamily="18" charset="0"/>
                            </a:rPr>
                          </m:ctrlPr>
                        </m:sSubPr>
                        <m:e>
                          <m:r>
                            <a:rPr lang="en-US" altLang="zh-CN" sz="1200" i="1" smtClean="0">
                              <a:solidFill>
                                <a:srgbClr val="000000"/>
                              </a:solidFill>
                              <a:latin typeface="Cambria Math" panose="02040503050406030204" pitchFamily="18" charset="0"/>
                              <a:ea typeface="Cambria Math" panose="02040503050406030204" pitchFamily="18" charset="0"/>
                            </a:rPr>
                            <m:t>𝑑</m:t>
                          </m:r>
                        </m:e>
                        <m:sub>
                          <m:r>
                            <a:rPr lang="en-US" altLang="zh-CN" sz="1200" i="1" smtClean="0">
                              <a:solidFill>
                                <a:srgbClr val="000000"/>
                              </a:solidFill>
                              <a:latin typeface="Cambria Math" panose="02040503050406030204" pitchFamily="18" charset="0"/>
                              <a:ea typeface="Cambria Math" panose="02040503050406030204" pitchFamily="18" charset="0"/>
                            </a:rPr>
                            <m:t>𝑖</m:t>
                          </m:r>
                          <m:r>
                            <a:rPr lang="en-US" altLang="zh-CN" sz="1200" i="1" smtClean="0">
                              <a:solidFill>
                                <a:srgbClr val="000000"/>
                              </a:solidFill>
                              <a:latin typeface="Cambria Math" panose="02040503050406030204" pitchFamily="18" charset="0"/>
                              <a:ea typeface="Cambria Math" panose="02040503050406030204" pitchFamily="18" charset="0"/>
                            </a:rPr>
                            <m:t>−1</m:t>
                          </m:r>
                        </m:sub>
                      </m:sSub>
                      <m:sSup>
                        <m:sSupPr>
                          <m:ctrlPr>
                            <a:rPr lang="en-US" altLang="zh-CN" sz="1200" i="1">
                              <a:solidFill>
                                <a:srgbClr val="000000"/>
                              </a:solidFill>
                              <a:latin typeface="Cambria Math" panose="02040503050406030204" pitchFamily="18" charset="0"/>
                              <a:ea typeface="Cambria Math" panose="02040503050406030204" pitchFamily="18" charset="0"/>
                            </a:rPr>
                          </m:ctrlPr>
                        </m:sSupPr>
                        <m:e>
                          <m:r>
                            <a:rPr lang="en-US" altLang="zh-CN" sz="1200" i="1" smtClean="0">
                              <a:solidFill>
                                <a:srgbClr val="000000"/>
                              </a:solidFill>
                              <a:latin typeface="Cambria Math" panose="02040503050406030204" pitchFamily="18" charset="0"/>
                              <a:ea typeface="Cambria Math" panose="02040503050406030204" pitchFamily="18" charset="0"/>
                            </a:rPr>
                            <m:t>𝑒</m:t>
                          </m:r>
                        </m:e>
                        <m:sup>
                          <m:sSub>
                            <m:sSubPr>
                              <m:ctrlPr>
                                <a:rPr lang="en-US" altLang="zh-CN" sz="1200" i="1">
                                  <a:solidFill>
                                    <a:srgbClr val="000000"/>
                                  </a:solidFill>
                                  <a:latin typeface="Cambria Math" panose="02040503050406030204" pitchFamily="18" charset="0"/>
                                  <a:ea typeface="Cambria Math" panose="02040503050406030204" pitchFamily="18" charset="0"/>
                                </a:rPr>
                              </m:ctrlPr>
                            </m:sSubPr>
                            <m:e>
                              <m:r>
                                <a:rPr lang="en-US" altLang="zh-CN" sz="1200" i="1" smtClean="0">
                                  <a:solidFill>
                                    <a:srgbClr val="000000"/>
                                  </a:solidFill>
                                  <a:latin typeface="Cambria Math" panose="02040503050406030204" pitchFamily="18" charset="0"/>
                                  <a:ea typeface="Cambria Math" panose="02040503050406030204" pitchFamily="18" charset="0"/>
                                </a:rPr>
                                <m:t>𝑚</m:t>
                              </m:r>
                            </m:e>
                            <m:sub>
                              <m:r>
                                <a:rPr lang="en-US" altLang="zh-CN" sz="1200" i="1" smtClean="0">
                                  <a:solidFill>
                                    <a:srgbClr val="000000"/>
                                  </a:solidFill>
                                  <a:latin typeface="Cambria Math" panose="02040503050406030204" pitchFamily="18" charset="0"/>
                                  <a:ea typeface="Cambria Math" panose="02040503050406030204" pitchFamily="18" charset="0"/>
                                </a:rPr>
                                <m:t>𝑖</m:t>
                              </m:r>
                              <m:r>
                                <a:rPr lang="en-US" altLang="zh-CN" sz="1200" i="1" smtClean="0">
                                  <a:solidFill>
                                    <a:srgbClr val="000000"/>
                                  </a:solidFill>
                                  <a:latin typeface="Cambria Math" panose="02040503050406030204" pitchFamily="18" charset="0"/>
                                  <a:ea typeface="Cambria Math" panose="02040503050406030204" pitchFamily="18" charset="0"/>
                                </a:rPr>
                                <m:t>−1</m:t>
                              </m:r>
                            </m:sub>
                          </m:sSub>
                          <m:r>
                            <a:rPr lang="en-US" altLang="zh-CN" sz="1200" i="1" smtClean="0">
                              <a:solidFill>
                                <a:srgbClr val="000000"/>
                              </a:solidFill>
                              <a:latin typeface="Cambria Math" panose="02040503050406030204" pitchFamily="18" charset="0"/>
                              <a:ea typeface="Cambria Math" panose="02040503050406030204" pitchFamily="18" charset="0"/>
                            </a:rPr>
                            <m:t>−</m:t>
                          </m:r>
                          <m:sSub>
                            <m:sSubPr>
                              <m:ctrlPr>
                                <a:rPr lang="en-US" altLang="zh-CN" sz="1200" i="1">
                                  <a:solidFill>
                                    <a:srgbClr val="000000"/>
                                  </a:solidFill>
                                  <a:latin typeface="Cambria Math" panose="02040503050406030204" pitchFamily="18" charset="0"/>
                                  <a:ea typeface="Cambria Math" panose="02040503050406030204" pitchFamily="18" charset="0"/>
                                </a:rPr>
                              </m:ctrlPr>
                            </m:sSubPr>
                            <m:e>
                              <m:r>
                                <a:rPr lang="en-US" altLang="zh-CN" sz="1200" i="1" smtClean="0">
                                  <a:solidFill>
                                    <a:srgbClr val="000000"/>
                                  </a:solidFill>
                                  <a:latin typeface="Cambria Math" panose="02040503050406030204" pitchFamily="18" charset="0"/>
                                  <a:ea typeface="Cambria Math" panose="02040503050406030204" pitchFamily="18" charset="0"/>
                                </a:rPr>
                                <m:t>𝑚</m:t>
                              </m:r>
                            </m:e>
                            <m:sub>
                              <m:r>
                                <a:rPr lang="en-US" altLang="zh-CN" sz="1200" i="1" smtClean="0">
                                  <a:solidFill>
                                    <a:srgbClr val="000000"/>
                                  </a:solidFill>
                                  <a:latin typeface="Cambria Math" panose="02040503050406030204" pitchFamily="18" charset="0"/>
                                  <a:ea typeface="Cambria Math" panose="02040503050406030204" pitchFamily="18" charset="0"/>
                                </a:rPr>
                                <m:t>𝑖</m:t>
                              </m:r>
                            </m:sub>
                          </m:sSub>
                        </m:sup>
                      </m:sSup>
                      <m:r>
                        <a:rPr lang="en-US" altLang="zh-CN" sz="1200" i="1" smtClean="0">
                          <a:solidFill>
                            <a:srgbClr val="000000"/>
                          </a:solidFill>
                          <a:latin typeface="Cambria Math" panose="02040503050406030204" pitchFamily="18" charset="0"/>
                          <a:ea typeface="Cambria Math" panose="02040503050406030204" pitchFamily="18" charset="0"/>
                        </a:rPr>
                        <m:t>+ </m:t>
                      </m:r>
                      <m:sSup>
                        <m:sSupPr>
                          <m:ctrlPr>
                            <a:rPr lang="en-US" altLang="zh-CN" sz="1200" i="1">
                              <a:solidFill>
                                <a:srgbClr val="000000"/>
                              </a:solidFill>
                              <a:latin typeface="Cambria Math" panose="02040503050406030204" pitchFamily="18" charset="0"/>
                              <a:ea typeface="Cambria Math" panose="02040503050406030204" pitchFamily="18" charset="0"/>
                            </a:rPr>
                          </m:ctrlPr>
                        </m:sSupPr>
                        <m:e>
                          <m:r>
                            <a:rPr lang="en-US" altLang="zh-CN" sz="1200" i="1" smtClean="0">
                              <a:solidFill>
                                <a:srgbClr val="000000"/>
                              </a:solidFill>
                              <a:latin typeface="Cambria Math" panose="02040503050406030204" pitchFamily="18" charset="0"/>
                              <a:ea typeface="Cambria Math" panose="02040503050406030204" pitchFamily="18" charset="0"/>
                            </a:rPr>
                            <m:t>𝑒</m:t>
                          </m:r>
                        </m:e>
                        <m:sup>
                          <m:sSub>
                            <m:sSubPr>
                              <m:ctrlPr>
                                <a:rPr lang="en-US" altLang="zh-CN" sz="1200" i="1">
                                  <a:solidFill>
                                    <a:srgbClr val="000000"/>
                                  </a:solidFill>
                                  <a:latin typeface="Cambria Math" panose="02040503050406030204" pitchFamily="18" charset="0"/>
                                  <a:ea typeface="Cambria Math" panose="02040503050406030204" pitchFamily="18" charset="0"/>
                                </a:rPr>
                              </m:ctrlPr>
                            </m:sSubPr>
                            <m:e>
                              <m:r>
                                <a:rPr lang="en-US" altLang="zh-CN" sz="1200" i="1" smtClean="0">
                                  <a:solidFill>
                                    <a:srgbClr val="000000"/>
                                  </a:solidFill>
                                  <a:latin typeface="Cambria Math" panose="02040503050406030204" pitchFamily="18" charset="0"/>
                                  <a:ea typeface="Cambria Math" panose="02040503050406030204" pitchFamily="18" charset="0"/>
                                </a:rPr>
                                <m:t>𝑥</m:t>
                              </m:r>
                            </m:e>
                            <m:sub>
                              <m:r>
                                <a:rPr lang="en-US" altLang="zh-CN" sz="1200" i="1" smtClean="0">
                                  <a:solidFill>
                                    <a:srgbClr val="000000"/>
                                  </a:solidFill>
                                  <a:latin typeface="Cambria Math" panose="02040503050406030204" pitchFamily="18" charset="0"/>
                                  <a:ea typeface="Cambria Math" panose="02040503050406030204" pitchFamily="18" charset="0"/>
                                </a:rPr>
                                <m:t>𝑖</m:t>
                              </m:r>
                            </m:sub>
                          </m:sSub>
                          <m:r>
                            <a:rPr lang="en-US" altLang="zh-CN" sz="1200" i="1" smtClean="0">
                              <a:solidFill>
                                <a:srgbClr val="000000"/>
                              </a:solidFill>
                              <a:latin typeface="Cambria Math" panose="02040503050406030204" pitchFamily="18" charset="0"/>
                              <a:ea typeface="Cambria Math" panose="02040503050406030204" pitchFamily="18" charset="0"/>
                            </a:rPr>
                            <m:t>−</m:t>
                          </m:r>
                          <m:sSub>
                            <m:sSubPr>
                              <m:ctrlPr>
                                <a:rPr lang="en-US" altLang="zh-CN" sz="1200" i="1">
                                  <a:solidFill>
                                    <a:srgbClr val="000000"/>
                                  </a:solidFill>
                                  <a:latin typeface="Cambria Math" panose="02040503050406030204" pitchFamily="18" charset="0"/>
                                  <a:ea typeface="Cambria Math" panose="02040503050406030204" pitchFamily="18" charset="0"/>
                                </a:rPr>
                              </m:ctrlPr>
                            </m:sSubPr>
                            <m:e>
                              <m:r>
                                <a:rPr lang="en-US" altLang="zh-CN" sz="1200" i="1" smtClean="0">
                                  <a:solidFill>
                                    <a:srgbClr val="000000"/>
                                  </a:solidFill>
                                  <a:latin typeface="Cambria Math" panose="02040503050406030204" pitchFamily="18" charset="0"/>
                                  <a:ea typeface="Cambria Math" panose="02040503050406030204" pitchFamily="18" charset="0"/>
                                </a:rPr>
                                <m:t>𝑚</m:t>
                              </m:r>
                            </m:e>
                            <m:sub>
                              <m:r>
                                <a:rPr lang="en-US" altLang="zh-CN" sz="1200" i="1" smtClean="0">
                                  <a:solidFill>
                                    <a:srgbClr val="000000"/>
                                  </a:solidFill>
                                  <a:latin typeface="Cambria Math" panose="02040503050406030204" pitchFamily="18" charset="0"/>
                                  <a:ea typeface="Cambria Math" panose="02040503050406030204" pitchFamily="18" charset="0"/>
                                </a:rPr>
                                <m:t>𝑖</m:t>
                              </m:r>
                            </m:sub>
                          </m:sSub>
                        </m:sup>
                      </m:sSup>
                    </m:oMath>
                  </m:oMathPara>
                </a14:m>
                <a:endParaRPr lang="en-US" altLang="zh-CN" sz="1200" dirty="0">
                  <a:solidFill>
                    <a:srgbClr val="000000"/>
                  </a:solidFill>
                  <a:latin typeface="Arial" panose="020B0604020202020204" pitchFamily="34" charset="0"/>
                  <a:ea typeface="微软雅黑" panose="020B0503020204020204" pitchFamily="34" charset="-122"/>
                  <a:cs typeface="Arial" panose="020B0604020202020204" pitchFamily="34" charset="0"/>
                </a:endParaRPr>
              </a:p>
              <a:p>
                <a:pPr marL="126000" lvl="2" indent="-126000">
                  <a:lnSpc>
                    <a:spcPct val="150000"/>
                  </a:lnSpc>
                  <a:spcBef>
                    <a:spcPts val="0"/>
                  </a:spcBef>
                  <a:defRPr>
                    <a:solidFill>
                      <a:srgbClr val="000000"/>
                    </a:solidFill>
                  </a:defRPr>
                </a:pPr>
                <a14:m>
                  <m:oMath xmlns:m="http://schemas.openxmlformats.org/officeDocument/2006/math">
                    <m:r>
                      <a:rPr lang="en-US" altLang="zh-CN" sz="1200" i="1" smtClean="0">
                        <a:solidFill>
                          <a:srgbClr val="000000"/>
                        </a:solidFill>
                        <a:latin typeface="Cambria Math" panose="02040503050406030204" pitchFamily="18" charset="0"/>
                      </a:rPr>
                      <m:t>𝑓𝑜𝑟</m:t>
                    </m:r>
                    <m:r>
                      <a:rPr lang="en-US" altLang="zh-CN" sz="1200" i="1" smtClean="0">
                        <a:solidFill>
                          <a:srgbClr val="000000"/>
                        </a:solidFill>
                        <a:latin typeface="Cambria Math" panose="02040503050406030204" pitchFamily="18" charset="0"/>
                      </a:rPr>
                      <m:t> </m:t>
                    </m:r>
                    <m:r>
                      <a:rPr lang="en-US" altLang="zh-CN" sz="1200" i="1" smtClean="0">
                        <a:solidFill>
                          <a:srgbClr val="000000"/>
                        </a:solidFill>
                        <a:latin typeface="Cambria Math" panose="02040503050406030204" pitchFamily="18" charset="0"/>
                      </a:rPr>
                      <m:t>𝑖</m:t>
                    </m:r>
                    <m:r>
                      <a:rPr lang="en-US" altLang="zh-CN" sz="1200" i="1" smtClean="0">
                        <a:solidFill>
                          <a:srgbClr val="000000"/>
                        </a:solidFill>
                        <a:latin typeface="Cambria Math" panose="02040503050406030204" pitchFamily="18" charset="0"/>
                      </a:rPr>
                      <m:t> ←1,</m:t>
                    </m:r>
                    <m:r>
                      <a:rPr lang="en-US" altLang="zh-CN" sz="1200" i="1" smtClean="0">
                        <a:solidFill>
                          <a:srgbClr val="000000"/>
                        </a:solidFill>
                        <a:latin typeface="Cambria Math" panose="02040503050406030204" pitchFamily="18" charset="0"/>
                        <a:ea typeface="Cambria Math" panose="02040503050406030204" pitchFamily="18" charset="0"/>
                      </a:rPr>
                      <m:t>𝑁</m:t>
                    </m:r>
                    <m:r>
                      <a:rPr lang="en-US" altLang="zh-CN" sz="1200" i="1" smtClean="0">
                        <a:solidFill>
                          <a:srgbClr val="000000"/>
                        </a:solidFill>
                        <a:latin typeface="Cambria Math" panose="02040503050406030204" pitchFamily="18" charset="0"/>
                        <a:ea typeface="Cambria Math" panose="02040503050406030204" pitchFamily="18" charset="0"/>
                      </a:rPr>
                      <m:t> </m:t>
                    </m:r>
                    <m:r>
                      <a:rPr lang="en-US" altLang="zh-CN" sz="1200" i="1" smtClean="0">
                        <a:solidFill>
                          <a:srgbClr val="000000"/>
                        </a:solidFill>
                        <a:latin typeface="Cambria Math" panose="02040503050406030204" pitchFamily="18" charset="0"/>
                        <a:ea typeface="Cambria Math" panose="02040503050406030204" pitchFamily="18" charset="0"/>
                      </a:rPr>
                      <m:t>𝑑𝑜</m:t>
                    </m:r>
                  </m:oMath>
                </a14:m>
                <a:endParaRPr lang="en-US" altLang="zh-CN" sz="1200" dirty="0">
                  <a:solidFill>
                    <a:srgbClr val="000000"/>
                  </a:solidFill>
                  <a:latin typeface="Arial" panose="020B0604020202020204" pitchFamily="34" charset="0"/>
                  <a:ea typeface="微软雅黑" panose="020B0503020204020204" pitchFamily="34" charset="-122"/>
                  <a:cs typeface="Arial" panose="020B0604020202020204" pitchFamily="34" charset="0"/>
                </a:endParaRPr>
              </a:p>
              <a:p>
                <a:pPr marL="0" lvl="3" indent="0">
                  <a:lnSpc>
                    <a:spcPct val="150000"/>
                  </a:lnSpc>
                  <a:spcBef>
                    <a:spcPts val="0"/>
                  </a:spcBef>
                  <a:buNone/>
                  <a:defRPr>
                    <a:solidFill>
                      <a:srgbClr val="000000"/>
                    </a:solidFill>
                  </a:defRPr>
                </a:pPr>
                <a14:m>
                  <m:oMathPara xmlns:m="http://schemas.openxmlformats.org/officeDocument/2006/math">
                    <m:oMathParaPr>
                      <m:jc m:val="center"/>
                    </m:oMathParaPr>
                    <m:oMath xmlns:m="http://schemas.openxmlformats.org/officeDocument/2006/math">
                      <m:sSub>
                        <m:sSubPr>
                          <m:ctrlPr>
                            <a:rPr lang="en-US" altLang="zh-CN" sz="1200" i="1" smtClean="0">
                              <a:solidFill>
                                <a:srgbClr val="000000"/>
                              </a:solidFill>
                              <a:latin typeface="Cambria Math" panose="02040503050406030204" pitchFamily="18" charset="0"/>
                            </a:rPr>
                          </m:ctrlPr>
                        </m:sSubPr>
                        <m:e>
                          <m:r>
                            <a:rPr lang="en-US" altLang="zh-CN" sz="1200" i="1" smtClean="0">
                              <a:solidFill>
                                <a:srgbClr val="000000"/>
                              </a:solidFill>
                              <a:latin typeface="Cambria Math" panose="02040503050406030204" pitchFamily="18" charset="0"/>
                            </a:rPr>
                            <m:t>𝑠</m:t>
                          </m:r>
                        </m:e>
                        <m:sub>
                          <m:r>
                            <a:rPr lang="en-US" altLang="zh-CN" sz="1200" i="1" smtClean="0">
                              <a:solidFill>
                                <a:srgbClr val="000000"/>
                              </a:solidFill>
                              <a:latin typeface="Cambria Math" panose="02040503050406030204" pitchFamily="18" charset="0"/>
                            </a:rPr>
                            <m:t>𝑖</m:t>
                          </m:r>
                        </m:sub>
                      </m:sSub>
                      <m:r>
                        <a:rPr lang="en-US" altLang="zh-CN" sz="1200" i="1" smtClean="0">
                          <a:solidFill>
                            <a:srgbClr val="000000"/>
                          </a:solidFill>
                          <a:latin typeface="Cambria Math" panose="02040503050406030204" pitchFamily="18" charset="0"/>
                          <a:ea typeface="Cambria Math" panose="02040503050406030204" pitchFamily="18" charset="0"/>
                        </a:rPr>
                        <m:t>←</m:t>
                      </m:r>
                      <m:r>
                        <a:rPr lang="en-US" altLang="zh-CN" sz="1200" i="1" smtClean="0">
                          <a:solidFill>
                            <a:srgbClr val="000000"/>
                          </a:solidFill>
                          <a:latin typeface="Cambria Math" panose="02040503050406030204" pitchFamily="18" charset="0"/>
                        </a:rPr>
                        <m:t> </m:t>
                      </m:r>
                      <m:f>
                        <m:fPr>
                          <m:ctrlPr>
                            <a:rPr lang="en-US" altLang="zh-CN" sz="1200" i="1" smtClean="0">
                              <a:solidFill>
                                <a:srgbClr val="000000"/>
                              </a:solidFill>
                              <a:latin typeface="Cambria Math" panose="02040503050406030204" pitchFamily="18" charset="0"/>
                            </a:rPr>
                          </m:ctrlPr>
                        </m:fPr>
                        <m:num>
                          <m:sSup>
                            <m:sSupPr>
                              <m:ctrlPr>
                                <a:rPr lang="en-US" altLang="zh-CN" sz="1200" i="1">
                                  <a:solidFill>
                                    <a:srgbClr val="000000"/>
                                  </a:solidFill>
                                  <a:latin typeface="Cambria Math" panose="02040503050406030204" pitchFamily="18" charset="0"/>
                                  <a:ea typeface="Cambria Math" panose="02040503050406030204" pitchFamily="18" charset="0"/>
                                </a:rPr>
                              </m:ctrlPr>
                            </m:sSupPr>
                            <m:e>
                              <m:r>
                                <a:rPr lang="en-US" altLang="zh-CN" sz="1200" i="1" smtClean="0">
                                  <a:solidFill>
                                    <a:srgbClr val="000000"/>
                                  </a:solidFill>
                                  <a:latin typeface="Cambria Math" panose="02040503050406030204" pitchFamily="18" charset="0"/>
                                  <a:ea typeface="Cambria Math" panose="02040503050406030204" pitchFamily="18" charset="0"/>
                                </a:rPr>
                                <m:t>𝑒</m:t>
                              </m:r>
                            </m:e>
                            <m:sup>
                              <m:sSub>
                                <m:sSubPr>
                                  <m:ctrlPr>
                                    <a:rPr lang="en-US" altLang="zh-CN" sz="1200" i="1">
                                      <a:solidFill>
                                        <a:srgbClr val="000000"/>
                                      </a:solidFill>
                                      <a:latin typeface="Cambria Math" panose="02040503050406030204" pitchFamily="18" charset="0"/>
                                      <a:ea typeface="Cambria Math" panose="02040503050406030204" pitchFamily="18" charset="0"/>
                                    </a:rPr>
                                  </m:ctrlPr>
                                </m:sSubPr>
                                <m:e>
                                  <m:r>
                                    <a:rPr lang="en-US" altLang="zh-CN" sz="1200" i="1" smtClean="0">
                                      <a:solidFill>
                                        <a:srgbClr val="000000"/>
                                      </a:solidFill>
                                      <a:latin typeface="Cambria Math" panose="02040503050406030204" pitchFamily="18" charset="0"/>
                                      <a:ea typeface="Cambria Math" panose="02040503050406030204" pitchFamily="18" charset="0"/>
                                    </a:rPr>
                                    <m:t>𝑥</m:t>
                                  </m:r>
                                </m:e>
                                <m:sub>
                                  <m:r>
                                    <a:rPr lang="en-US" altLang="zh-CN" sz="1200" i="1" smtClean="0">
                                      <a:solidFill>
                                        <a:srgbClr val="000000"/>
                                      </a:solidFill>
                                      <a:latin typeface="Cambria Math" panose="02040503050406030204" pitchFamily="18" charset="0"/>
                                      <a:ea typeface="Cambria Math" panose="02040503050406030204" pitchFamily="18" charset="0"/>
                                    </a:rPr>
                                    <m:t>𝑖</m:t>
                                  </m:r>
                                </m:sub>
                              </m:sSub>
                              <m:r>
                                <a:rPr lang="en-US" altLang="zh-CN" sz="1200" i="1" smtClean="0">
                                  <a:solidFill>
                                    <a:srgbClr val="000000"/>
                                  </a:solidFill>
                                  <a:latin typeface="Cambria Math" panose="02040503050406030204" pitchFamily="18" charset="0"/>
                                  <a:ea typeface="Cambria Math" panose="02040503050406030204" pitchFamily="18" charset="0"/>
                                </a:rPr>
                                <m:t>−</m:t>
                              </m:r>
                              <m:sSub>
                                <m:sSubPr>
                                  <m:ctrlPr>
                                    <a:rPr lang="en-US" altLang="zh-CN" sz="1200" i="1">
                                      <a:solidFill>
                                        <a:srgbClr val="000000"/>
                                      </a:solidFill>
                                      <a:latin typeface="Cambria Math" panose="02040503050406030204" pitchFamily="18" charset="0"/>
                                      <a:ea typeface="Cambria Math" panose="02040503050406030204" pitchFamily="18" charset="0"/>
                                    </a:rPr>
                                  </m:ctrlPr>
                                </m:sSubPr>
                                <m:e>
                                  <m:r>
                                    <a:rPr lang="en-US" altLang="zh-CN" sz="1200" i="1" smtClean="0">
                                      <a:solidFill>
                                        <a:srgbClr val="000000"/>
                                      </a:solidFill>
                                      <a:latin typeface="Cambria Math" panose="02040503050406030204" pitchFamily="18" charset="0"/>
                                      <a:ea typeface="Cambria Math" panose="02040503050406030204" pitchFamily="18" charset="0"/>
                                    </a:rPr>
                                    <m:t>𝑚</m:t>
                                  </m:r>
                                </m:e>
                                <m:sub>
                                  <m:r>
                                    <a:rPr lang="en-US" altLang="zh-CN" sz="1200" i="1" smtClean="0">
                                      <a:solidFill>
                                        <a:srgbClr val="000000"/>
                                      </a:solidFill>
                                      <a:latin typeface="Cambria Math" panose="02040503050406030204" pitchFamily="18" charset="0"/>
                                      <a:ea typeface="Cambria Math" panose="02040503050406030204" pitchFamily="18" charset="0"/>
                                    </a:rPr>
                                    <m:t>𝑁</m:t>
                                  </m:r>
                                </m:sub>
                              </m:sSub>
                            </m:sup>
                          </m:sSup>
                        </m:num>
                        <m:den>
                          <m:sSub>
                            <m:sSubPr>
                              <m:ctrlPr>
                                <a:rPr lang="en-US" altLang="zh-CN" sz="1200" i="1" smtClean="0">
                                  <a:solidFill>
                                    <a:srgbClr val="000000"/>
                                  </a:solidFill>
                                  <a:latin typeface="Cambria Math" panose="02040503050406030204" pitchFamily="18" charset="0"/>
                                </a:rPr>
                              </m:ctrlPr>
                            </m:sSubPr>
                            <m:e>
                              <m:r>
                                <a:rPr lang="en-US" altLang="zh-CN" sz="1200" i="1" smtClean="0">
                                  <a:solidFill>
                                    <a:srgbClr val="000000"/>
                                  </a:solidFill>
                                  <a:latin typeface="Cambria Math" panose="02040503050406030204" pitchFamily="18" charset="0"/>
                                </a:rPr>
                                <m:t>𝑑</m:t>
                              </m:r>
                            </m:e>
                            <m:sub>
                              <m:r>
                                <a:rPr lang="en-US" altLang="zh-CN" sz="1200" i="1" smtClean="0">
                                  <a:solidFill>
                                    <a:srgbClr val="000000"/>
                                  </a:solidFill>
                                  <a:latin typeface="Cambria Math" panose="02040503050406030204" pitchFamily="18" charset="0"/>
                                </a:rPr>
                                <m:t>𝑁</m:t>
                              </m:r>
                            </m:sub>
                          </m:sSub>
                        </m:den>
                      </m:f>
                    </m:oMath>
                  </m:oMathPara>
                </a14:m>
                <a:endParaRPr lang="en-US" altLang="zh-CN" sz="1200" dirty="0">
                  <a:solidFill>
                    <a:srgbClr val="000000"/>
                  </a:solidFill>
                  <a:latin typeface="Arial" panose="020B0604020202020204" pitchFamily="34" charset="0"/>
                  <a:ea typeface="微软雅黑" panose="020B0503020204020204" pitchFamily="34" charset="-122"/>
                  <a:cs typeface="Arial" panose="020B0604020202020204" pitchFamily="34" charset="0"/>
                </a:endParaRPr>
              </a:p>
            </p:txBody>
          </p:sp>
        </mc:Choice>
        <mc:Fallback>
          <p:sp>
            <p:nvSpPr>
              <p:cNvPr id="3" name="文本占位符 2">
                <a:extLst>
                  <a:ext uri="{FF2B5EF4-FFF2-40B4-BE49-F238E27FC236}">
                    <a16:creationId xmlns:a16="http://schemas.microsoft.com/office/drawing/2014/main" id="{12FEA1D8-6D2E-616B-89FC-A123DF8AB761}"/>
                  </a:ext>
                </a:extLst>
              </p:cNvPr>
              <p:cNvSpPr txBox="1">
                <a:spLocks noRot="1" noChangeAspect="1" noMove="1" noResize="1" noEditPoints="1" noAdjustHandles="1" noChangeArrowheads="1" noChangeShapeType="1" noTextEdit="1"/>
              </p:cNvSpPr>
              <p:nvPr/>
            </p:nvSpPr>
            <p:spPr>
              <a:xfrm>
                <a:off x="3980654" y="2105352"/>
                <a:ext cx="4235455" cy="3056158"/>
              </a:xfrm>
              <a:prstGeom prst="rect">
                <a:avLst/>
              </a:prstGeom>
              <a:blipFill>
                <a:blip r:embed="rId2"/>
                <a:stretch>
                  <a:fillRect l="-1295"/>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297611141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7B21E9-B3A8-95DD-F6B6-C12950213C8F}"/>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A1FCABE2-689A-9D7E-EECE-B7178A0A236C}"/>
              </a:ext>
            </a:extLst>
          </p:cNvPr>
          <p:cNvSpPr txBox="1">
            <a:spLocks/>
          </p:cNvSpPr>
          <p:nvPr/>
        </p:nvSpPr>
        <p:spPr>
          <a:xfrm>
            <a:off x="3543834" y="411900"/>
            <a:ext cx="5109091" cy="584775"/>
          </a:xfrm>
          <a:prstGeom prst="rect">
            <a:avLst/>
          </a:prstGeom>
        </p:spPr>
        <p:txBody>
          <a:bodyPr wrap="none">
            <a:spAutoFit/>
          </a:bodyPr>
          <a:lstStyle>
            <a:lvl1pPr algn="l" defTabSz="1187798" rtl="0" eaLnBrk="1" latinLnBrk="0" hangingPunct="1">
              <a:lnSpc>
                <a:spcPct val="90000"/>
              </a:lnSpc>
              <a:spcBef>
                <a:spcPct val="0"/>
              </a:spcBef>
              <a:buNone/>
              <a:defRPr sz="5716" kern="1200">
                <a:solidFill>
                  <a:schemeClr val="tx1"/>
                </a:solidFill>
                <a:latin typeface="+mj-lt"/>
                <a:ea typeface="+mj-ea"/>
                <a:cs typeface="+mj-cs"/>
              </a:defRPr>
            </a:lvl1pPr>
          </a:lstStyle>
          <a:p>
            <a:pPr algn="ctr">
              <a:lnSpc>
                <a:spcPct val="100000"/>
              </a:lnSpc>
            </a:pPr>
            <a:r>
              <a:rPr lang="zh-CN" altLang="en-US" sz="3200" b="1" dirty="0">
                <a:solidFill>
                  <a:srgbClr val="000000"/>
                </a:solidFill>
                <a:latin typeface="微软雅黑" panose="020B0503020204020204" pitchFamily="34" charset="-122"/>
                <a:ea typeface="微软雅黑" panose="020B0503020204020204" pitchFamily="34" charset="-122"/>
              </a:rPr>
              <a:t>自注意力算子前向计算过程</a:t>
            </a:r>
          </a:p>
        </p:txBody>
      </p:sp>
      <mc:AlternateContent xmlns:mc="http://schemas.openxmlformats.org/markup-compatibility/2006">
        <mc:Choice xmlns:a14="http://schemas.microsoft.com/office/drawing/2010/main" Requires="a14">
          <p:sp>
            <p:nvSpPr>
              <p:cNvPr id="3" name="文本占位符 2">
                <a:extLst>
                  <a:ext uri="{FF2B5EF4-FFF2-40B4-BE49-F238E27FC236}">
                    <a16:creationId xmlns:a16="http://schemas.microsoft.com/office/drawing/2014/main" id="{4DEE66A7-218E-B9E9-D2E3-234160F87595}"/>
                  </a:ext>
                </a:extLst>
              </p:cNvPr>
              <p:cNvSpPr txBox="1">
                <a:spLocks/>
              </p:cNvSpPr>
              <p:nvPr/>
            </p:nvSpPr>
            <p:spPr>
              <a:xfrm>
                <a:off x="3622383" y="2116365"/>
                <a:ext cx="4951997" cy="2625270"/>
              </a:xfrm>
              <a:prstGeom prst="rect">
                <a:avLst/>
              </a:prstGeom>
            </p:spPr>
            <p:txBody>
              <a:bodyPr wrap="none">
                <a:spAutoFit/>
              </a:bodyPr>
              <a:lstStyle>
                <a:lvl1pPr marL="296950" indent="-296950" algn="l" defTabSz="1187798" rtl="0" eaLnBrk="1" latinLnBrk="0" hangingPunct="1">
                  <a:lnSpc>
                    <a:spcPct val="90000"/>
                  </a:lnSpc>
                  <a:spcBef>
                    <a:spcPts val="1299"/>
                  </a:spcBef>
                  <a:buFont typeface="Arial" panose="020B0604020202020204" pitchFamily="34" charset="0"/>
                  <a:buChar char="•"/>
                  <a:defRPr sz="3636" kern="1200">
                    <a:solidFill>
                      <a:schemeClr val="tx1"/>
                    </a:solidFill>
                    <a:latin typeface="+mn-lt"/>
                    <a:ea typeface="+mn-ea"/>
                    <a:cs typeface="+mn-cs"/>
                  </a:defRPr>
                </a:lvl1pPr>
                <a:lvl2pPr marL="890849" indent="-296950" algn="l" defTabSz="1187798" rtl="0" eaLnBrk="1" latinLnBrk="0" hangingPunct="1">
                  <a:lnSpc>
                    <a:spcPct val="90000"/>
                  </a:lnSpc>
                  <a:spcBef>
                    <a:spcPts val="650"/>
                  </a:spcBef>
                  <a:buFont typeface="Arial" panose="020B0604020202020204" pitchFamily="34" charset="0"/>
                  <a:buChar char="•"/>
                  <a:defRPr sz="3118" kern="1200">
                    <a:solidFill>
                      <a:schemeClr val="tx1"/>
                    </a:solidFill>
                    <a:latin typeface="+mn-lt"/>
                    <a:ea typeface="+mn-ea"/>
                    <a:cs typeface="+mn-cs"/>
                  </a:defRPr>
                </a:lvl2pPr>
                <a:lvl3pPr marL="1484748" indent="-296950" algn="l" defTabSz="1187798" rtl="0" eaLnBrk="1" latinLnBrk="0" hangingPunct="1">
                  <a:lnSpc>
                    <a:spcPct val="90000"/>
                  </a:lnSpc>
                  <a:spcBef>
                    <a:spcPts val="650"/>
                  </a:spcBef>
                  <a:buFont typeface="Arial" panose="020B0604020202020204" pitchFamily="34" charset="0"/>
                  <a:buChar char="•"/>
                  <a:defRPr sz="2598" kern="1200">
                    <a:solidFill>
                      <a:schemeClr val="tx1"/>
                    </a:solidFill>
                    <a:latin typeface="+mn-lt"/>
                    <a:ea typeface="+mn-ea"/>
                    <a:cs typeface="+mn-cs"/>
                  </a:defRPr>
                </a:lvl3pPr>
                <a:lvl4pPr marL="2078648" indent="-296950" algn="l" defTabSz="1187798" rtl="0" eaLnBrk="1" latinLnBrk="0" hangingPunct="1">
                  <a:lnSpc>
                    <a:spcPct val="90000"/>
                  </a:lnSpc>
                  <a:spcBef>
                    <a:spcPts val="650"/>
                  </a:spcBef>
                  <a:buFont typeface="Arial" panose="020B0604020202020204" pitchFamily="34" charset="0"/>
                  <a:buChar char="•"/>
                  <a:defRPr sz="2338" kern="1200">
                    <a:solidFill>
                      <a:schemeClr val="tx1"/>
                    </a:solidFill>
                    <a:latin typeface="+mn-lt"/>
                    <a:ea typeface="+mn-ea"/>
                    <a:cs typeface="+mn-cs"/>
                  </a:defRPr>
                </a:lvl4pPr>
                <a:lvl5pPr marL="2672547" indent="-296950" algn="l" defTabSz="1187798" rtl="0" eaLnBrk="1" latinLnBrk="0" hangingPunct="1">
                  <a:lnSpc>
                    <a:spcPct val="90000"/>
                  </a:lnSpc>
                  <a:spcBef>
                    <a:spcPts val="650"/>
                  </a:spcBef>
                  <a:buFont typeface="Arial" panose="020B0604020202020204" pitchFamily="34" charset="0"/>
                  <a:buChar char="•"/>
                  <a:defRPr sz="2338" kern="1200">
                    <a:solidFill>
                      <a:schemeClr val="tx1"/>
                    </a:solidFill>
                    <a:latin typeface="+mn-lt"/>
                    <a:ea typeface="+mn-ea"/>
                    <a:cs typeface="+mn-cs"/>
                  </a:defRPr>
                </a:lvl5pPr>
                <a:lvl6pPr marL="3266447" indent="-296950" algn="l" defTabSz="1187798" rtl="0" eaLnBrk="1" latinLnBrk="0" hangingPunct="1">
                  <a:lnSpc>
                    <a:spcPct val="90000"/>
                  </a:lnSpc>
                  <a:spcBef>
                    <a:spcPts val="650"/>
                  </a:spcBef>
                  <a:buFont typeface="Arial" panose="020B0604020202020204" pitchFamily="34" charset="0"/>
                  <a:buChar char="•"/>
                  <a:defRPr sz="2338" kern="1200">
                    <a:solidFill>
                      <a:schemeClr val="tx1"/>
                    </a:solidFill>
                    <a:latin typeface="+mn-lt"/>
                    <a:ea typeface="+mn-ea"/>
                    <a:cs typeface="+mn-cs"/>
                  </a:defRPr>
                </a:lvl6pPr>
                <a:lvl7pPr marL="3860346" indent="-296950" algn="l" defTabSz="1187798" rtl="0" eaLnBrk="1" latinLnBrk="0" hangingPunct="1">
                  <a:lnSpc>
                    <a:spcPct val="90000"/>
                  </a:lnSpc>
                  <a:spcBef>
                    <a:spcPts val="650"/>
                  </a:spcBef>
                  <a:buFont typeface="Arial" panose="020B0604020202020204" pitchFamily="34" charset="0"/>
                  <a:buChar char="•"/>
                  <a:defRPr sz="2338" kern="1200">
                    <a:solidFill>
                      <a:schemeClr val="tx1"/>
                    </a:solidFill>
                    <a:latin typeface="+mn-lt"/>
                    <a:ea typeface="+mn-ea"/>
                    <a:cs typeface="+mn-cs"/>
                  </a:defRPr>
                </a:lvl7pPr>
                <a:lvl8pPr marL="4454245" indent="-296950" algn="l" defTabSz="1187798" rtl="0" eaLnBrk="1" latinLnBrk="0" hangingPunct="1">
                  <a:lnSpc>
                    <a:spcPct val="90000"/>
                  </a:lnSpc>
                  <a:spcBef>
                    <a:spcPts val="650"/>
                  </a:spcBef>
                  <a:buFont typeface="Arial" panose="020B0604020202020204" pitchFamily="34" charset="0"/>
                  <a:buChar char="•"/>
                  <a:defRPr sz="2338" kern="1200">
                    <a:solidFill>
                      <a:schemeClr val="tx1"/>
                    </a:solidFill>
                    <a:latin typeface="+mn-lt"/>
                    <a:ea typeface="+mn-ea"/>
                    <a:cs typeface="+mn-cs"/>
                  </a:defRPr>
                </a:lvl8pPr>
                <a:lvl9pPr marL="5048144" indent="-296950" algn="l" defTabSz="1187798" rtl="0" eaLnBrk="1" latinLnBrk="0" hangingPunct="1">
                  <a:lnSpc>
                    <a:spcPct val="90000"/>
                  </a:lnSpc>
                  <a:spcBef>
                    <a:spcPts val="650"/>
                  </a:spcBef>
                  <a:buFont typeface="Arial" panose="020B0604020202020204" pitchFamily="34" charset="0"/>
                  <a:buChar char="•"/>
                  <a:defRPr sz="2338" kern="1200">
                    <a:solidFill>
                      <a:schemeClr val="tx1"/>
                    </a:solidFill>
                    <a:latin typeface="+mn-lt"/>
                    <a:ea typeface="+mn-ea"/>
                    <a:cs typeface="+mn-cs"/>
                  </a:defRPr>
                </a:lvl9pPr>
              </a:lstStyle>
              <a:p>
                <a:pPr marL="0" indent="0">
                  <a:lnSpc>
                    <a:spcPct val="150000"/>
                  </a:lnSpc>
                  <a:spcBef>
                    <a:spcPts val="0"/>
                  </a:spcBef>
                  <a:buNone/>
                </a:pPr>
                <a:r>
                  <a:rPr lang="en-US" altLang="zh-CN" sz="1800" b="1" kern="0" dirty="0">
                    <a:solidFill>
                      <a:srgbClr val="C00000"/>
                    </a:solidFill>
                    <a:latin typeface="Arial" panose="020B0604020202020204" pitchFamily="34" charset="0"/>
                    <a:ea typeface="微软雅黑" panose="020B0503020204020204" pitchFamily="34" charset="-122"/>
                    <a:cs typeface="Arial" panose="020B0604020202020204" pitchFamily="34" charset="0"/>
                  </a:rPr>
                  <a:t>Stage5</a:t>
                </a:r>
                <a:r>
                  <a:rPr lang="zh-CN" altLang="en-US" sz="1800" b="1" kern="0" dirty="0">
                    <a:solidFill>
                      <a:srgbClr val="C00000"/>
                    </a:solidFill>
                    <a:latin typeface="Arial" panose="020B0604020202020204" pitchFamily="34" charset="0"/>
                    <a:ea typeface="微软雅黑" panose="020B0503020204020204" pitchFamily="34" charset="-122"/>
                    <a:cs typeface="Arial" panose="020B0604020202020204" pitchFamily="34" charset="0"/>
                  </a:rPr>
                  <a:t>：</a:t>
                </a:r>
                <a:r>
                  <a:rPr lang="en-US" altLang="zh-CN" sz="1800" b="1" kern="0" dirty="0" err="1">
                    <a:solidFill>
                      <a:srgbClr val="C00000"/>
                    </a:solidFill>
                    <a:latin typeface="Arial" panose="020B0604020202020204" pitchFamily="34" charset="0"/>
                    <a:ea typeface="微软雅黑" panose="020B0503020204020204" pitchFamily="34" charset="-122"/>
                    <a:cs typeface="Arial" panose="020B0604020202020204" pitchFamily="34" charset="0"/>
                  </a:rPr>
                  <a:t>Softmax</a:t>
                </a:r>
                <a:r>
                  <a:rPr lang="zh-CN" altLang="en-US" sz="1800" b="1" kern="0" dirty="0">
                    <a:solidFill>
                      <a:srgbClr val="C00000"/>
                    </a:solidFill>
                    <a:latin typeface="Arial" panose="020B0604020202020204" pitchFamily="34" charset="0"/>
                    <a:ea typeface="微软雅黑" panose="020B0503020204020204" pitchFamily="34" charset="-122"/>
                    <a:cs typeface="Arial" panose="020B0604020202020204" pitchFamily="34" charset="0"/>
                  </a:rPr>
                  <a:t>操作</a:t>
                </a:r>
                <a:endParaRPr lang="en-US" altLang="zh-CN" sz="1800" b="1" kern="0" dirty="0">
                  <a:solidFill>
                    <a:srgbClr val="C00000"/>
                  </a:solidFill>
                  <a:latin typeface="Arial" panose="020B0604020202020204" pitchFamily="34" charset="0"/>
                  <a:ea typeface="微软雅黑" panose="020B0503020204020204" pitchFamily="34" charset="-122"/>
                  <a:cs typeface="Arial" panose="020B0604020202020204" pitchFamily="34" charset="0"/>
                </a:endParaRPr>
              </a:p>
              <a:p>
                <a:pPr marL="0" lvl="1" indent="0">
                  <a:lnSpc>
                    <a:spcPct val="150000"/>
                  </a:lnSpc>
                  <a:spcBef>
                    <a:spcPts val="0"/>
                  </a:spcBef>
                  <a:buNone/>
                  <a:defRPr>
                    <a:solidFill>
                      <a:srgbClr val="000000"/>
                    </a:solidFill>
                  </a:defRPr>
                </a:pPr>
                <a:r>
                  <a:rPr lang="en-US" altLang="zh-CN" sz="1200" b="1" dirty="0">
                    <a:solidFill>
                      <a:srgbClr val="000000"/>
                    </a:solidFill>
                    <a:latin typeface="Arial" panose="020B0604020202020204" pitchFamily="34" charset="0"/>
                    <a:ea typeface="微软雅黑" panose="020B0503020204020204" pitchFamily="34" charset="-122"/>
                    <a:cs typeface="Arial" panose="020B0604020202020204" pitchFamily="34" charset="0"/>
                  </a:rPr>
                  <a:t>Online </a:t>
                </a:r>
                <a:r>
                  <a:rPr lang="en-US" altLang="zh-CN" sz="1200" b="1" dirty="0" err="1">
                    <a:solidFill>
                      <a:srgbClr val="000000"/>
                    </a:solidFill>
                    <a:latin typeface="Arial" panose="020B0604020202020204" pitchFamily="34" charset="0"/>
                    <a:ea typeface="微软雅黑" panose="020B0503020204020204" pitchFamily="34" charset="-122"/>
                    <a:cs typeface="Arial" panose="020B0604020202020204" pitchFamily="34" charset="0"/>
                  </a:rPr>
                  <a:t>Softmax</a:t>
                </a:r>
                <a:r>
                  <a:rPr lang="zh-CN" altLang="en-US" sz="1200" b="1" dirty="0">
                    <a:solidFill>
                      <a:srgbClr val="000000"/>
                    </a:solidFill>
                    <a:latin typeface="Arial" panose="020B0604020202020204" pitchFamily="34" charset="0"/>
                    <a:ea typeface="微软雅黑" panose="020B0503020204020204" pitchFamily="34" charset="-122"/>
                    <a:cs typeface="Arial" panose="020B0604020202020204" pitchFamily="34" charset="0"/>
                  </a:rPr>
                  <a:t>进一步优化</a:t>
                </a:r>
                <a:r>
                  <a:rPr lang="en-US" altLang="zh-CN" sz="1200" b="1" dirty="0">
                    <a:solidFill>
                      <a:srgbClr val="000000"/>
                    </a:solidFill>
                    <a:latin typeface="Arial" panose="020B0604020202020204" pitchFamily="34" charset="0"/>
                    <a:ea typeface="微软雅黑" panose="020B0503020204020204" pitchFamily="34" charset="-122"/>
                    <a:cs typeface="Arial" panose="020B0604020202020204" pitchFamily="34" charset="0"/>
                  </a:rPr>
                  <a:t>Safe </a:t>
                </a:r>
                <a:r>
                  <a:rPr lang="en-US" altLang="zh-CN" sz="1200" b="1" dirty="0" err="1">
                    <a:solidFill>
                      <a:srgbClr val="000000"/>
                    </a:solidFill>
                    <a:latin typeface="Arial" panose="020B0604020202020204" pitchFamily="34" charset="0"/>
                    <a:ea typeface="微软雅黑" panose="020B0503020204020204" pitchFamily="34" charset="-122"/>
                    <a:cs typeface="Arial" panose="020B0604020202020204" pitchFamily="34" charset="0"/>
                  </a:rPr>
                  <a:t>Softmax</a:t>
                </a:r>
                <a:r>
                  <a:rPr lang="zh-CN" altLang="en-US" sz="1200" b="1" dirty="0">
                    <a:solidFill>
                      <a:srgbClr val="000000"/>
                    </a:solidFill>
                    <a:latin typeface="Arial" panose="020B0604020202020204" pitchFamily="34" charset="0"/>
                    <a:ea typeface="微软雅黑" panose="020B0503020204020204" pitchFamily="34" charset="-122"/>
                    <a:cs typeface="Arial" panose="020B0604020202020204" pitchFamily="34" charset="0"/>
                  </a:rPr>
                  <a:t>，将</a:t>
                </a:r>
                <a:r>
                  <a:rPr lang="en-US" altLang="zh-CN" sz="1200" b="1" dirty="0">
                    <a:solidFill>
                      <a:srgbClr val="000000"/>
                    </a:solidFill>
                    <a:latin typeface="Arial" panose="020B0604020202020204" pitchFamily="34" charset="0"/>
                    <a:ea typeface="微软雅黑" panose="020B0503020204020204" pitchFamily="34" charset="-122"/>
                    <a:cs typeface="Arial" panose="020B0604020202020204" pitchFamily="34" charset="0"/>
                  </a:rPr>
                  <a:t>3-pass</a:t>
                </a:r>
                <a:r>
                  <a:rPr lang="zh-CN" altLang="en-US" sz="1200" b="1" dirty="0">
                    <a:solidFill>
                      <a:srgbClr val="000000"/>
                    </a:solidFill>
                    <a:latin typeface="Arial" panose="020B0604020202020204" pitchFamily="34" charset="0"/>
                    <a:ea typeface="微软雅黑" panose="020B0503020204020204" pitchFamily="34" charset="-122"/>
                    <a:cs typeface="Arial" panose="020B0604020202020204" pitchFamily="34" charset="0"/>
                  </a:rPr>
                  <a:t>优化到</a:t>
                </a:r>
                <a:r>
                  <a:rPr lang="en-US" altLang="zh-CN" sz="1200" b="1" dirty="0">
                    <a:solidFill>
                      <a:srgbClr val="000000"/>
                    </a:solidFill>
                    <a:latin typeface="Arial" panose="020B0604020202020204" pitchFamily="34" charset="0"/>
                    <a:ea typeface="微软雅黑" panose="020B0503020204020204" pitchFamily="34" charset="-122"/>
                    <a:cs typeface="Arial" panose="020B0604020202020204" pitchFamily="34" charset="0"/>
                  </a:rPr>
                  <a:t>2-pass</a:t>
                </a:r>
                <a:r>
                  <a:rPr lang="zh-CN" altLang="en-US" sz="1200" b="1" dirty="0">
                    <a:solidFill>
                      <a:srgbClr val="000000"/>
                    </a:solidFill>
                    <a:latin typeface="Arial" panose="020B0604020202020204" pitchFamily="34" charset="0"/>
                    <a:ea typeface="微软雅黑" panose="020B0503020204020204" pitchFamily="34" charset="-122"/>
                    <a:cs typeface="Arial" panose="020B0604020202020204" pitchFamily="34" charset="0"/>
                  </a:rPr>
                  <a:t>：</a:t>
                </a:r>
                <a:endParaRPr lang="en-US" altLang="zh-CN" sz="1200" b="1" dirty="0">
                  <a:solidFill>
                    <a:srgbClr val="000000"/>
                  </a:solidFill>
                  <a:latin typeface="Arial" panose="020B0604020202020204" pitchFamily="34" charset="0"/>
                  <a:ea typeface="微软雅黑" panose="020B0503020204020204" pitchFamily="34" charset="-122"/>
                  <a:cs typeface="Arial" panose="020B0604020202020204" pitchFamily="34" charset="0"/>
                </a:endParaRPr>
              </a:p>
              <a:p>
                <a:pPr marL="126000" lvl="2" indent="-126000">
                  <a:lnSpc>
                    <a:spcPct val="150000"/>
                  </a:lnSpc>
                  <a:spcBef>
                    <a:spcPts val="0"/>
                  </a:spcBef>
                  <a:defRPr>
                    <a:solidFill>
                      <a:srgbClr val="000000"/>
                    </a:solidFill>
                  </a:defRPr>
                </a:pPr>
                <a14:m>
                  <m:oMath xmlns:m="http://schemas.openxmlformats.org/officeDocument/2006/math">
                    <m:r>
                      <a:rPr lang="en-US" altLang="zh-CN" sz="1200" i="1" smtClean="0">
                        <a:solidFill>
                          <a:srgbClr val="000000"/>
                        </a:solidFill>
                        <a:latin typeface="Cambria Math" panose="02040503050406030204" pitchFamily="18" charset="0"/>
                      </a:rPr>
                      <m:t>𝑓𝑜𝑟</m:t>
                    </m:r>
                    <m:r>
                      <a:rPr lang="en-US" altLang="zh-CN" sz="1200" i="1" smtClean="0">
                        <a:solidFill>
                          <a:srgbClr val="000000"/>
                        </a:solidFill>
                        <a:latin typeface="Cambria Math" panose="02040503050406030204" pitchFamily="18" charset="0"/>
                      </a:rPr>
                      <m:t> </m:t>
                    </m:r>
                    <m:r>
                      <a:rPr lang="en-US" altLang="zh-CN" sz="1200" i="1" smtClean="0">
                        <a:solidFill>
                          <a:srgbClr val="000000"/>
                        </a:solidFill>
                        <a:latin typeface="Cambria Math" panose="02040503050406030204" pitchFamily="18" charset="0"/>
                      </a:rPr>
                      <m:t>𝑖</m:t>
                    </m:r>
                    <m:r>
                      <a:rPr lang="en-US" altLang="zh-CN" sz="1200" i="1" smtClean="0">
                        <a:solidFill>
                          <a:srgbClr val="000000"/>
                        </a:solidFill>
                        <a:latin typeface="Cambria Math" panose="02040503050406030204" pitchFamily="18" charset="0"/>
                      </a:rPr>
                      <m:t> ←1,</m:t>
                    </m:r>
                    <m:r>
                      <a:rPr lang="en-US" altLang="zh-CN" sz="1200" i="1" smtClean="0">
                        <a:solidFill>
                          <a:srgbClr val="000000"/>
                        </a:solidFill>
                        <a:latin typeface="Cambria Math" panose="02040503050406030204" pitchFamily="18" charset="0"/>
                        <a:ea typeface="Cambria Math" panose="02040503050406030204" pitchFamily="18" charset="0"/>
                      </a:rPr>
                      <m:t>𝑁</m:t>
                    </m:r>
                    <m:r>
                      <a:rPr lang="en-US" altLang="zh-CN" sz="1200" i="1" smtClean="0">
                        <a:solidFill>
                          <a:srgbClr val="000000"/>
                        </a:solidFill>
                        <a:latin typeface="Cambria Math" panose="02040503050406030204" pitchFamily="18" charset="0"/>
                        <a:ea typeface="Cambria Math" panose="02040503050406030204" pitchFamily="18" charset="0"/>
                      </a:rPr>
                      <m:t> </m:t>
                    </m:r>
                    <m:r>
                      <a:rPr lang="en-US" altLang="zh-CN" sz="1200" i="1" smtClean="0">
                        <a:solidFill>
                          <a:srgbClr val="000000"/>
                        </a:solidFill>
                        <a:latin typeface="Cambria Math" panose="02040503050406030204" pitchFamily="18" charset="0"/>
                        <a:ea typeface="Cambria Math" panose="02040503050406030204" pitchFamily="18" charset="0"/>
                      </a:rPr>
                      <m:t>𝑑𝑜</m:t>
                    </m:r>
                  </m:oMath>
                </a14:m>
                <a:endParaRPr lang="en-US" altLang="zh-CN" sz="1200" dirty="0">
                  <a:solidFill>
                    <a:srgbClr val="000000"/>
                  </a:solidFill>
                  <a:latin typeface="Arial" panose="020B0604020202020204" pitchFamily="34" charset="0"/>
                  <a:ea typeface="微软雅黑" panose="020B0503020204020204" pitchFamily="34" charset="-122"/>
                  <a:cs typeface="Arial" panose="020B0604020202020204" pitchFamily="34" charset="0"/>
                </a:endParaRPr>
              </a:p>
              <a:p>
                <a:pPr marL="791845" lvl="2" indent="0">
                  <a:lnSpc>
                    <a:spcPct val="150000"/>
                  </a:lnSpc>
                  <a:spcBef>
                    <a:spcPts val="0"/>
                  </a:spcBef>
                  <a:buNone/>
                  <a:defRPr>
                    <a:solidFill>
                      <a:srgbClr val="000000"/>
                    </a:solidFill>
                  </a:defRPr>
                </a:pPr>
                <a14:m>
                  <m:oMathPara xmlns:m="http://schemas.openxmlformats.org/officeDocument/2006/math">
                    <m:oMathParaPr>
                      <m:jc m:val="centerGroup"/>
                    </m:oMathParaPr>
                    <m:oMath xmlns:m="http://schemas.openxmlformats.org/officeDocument/2006/math">
                      <m:sSub>
                        <m:sSubPr>
                          <m:ctrlPr>
                            <a:rPr lang="en-US" altLang="zh-CN" sz="1200" i="1">
                              <a:solidFill>
                                <a:srgbClr val="000000"/>
                              </a:solidFill>
                              <a:latin typeface="Cambria Math" panose="02040503050406030204" pitchFamily="18" charset="0"/>
                            </a:rPr>
                          </m:ctrlPr>
                        </m:sSubPr>
                        <m:e>
                          <m:r>
                            <a:rPr lang="en-US" altLang="zh-CN" sz="1200" i="1" smtClean="0">
                              <a:solidFill>
                                <a:srgbClr val="000000"/>
                              </a:solidFill>
                              <a:latin typeface="Cambria Math" panose="02040503050406030204" pitchFamily="18" charset="0"/>
                            </a:rPr>
                            <m:t>𝑚</m:t>
                          </m:r>
                        </m:e>
                        <m:sub>
                          <m:r>
                            <a:rPr lang="en-US" altLang="zh-CN" sz="1200" i="1" smtClean="0">
                              <a:solidFill>
                                <a:srgbClr val="000000"/>
                              </a:solidFill>
                              <a:latin typeface="Cambria Math" panose="02040503050406030204" pitchFamily="18" charset="0"/>
                            </a:rPr>
                            <m:t>𝑖</m:t>
                          </m:r>
                        </m:sub>
                      </m:sSub>
                      <m:r>
                        <a:rPr lang="en-US" altLang="zh-CN" sz="1200" i="1" smtClean="0">
                          <a:solidFill>
                            <a:srgbClr val="000000"/>
                          </a:solidFill>
                          <a:latin typeface="Cambria Math" panose="02040503050406030204" pitchFamily="18" charset="0"/>
                          <a:ea typeface="Cambria Math" panose="02040503050406030204" pitchFamily="18" charset="0"/>
                        </a:rPr>
                        <m:t>←</m:t>
                      </m:r>
                      <m:r>
                        <m:rPr>
                          <m:sty m:val="p"/>
                        </m:rPr>
                        <a:rPr lang="en-US" altLang="zh-CN" sz="1200" smtClean="0">
                          <a:solidFill>
                            <a:srgbClr val="000000"/>
                          </a:solidFill>
                          <a:latin typeface="Cambria Math" panose="02040503050406030204" pitchFamily="18" charset="0"/>
                        </a:rPr>
                        <m:t>max</m:t>
                      </m:r>
                      <m:r>
                        <a:rPr lang="en-US" altLang="zh-CN" sz="1200" i="1" smtClean="0">
                          <a:solidFill>
                            <a:srgbClr val="000000"/>
                          </a:solidFill>
                          <a:latin typeface="Cambria Math" panose="02040503050406030204" pitchFamily="18" charset="0"/>
                        </a:rPr>
                        <m:t>(</m:t>
                      </m:r>
                      <m:sSub>
                        <m:sSubPr>
                          <m:ctrlPr>
                            <a:rPr lang="en-US" altLang="zh-CN" sz="1200" i="1">
                              <a:solidFill>
                                <a:srgbClr val="000000"/>
                              </a:solidFill>
                              <a:latin typeface="Cambria Math" panose="02040503050406030204" pitchFamily="18" charset="0"/>
                            </a:rPr>
                          </m:ctrlPr>
                        </m:sSubPr>
                        <m:e>
                          <m:r>
                            <a:rPr lang="en-US" altLang="zh-CN" sz="1200" i="1" smtClean="0">
                              <a:solidFill>
                                <a:srgbClr val="000000"/>
                              </a:solidFill>
                              <a:latin typeface="Cambria Math" panose="02040503050406030204" pitchFamily="18" charset="0"/>
                            </a:rPr>
                            <m:t>𝑚</m:t>
                          </m:r>
                        </m:e>
                        <m:sub>
                          <m:r>
                            <a:rPr lang="en-US" altLang="zh-CN" sz="1200" i="1" smtClean="0">
                              <a:solidFill>
                                <a:srgbClr val="000000"/>
                              </a:solidFill>
                              <a:latin typeface="Cambria Math" panose="02040503050406030204" pitchFamily="18" charset="0"/>
                            </a:rPr>
                            <m:t>𝑖</m:t>
                          </m:r>
                          <m:r>
                            <a:rPr lang="en-US" altLang="zh-CN" sz="1200" i="1" smtClean="0">
                              <a:solidFill>
                                <a:srgbClr val="000000"/>
                              </a:solidFill>
                              <a:latin typeface="Cambria Math" panose="02040503050406030204" pitchFamily="18" charset="0"/>
                            </a:rPr>
                            <m:t>−1</m:t>
                          </m:r>
                        </m:sub>
                      </m:sSub>
                      <m:r>
                        <a:rPr lang="en-US" altLang="zh-CN" sz="1200" i="1" smtClean="0">
                          <a:solidFill>
                            <a:srgbClr val="000000"/>
                          </a:solidFill>
                          <a:latin typeface="Cambria Math" panose="02040503050406030204" pitchFamily="18" charset="0"/>
                        </a:rPr>
                        <m:t>,</m:t>
                      </m:r>
                      <m:sSub>
                        <m:sSubPr>
                          <m:ctrlPr>
                            <a:rPr lang="en-US" altLang="zh-CN" sz="1200" i="1">
                              <a:solidFill>
                                <a:srgbClr val="000000"/>
                              </a:solidFill>
                              <a:latin typeface="Cambria Math" panose="02040503050406030204" pitchFamily="18" charset="0"/>
                            </a:rPr>
                          </m:ctrlPr>
                        </m:sSubPr>
                        <m:e>
                          <m:r>
                            <a:rPr lang="en-US" altLang="zh-CN" sz="1200" i="1" smtClean="0">
                              <a:solidFill>
                                <a:srgbClr val="000000"/>
                              </a:solidFill>
                              <a:latin typeface="Cambria Math" panose="02040503050406030204" pitchFamily="18" charset="0"/>
                            </a:rPr>
                            <m:t>𝑥</m:t>
                          </m:r>
                        </m:e>
                        <m:sub>
                          <m:r>
                            <a:rPr lang="en-US" altLang="zh-CN" sz="1200" i="1" smtClean="0">
                              <a:solidFill>
                                <a:srgbClr val="000000"/>
                              </a:solidFill>
                              <a:latin typeface="Cambria Math" panose="02040503050406030204" pitchFamily="18" charset="0"/>
                            </a:rPr>
                            <m:t>𝑖</m:t>
                          </m:r>
                        </m:sub>
                      </m:sSub>
                      <m:r>
                        <a:rPr lang="en-US" altLang="zh-CN" sz="1200" i="1" smtClean="0">
                          <a:solidFill>
                            <a:srgbClr val="000000"/>
                          </a:solidFill>
                          <a:latin typeface="Cambria Math" panose="02040503050406030204" pitchFamily="18" charset="0"/>
                        </a:rPr>
                        <m:t>)</m:t>
                      </m:r>
                    </m:oMath>
                  </m:oMathPara>
                </a14:m>
                <a:endParaRPr lang="en-US" altLang="zh-CN" sz="1200" dirty="0">
                  <a:solidFill>
                    <a:srgbClr val="000000"/>
                  </a:solidFill>
                  <a:latin typeface="Arial" panose="020B0604020202020204" pitchFamily="34" charset="0"/>
                  <a:ea typeface="微软雅黑" panose="020B0503020204020204" pitchFamily="34" charset="-122"/>
                  <a:cs typeface="Arial" panose="020B0604020202020204" pitchFamily="34" charset="0"/>
                </a:endParaRPr>
              </a:p>
              <a:p>
                <a:pPr marL="791845" lvl="2" indent="0">
                  <a:lnSpc>
                    <a:spcPct val="150000"/>
                  </a:lnSpc>
                  <a:spcBef>
                    <a:spcPts val="0"/>
                  </a:spcBef>
                  <a:spcAft>
                    <a:spcPts val="1200"/>
                  </a:spcAft>
                  <a:buNone/>
                  <a:defRPr>
                    <a:solidFill>
                      <a:srgbClr val="000000"/>
                    </a:solidFill>
                  </a:defRPr>
                </a:pPr>
                <a14:m>
                  <m:oMathPara xmlns:m="http://schemas.openxmlformats.org/officeDocument/2006/math">
                    <m:oMathParaPr>
                      <m:jc m:val="centerGroup"/>
                    </m:oMathParaPr>
                    <m:oMath xmlns:m="http://schemas.openxmlformats.org/officeDocument/2006/math">
                      <m:sSub>
                        <m:sSubPr>
                          <m:ctrlPr>
                            <a:rPr lang="en-US" altLang="zh-CN" sz="1200" i="1" smtClean="0">
                              <a:solidFill>
                                <a:srgbClr val="000000"/>
                              </a:solidFill>
                              <a:latin typeface="Cambria Math" panose="02040503050406030204" pitchFamily="18" charset="0"/>
                            </a:rPr>
                          </m:ctrlPr>
                        </m:sSubPr>
                        <m:e>
                          <m:r>
                            <a:rPr lang="en-US" altLang="zh-CN" sz="1200" i="1" smtClean="0">
                              <a:solidFill>
                                <a:srgbClr val="000000"/>
                              </a:solidFill>
                              <a:latin typeface="Cambria Math" panose="02040503050406030204" pitchFamily="18" charset="0"/>
                            </a:rPr>
                            <m:t>𝑑</m:t>
                          </m:r>
                        </m:e>
                        <m:sub>
                          <m:r>
                            <a:rPr lang="en-US" altLang="zh-CN" sz="1200" i="1" smtClean="0">
                              <a:solidFill>
                                <a:srgbClr val="000000"/>
                              </a:solidFill>
                              <a:latin typeface="Cambria Math" panose="02040503050406030204" pitchFamily="18" charset="0"/>
                            </a:rPr>
                            <m:t>𝑖</m:t>
                          </m:r>
                        </m:sub>
                      </m:sSub>
                      <m:r>
                        <a:rPr lang="en-US" altLang="zh-CN" sz="1200" i="1" smtClean="0">
                          <a:solidFill>
                            <a:srgbClr val="000000"/>
                          </a:solidFill>
                          <a:latin typeface="Cambria Math" panose="02040503050406030204" pitchFamily="18" charset="0"/>
                          <a:ea typeface="Cambria Math" panose="02040503050406030204" pitchFamily="18" charset="0"/>
                        </a:rPr>
                        <m:t>← </m:t>
                      </m:r>
                      <m:sSub>
                        <m:sSubPr>
                          <m:ctrlPr>
                            <a:rPr lang="en-US" altLang="zh-CN" sz="1200" i="1" smtClean="0">
                              <a:solidFill>
                                <a:srgbClr val="000000"/>
                              </a:solidFill>
                              <a:latin typeface="Cambria Math" panose="02040503050406030204" pitchFamily="18" charset="0"/>
                              <a:ea typeface="Cambria Math" panose="02040503050406030204" pitchFamily="18" charset="0"/>
                            </a:rPr>
                          </m:ctrlPr>
                        </m:sSubPr>
                        <m:e>
                          <m:r>
                            <a:rPr lang="en-US" altLang="zh-CN" sz="1200" i="1" smtClean="0">
                              <a:solidFill>
                                <a:srgbClr val="000000"/>
                              </a:solidFill>
                              <a:latin typeface="Cambria Math" panose="02040503050406030204" pitchFamily="18" charset="0"/>
                              <a:ea typeface="Cambria Math" panose="02040503050406030204" pitchFamily="18" charset="0"/>
                            </a:rPr>
                            <m:t>𝑑</m:t>
                          </m:r>
                        </m:e>
                        <m:sub>
                          <m:r>
                            <a:rPr lang="en-US" altLang="zh-CN" sz="1200" i="1" smtClean="0">
                              <a:solidFill>
                                <a:srgbClr val="000000"/>
                              </a:solidFill>
                              <a:latin typeface="Cambria Math" panose="02040503050406030204" pitchFamily="18" charset="0"/>
                              <a:ea typeface="Cambria Math" panose="02040503050406030204" pitchFamily="18" charset="0"/>
                            </a:rPr>
                            <m:t>𝑖</m:t>
                          </m:r>
                          <m:r>
                            <a:rPr lang="en-US" altLang="zh-CN" sz="1200" i="1" smtClean="0">
                              <a:solidFill>
                                <a:srgbClr val="000000"/>
                              </a:solidFill>
                              <a:latin typeface="Cambria Math" panose="02040503050406030204" pitchFamily="18" charset="0"/>
                              <a:ea typeface="Cambria Math" panose="02040503050406030204" pitchFamily="18" charset="0"/>
                            </a:rPr>
                            <m:t>−1</m:t>
                          </m:r>
                        </m:sub>
                      </m:sSub>
                      <m:sSup>
                        <m:sSupPr>
                          <m:ctrlPr>
                            <a:rPr lang="en-US" altLang="zh-CN" sz="1200" i="1" smtClean="0">
                              <a:solidFill>
                                <a:srgbClr val="000000"/>
                              </a:solidFill>
                              <a:latin typeface="Cambria Math" panose="02040503050406030204" pitchFamily="18" charset="0"/>
                              <a:ea typeface="Cambria Math" panose="02040503050406030204" pitchFamily="18" charset="0"/>
                            </a:rPr>
                          </m:ctrlPr>
                        </m:sSupPr>
                        <m:e>
                          <m:r>
                            <a:rPr lang="en-US" altLang="zh-CN" sz="1200" i="1" smtClean="0">
                              <a:solidFill>
                                <a:srgbClr val="000000"/>
                              </a:solidFill>
                              <a:latin typeface="Cambria Math" panose="02040503050406030204" pitchFamily="18" charset="0"/>
                              <a:ea typeface="Cambria Math" panose="02040503050406030204" pitchFamily="18" charset="0"/>
                            </a:rPr>
                            <m:t>𝑒</m:t>
                          </m:r>
                        </m:e>
                        <m:sup>
                          <m:sSub>
                            <m:sSubPr>
                              <m:ctrlPr>
                                <a:rPr lang="en-US" altLang="zh-CN" sz="1200" i="1" smtClean="0">
                                  <a:solidFill>
                                    <a:srgbClr val="000000"/>
                                  </a:solidFill>
                                  <a:latin typeface="Cambria Math" panose="02040503050406030204" pitchFamily="18" charset="0"/>
                                  <a:ea typeface="Cambria Math" panose="02040503050406030204" pitchFamily="18" charset="0"/>
                                </a:rPr>
                              </m:ctrlPr>
                            </m:sSubPr>
                            <m:e>
                              <m:r>
                                <a:rPr lang="en-US" altLang="zh-CN" sz="1200" i="1" smtClean="0">
                                  <a:solidFill>
                                    <a:srgbClr val="000000"/>
                                  </a:solidFill>
                                  <a:latin typeface="Cambria Math" panose="02040503050406030204" pitchFamily="18" charset="0"/>
                                  <a:ea typeface="Cambria Math" panose="02040503050406030204" pitchFamily="18" charset="0"/>
                                </a:rPr>
                                <m:t>𝑚</m:t>
                              </m:r>
                            </m:e>
                            <m:sub>
                              <m:r>
                                <a:rPr lang="en-US" altLang="zh-CN" sz="1200" i="1" smtClean="0">
                                  <a:solidFill>
                                    <a:srgbClr val="000000"/>
                                  </a:solidFill>
                                  <a:latin typeface="Cambria Math" panose="02040503050406030204" pitchFamily="18" charset="0"/>
                                  <a:ea typeface="Cambria Math" panose="02040503050406030204" pitchFamily="18" charset="0"/>
                                </a:rPr>
                                <m:t>𝑖</m:t>
                              </m:r>
                              <m:r>
                                <a:rPr lang="en-US" altLang="zh-CN" sz="1200" i="1" smtClean="0">
                                  <a:solidFill>
                                    <a:srgbClr val="000000"/>
                                  </a:solidFill>
                                  <a:latin typeface="Cambria Math" panose="02040503050406030204" pitchFamily="18" charset="0"/>
                                  <a:ea typeface="Cambria Math" panose="02040503050406030204" pitchFamily="18" charset="0"/>
                                </a:rPr>
                                <m:t>−1</m:t>
                              </m:r>
                            </m:sub>
                          </m:sSub>
                          <m:r>
                            <a:rPr lang="en-US" altLang="zh-CN" sz="1200" i="1" smtClean="0">
                              <a:solidFill>
                                <a:srgbClr val="000000"/>
                              </a:solidFill>
                              <a:latin typeface="Cambria Math" panose="02040503050406030204" pitchFamily="18" charset="0"/>
                              <a:ea typeface="Cambria Math" panose="02040503050406030204" pitchFamily="18" charset="0"/>
                            </a:rPr>
                            <m:t>−</m:t>
                          </m:r>
                          <m:sSub>
                            <m:sSubPr>
                              <m:ctrlPr>
                                <a:rPr lang="en-US" altLang="zh-CN" sz="1200" i="1" smtClean="0">
                                  <a:solidFill>
                                    <a:srgbClr val="000000"/>
                                  </a:solidFill>
                                  <a:latin typeface="Cambria Math" panose="02040503050406030204" pitchFamily="18" charset="0"/>
                                  <a:ea typeface="Cambria Math" panose="02040503050406030204" pitchFamily="18" charset="0"/>
                                </a:rPr>
                              </m:ctrlPr>
                            </m:sSubPr>
                            <m:e>
                              <m:r>
                                <a:rPr lang="en-US" altLang="zh-CN" sz="1200" i="1" smtClean="0">
                                  <a:solidFill>
                                    <a:srgbClr val="000000"/>
                                  </a:solidFill>
                                  <a:latin typeface="Cambria Math" panose="02040503050406030204" pitchFamily="18" charset="0"/>
                                  <a:ea typeface="Cambria Math" panose="02040503050406030204" pitchFamily="18" charset="0"/>
                                </a:rPr>
                                <m:t>𝑚</m:t>
                              </m:r>
                            </m:e>
                            <m:sub>
                              <m:r>
                                <a:rPr lang="en-US" altLang="zh-CN" sz="1200" i="1" smtClean="0">
                                  <a:solidFill>
                                    <a:srgbClr val="000000"/>
                                  </a:solidFill>
                                  <a:latin typeface="Cambria Math" panose="02040503050406030204" pitchFamily="18" charset="0"/>
                                  <a:ea typeface="Cambria Math" panose="02040503050406030204" pitchFamily="18" charset="0"/>
                                </a:rPr>
                                <m:t>𝑖</m:t>
                              </m:r>
                            </m:sub>
                          </m:sSub>
                        </m:sup>
                      </m:sSup>
                      <m:r>
                        <a:rPr lang="en-US" altLang="zh-CN" sz="1200" i="1" smtClean="0">
                          <a:solidFill>
                            <a:srgbClr val="000000"/>
                          </a:solidFill>
                          <a:latin typeface="Cambria Math" panose="02040503050406030204" pitchFamily="18" charset="0"/>
                          <a:ea typeface="Cambria Math" panose="02040503050406030204" pitchFamily="18" charset="0"/>
                        </a:rPr>
                        <m:t>+ </m:t>
                      </m:r>
                      <m:sSup>
                        <m:sSupPr>
                          <m:ctrlPr>
                            <a:rPr lang="en-US" altLang="zh-CN" sz="1200" i="1" smtClean="0">
                              <a:solidFill>
                                <a:srgbClr val="000000"/>
                              </a:solidFill>
                              <a:latin typeface="Cambria Math" panose="02040503050406030204" pitchFamily="18" charset="0"/>
                              <a:ea typeface="Cambria Math" panose="02040503050406030204" pitchFamily="18" charset="0"/>
                            </a:rPr>
                          </m:ctrlPr>
                        </m:sSupPr>
                        <m:e>
                          <m:r>
                            <a:rPr lang="en-US" altLang="zh-CN" sz="1200" i="1" smtClean="0">
                              <a:solidFill>
                                <a:srgbClr val="000000"/>
                              </a:solidFill>
                              <a:latin typeface="Cambria Math" panose="02040503050406030204" pitchFamily="18" charset="0"/>
                              <a:ea typeface="Cambria Math" panose="02040503050406030204" pitchFamily="18" charset="0"/>
                            </a:rPr>
                            <m:t>𝑒</m:t>
                          </m:r>
                        </m:e>
                        <m:sup>
                          <m:sSub>
                            <m:sSubPr>
                              <m:ctrlPr>
                                <a:rPr lang="en-US" altLang="zh-CN" sz="1200" i="1" smtClean="0">
                                  <a:solidFill>
                                    <a:srgbClr val="000000"/>
                                  </a:solidFill>
                                  <a:latin typeface="Cambria Math" panose="02040503050406030204" pitchFamily="18" charset="0"/>
                                  <a:ea typeface="Cambria Math" panose="02040503050406030204" pitchFamily="18" charset="0"/>
                                </a:rPr>
                              </m:ctrlPr>
                            </m:sSubPr>
                            <m:e>
                              <m:r>
                                <a:rPr lang="en-US" altLang="zh-CN" sz="1200" i="1" smtClean="0">
                                  <a:solidFill>
                                    <a:srgbClr val="000000"/>
                                  </a:solidFill>
                                  <a:latin typeface="Cambria Math" panose="02040503050406030204" pitchFamily="18" charset="0"/>
                                  <a:ea typeface="Cambria Math" panose="02040503050406030204" pitchFamily="18" charset="0"/>
                                </a:rPr>
                                <m:t>𝑥</m:t>
                              </m:r>
                            </m:e>
                            <m:sub>
                              <m:r>
                                <a:rPr lang="en-US" altLang="zh-CN" sz="1200" i="1" smtClean="0">
                                  <a:solidFill>
                                    <a:srgbClr val="000000"/>
                                  </a:solidFill>
                                  <a:latin typeface="Cambria Math" panose="02040503050406030204" pitchFamily="18" charset="0"/>
                                  <a:ea typeface="Cambria Math" panose="02040503050406030204" pitchFamily="18" charset="0"/>
                                </a:rPr>
                                <m:t>𝑖</m:t>
                              </m:r>
                            </m:sub>
                          </m:sSub>
                          <m:r>
                            <a:rPr lang="en-US" altLang="zh-CN" sz="1200" i="1" smtClean="0">
                              <a:solidFill>
                                <a:srgbClr val="000000"/>
                              </a:solidFill>
                              <a:latin typeface="Cambria Math" panose="02040503050406030204" pitchFamily="18" charset="0"/>
                              <a:ea typeface="Cambria Math" panose="02040503050406030204" pitchFamily="18" charset="0"/>
                            </a:rPr>
                            <m:t>−</m:t>
                          </m:r>
                          <m:sSub>
                            <m:sSubPr>
                              <m:ctrlPr>
                                <a:rPr lang="en-US" altLang="zh-CN" sz="1200" i="1" smtClean="0">
                                  <a:solidFill>
                                    <a:srgbClr val="000000"/>
                                  </a:solidFill>
                                  <a:latin typeface="Cambria Math" panose="02040503050406030204" pitchFamily="18" charset="0"/>
                                  <a:ea typeface="Cambria Math" panose="02040503050406030204" pitchFamily="18" charset="0"/>
                                </a:rPr>
                              </m:ctrlPr>
                            </m:sSubPr>
                            <m:e>
                              <m:r>
                                <a:rPr lang="en-US" altLang="zh-CN" sz="1200" i="1" smtClean="0">
                                  <a:solidFill>
                                    <a:srgbClr val="000000"/>
                                  </a:solidFill>
                                  <a:latin typeface="Cambria Math" panose="02040503050406030204" pitchFamily="18" charset="0"/>
                                  <a:ea typeface="Cambria Math" panose="02040503050406030204" pitchFamily="18" charset="0"/>
                                </a:rPr>
                                <m:t>𝑚</m:t>
                              </m:r>
                            </m:e>
                            <m:sub>
                              <m:r>
                                <a:rPr lang="en-US" altLang="zh-CN" sz="1200" i="1" smtClean="0">
                                  <a:solidFill>
                                    <a:srgbClr val="000000"/>
                                  </a:solidFill>
                                  <a:latin typeface="Cambria Math" panose="02040503050406030204" pitchFamily="18" charset="0"/>
                                  <a:ea typeface="Cambria Math" panose="02040503050406030204" pitchFamily="18" charset="0"/>
                                </a:rPr>
                                <m:t>𝑖</m:t>
                              </m:r>
                            </m:sub>
                          </m:sSub>
                        </m:sup>
                      </m:sSup>
                      <m:r>
                        <a:rPr lang="en-US" altLang="zh-CN" sz="1200" i="1" smtClean="0">
                          <a:solidFill>
                            <a:srgbClr val="000000"/>
                          </a:solidFill>
                          <a:latin typeface="Cambria Math" panose="02040503050406030204" pitchFamily="18" charset="0"/>
                        </a:rPr>
                        <m:t> </m:t>
                      </m:r>
                    </m:oMath>
                  </m:oMathPara>
                </a14:m>
                <a:endParaRPr lang="en-US" altLang="zh-CN" sz="1200" dirty="0">
                  <a:solidFill>
                    <a:srgbClr val="000000"/>
                  </a:solidFill>
                  <a:latin typeface="Arial" panose="020B0604020202020204" pitchFamily="34" charset="0"/>
                  <a:ea typeface="微软雅黑" panose="020B0503020204020204" pitchFamily="34" charset="-122"/>
                  <a:cs typeface="Arial" panose="020B0604020202020204" pitchFamily="34" charset="0"/>
                </a:endParaRPr>
              </a:p>
              <a:p>
                <a:pPr marL="126000" lvl="2" indent="-126000">
                  <a:lnSpc>
                    <a:spcPct val="150000"/>
                  </a:lnSpc>
                  <a:spcBef>
                    <a:spcPts val="0"/>
                  </a:spcBef>
                  <a:defRPr>
                    <a:solidFill>
                      <a:srgbClr val="000000"/>
                    </a:solidFill>
                  </a:defRPr>
                </a:pPr>
                <a14:m>
                  <m:oMath xmlns:m="http://schemas.openxmlformats.org/officeDocument/2006/math">
                    <m:r>
                      <a:rPr lang="en-US" altLang="zh-CN" sz="1200" i="1" smtClean="0">
                        <a:solidFill>
                          <a:srgbClr val="000000"/>
                        </a:solidFill>
                        <a:latin typeface="Cambria Math" panose="02040503050406030204" pitchFamily="18" charset="0"/>
                      </a:rPr>
                      <m:t>𝑓𝑜𝑟</m:t>
                    </m:r>
                    <m:r>
                      <a:rPr lang="en-US" altLang="zh-CN" sz="1200" i="1" smtClean="0">
                        <a:solidFill>
                          <a:srgbClr val="000000"/>
                        </a:solidFill>
                        <a:latin typeface="Cambria Math" panose="02040503050406030204" pitchFamily="18" charset="0"/>
                      </a:rPr>
                      <m:t> </m:t>
                    </m:r>
                    <m:r>
                      <a:rPr lang="en-US" altLang="zh-CN" sz="1200" i="1" smtClean="0">
                        <a:solidFill>
                          <a:srgbClr val="000000"/>
                        </a:solidFill>
                        <a:latin typeface="Cambria Math" panose="02040503050406030204" pitchFamily="18" charset="0"/>
                      </a:rPr>
                      <m:t>𝑖</m:t>
                    </m:r>
                    <m:r>
                      <a:rPr lang="en-US" altLang="zh-CN" sz="1200" i="1" smtClean="0">
                        <a:solidFill>
                          <a:srgbClr val="000000"/>
                        </a:solidFill>
                        <a:latin typeface="Cambria Math" panose="02040503050406030204" pitchFamily="18" charset="0"/>
                      </a:rPr>
                      <m:t> ←1,</m:t>
                    </m:r>
                    <m:r>
                      <a:rPr lang="en-US" altLang="zh-CN" sz="1200" i="1" smtClean="0">
                        <a:solidFill>
                          <a:srgbClr val="000000"/>
                        </a:solidFill>
                        <a:latin typeface="Cambria Math" panose="02040503050406030204" pitchFamily="18" charset="0"/>
                        <a:ea typeface="Cambria Math" panose="02040503050406030204" pitchFamily="18" charset="0"/>
                      </a:rPr>
                      <m:t>𝑁</m:t>
                    </m:r>
                    <m:r>
                      <a:rPr lang="en-US" altLang="zh-CN" sz="1200" i="1" smtClean="0">
                        <a:solidFill>
                          <a:srgbClr val="000000"/>
                        </a:solidFill>
                        <a:latin typeface="Cambria Math" panose="02040503050406030204" pitchFamily="18" charset="0"/>
                        <a:ea typeface="Cambria Math" panose="02040503050406030204" pitchFamily="18" charset="0"/>
                      </a:rPr>
                      <m:t> </m:t>
                    </m:r>
                    <m:r>
                      <a:rPr lang="en-US" altLang="zh-CN" sz="1200" i="1" smtClean="0">
                        <a:solidFill>
                          <a:srgbClr val="000000"/>
                        </a:solidFill>
                        <a:latin typeface="Cambria Math" panose="02040503050406030204" pitchFamily="18" charset="0"/>
                        <a:ea typeface="Cambria Math" panose="02040503050406030204" pitchFamily="18" charset="0"/>
                      </a:rPr>
                      <m:t>𝑑𝑜</m:t>
                    </m:r>
                  </m:oMath>
                </a14:m>
                <a:endParaRPr lang="en-US" altLang="zh-CN" sz="1200" i="1" dirty="0">
                  <a:solidFill>
                    <a:srgbClr val="000000"/>
                  </a:solidFill>
                  <a:latin typeface="Arial" panose="020B0604020202020204" pitchFamily="34" charset="0"/>
                  <a:ea typeface="微软雅黑" panose="020B0503020204020204" pitchFamily="34" charset="-122"/>
                  <a:cs typeface="Arial" panose="020B0604020202020204" pitchFamily="34" charset="0"/>
                </a:endParaRPr>
              </a:p>
              <a:p>
                <a:pPr marL="1151890" lvl="3" indent="0">
                  <a:lnSpc>
                    <a:spcPct val="150000"/>
                  </a:lnSpc>
                  <a:spcBef>
                    <a:spcPts val="0"/>
                  </a:spcBef>
                  <a:buNone/>
                  <a:defRPr>
                    <a:solidFill>
                      <a:srgbClr val="000000"/>
                    </a:solidFill>
                  </a:defRPr>
                </a:pPr>
                <a14:m>
                  <m:oMathPara xmlns:m="http://schemas.openxmlformats.org/officeDocument/2006/math">
                    <m:oMathParaPr>
                      <m:jc m:val="center"/>
                    </m:oMathParaPr>
                    <m:oMath xmlns:m="http://schemas.openxmlformats.org/officeDocument/2006/math">
                      <m:sSub>
                        <m:sSubPr>
                          <m:ctrlPr>
                            <a:rPr lang="en-US" altLang="zh-CN" sz="1200" i="1">
                              <a:solidFill>
                                <a:srgbClr val="000000"/>
                              </a:solidFill>
                              <a:latin typeface="Cambria Math" panose="02040503050406030204" pitchFamily="18" charset="0"/>
                            </a:rPr>
                          </m:ctrlPr>
                        </m:sSubPr>
                        <m:e>
                          <m:r>
                            <a:rPr lang="en-US" altLang="zh-CN" sz="1200" i="1" smtClean="0">
                              <a:solidFill>
                                <a:srgbClr val="000000"/>
                              </a:solidFill>
                              <a:latin typeface="Cambria Math" panose="02040503050406030204" pitchFamily="18" charset="0"/>
                            </a:rPr>
                            <m:t>𝑠</m:t>
                          </m:r>
                        </m:e>
                        <m:sub>
                          <m:r>
                            <a:rPr lang="en-US" altLang="zh-CN" sz="1200" i="1" smtClean="0">
                              <a:solidFill>
                                <a:srgbClr val="000000"/>
                              </a:solidFill>
                              <a:latin typeface="Cambria Math" panose="02040503050406030204" pitchFamily="18" charset="0"/>
                            </a:rPr>
                            <m:t>𝑖</m:t>
                          </m:r>
                        </m:sub>
                      </m:sSub>
                      <m:r>
                        <a:rPr lang="en-US" altLang="zh-CN" sz="1200" i="1" smtClean="0">
                          <a:solidFill>
                            <a:srgbClr val="000000"/>
                          </a:solidFill>
                          <a:latin typeface="Cambria Math" panose="02040503050406030204" pitchFamily="18" charset="0"/>
                          <a:ea typeface="Cambria Math" panose="02040503050406030204" pitchFamily="18" charset="0"/>
                        </a:rPr>
                        <m:t>←</m:t>
                      </m:r>
                      <m:r>
                        <a:rPr lang="en-US" altLang="zh-CN" sz="1200" i="1" smtClean="0">
                          <a:solidFill>
                            <a:srgbClr val="000000"/>
                          </a:solidFill>
                          <a:latin typeface="Cambria Math" panose="02040503050406030204" pitchFamily="18" charset="0"/>
                        </a:rPr>
                        <m:t> </m:t>
                      </m:r>
                      <m:f>
                        <m:fPr>
                          <m:ctrlPr>
                            <a:rPr lang="en-US" altLang="zh-CN" sz="1200" i="1">
                              <a:solidFill>
                                <a:srgbClr val="000000"/>
                              </a:solidFill>
                              <a:latin typeface="Cambria Math" panose="02040503050406030204" pitchFamily="18" charset="0"/>
                            </a:rPr>
                          </m:ctrlPr>
                        </m:fPr>
                        <m:num>
                          <m:sSup>
                            <m:sSupPr>
                              <m:ctrlPr>
                                <a:rPr lang="en-US" altLang="zh-CN" sz="1200" i="1">
                                  <a:solidFill>
                                    <a:srgbClr val="000000"/>
                                  </a:solidFill>
                                  <a:latin typeface="Cambria Math" panose="02040503050406030204" pitchFamily="18" charset="0"/>
                                  <a:ea typeface="Cambria Math" panose="02040503050406030204" pitchFamily="18" charset="0"/>
                                </a:rPr>
                              </m:ctrlPr>
                            </m:sSupPr>
                            <m:e>
                              <m:r>
                                <a:rPr lang="en-US" altLang="zh-CN" sz="1200" i="1" smtClean="0">
                                  <a:solidFill>
                                    <a:srgbClr val="000000"/>
                                  </a:solidFill>
                                  <a:latin typeface="Cambria Math" panose="02040503050406030204" pitchFamily="18" charset="0"/>
                                  <a:ea typeface="Cambria Math" panose="02040503050406030204" pitchFamily="18" charset="0"/>
                                </a:rPr>
                                <m:t>𝑒</m:t>
                              </m:r>
                            </m:e>
                            <m:sup>
                              <m:sSub>
                                <m:sSubPr>
                                  <m:ctrlPr>
                                    <a:rPr lang="en-US" altLang="zh-CN" sz="1200" i="1">
                                      <a:solidFill>
                                        <a:srgbClr val="000000"/>
                                      </a:solidFill>
                                      <a:latin typeface="Cambria Math" panose="02040503050406030204" pitchFamily="18" charset="0"/>
                                      <a:ea typeface="Cambria Math" panose="02040503050406030204" pitchFamily="18" charset="0"/>
                                    </a:rPr>
                                  </m:ctrlPr>
                                </m:sSubPr>
                                <m:e>
                                  <m:r>
                                    <a:rPr lang="en-US" altLang="zh-CN" sz="1200" i="1" smtClean="0">
                                      <a:solidFill>
                                        <a:srgbClr val="000000"/>
                                      </a:solidFill>
                                      <a:latin typeface="Cambria Math" panose="02040503050406030204" pitchFamily="18" charset="0"/>
                                      <a:ea typeface="Cambria Math" panose="02040503050406030204" pitchFamily="18" charset="0"/>
                                    </a:rPr>
                                    <m:t>𝑥</m:t>
                                  </m:r>
                                </m:e>
                                <m:sub>
                                  <m:r>
                                    <a:rPr lang="en-US" altLang="zh-CN" sz="1200" i="1" smtClean="0">
                                      <a:solidFill>
                                        <a:srgbClr val="000000"/>
                                      </a:solidFill>
                                      <a:latin typeface="Cambria Math" panose="02040503050406030204" pitchFamily="18" charset="0"/>
                                      <a:ea typeface="Cambria Math" panose="02040503050406030204" pitchFamily="18" charset="0"/>
                                    </a:rPr>
                                    <m:t>𝑖</m:t>
                                  </m:r>
                                </m:sub>
                              </m:sSub>
                              <m:r>
                                <a:rPr lang="en-US" altLang="zh-CN" sz="1200" i="1" smtClean="0">
                                  <a:solidFill>
                                    <a:srgbClr val="000000"/>
                                  </a:solidFill>
                                  <a:latin typeface="Cambria Math" panose="02040503050406030204" pitchFamily="18" charset="0"/>
                                  <a:ea typeface="Cambria Math" panose="02040503050406030204" pitchFamily="18" charset="0"/>
                                </a:rPr>
                                <m:t>−</m:t>
                              </m:r>
                              <m:sSub>
                                <m:sSubPr>
                                  <m:ctrlPr>
                                    <a:rPr lang="en-US" altLang="zh-CN" sz="1200" i="1">
                                      <a:solidFill>
                                        <a:srgbClr val="000000"/>
                                      </a:solidFill>
                                      <a:latin typeface="Cambria Math" panose="02040503050406030204" pitchFamily="18" charset="0"/>
                                      <a:ea typeface="Cambria Math" panose="02040503050406030204" pitchFamily="18" charset="0"/>
                                    </a:rPr>
                                  </m:ctrlPr>
                                </m:sSubPr>
                                <m:e>
                                  <m:r>
                                    <a:rPr lang="en-US" altLang="zh-CN" sz="1200" i="1" smtClean="0">
                                      <a:solidFill>
                                        <a:srgbClr val="000000"/>
                                      </a:solidFill>
                                      <a:latin typeface="Cambria Math" panose="02040503050406030204" pitchFamily="18" charset="0"/>
                                      <a:ea typeface="Cambria Math" panose="02040503050406030204" pitchFamily="18" charset="0"/>
                                    </a:rPr>
                                    <m:t>𝑚</m:t>
                                  </m:r>
                                </m:e>
                                <m:sub>
                                  <m:r>
                                    <a:rPr lang="en-US" altLang="zh-CN" sz="1200" i="1" smtClean="0">
                                      <a:solidFill>
                                        <a:srgbClr val="000000"/>
                                      </a:solidFill>
                                      <a:latin typeface="Cambria Math" panose="02040503050406030204" pitchFamily="18" charset="0"/>
                                      <a:ea typeface="Cambria Math" panose="02040503050406030204" pitchFamily="18" charset="0"/>
                                    </a:rPr>
                                    <m:t>𝑁</m:t>
                                  </m:r>
                                </m:sub>
                              </m:sSub>
                            </m:sup>
                          </m:sSup>
                        </m:num>
                        <m:den>
                          <m:sSub>
                            <m:sSubPr>
                              <m:ctrlPr>
                                <a:rPr lang="en-US" altLang="zh-CN" sz="1200" i="1">
                                  <a:solidFill>
                                    <a:srgbClr val="000000"/>
                                  </a:solidFill>
                                  <a:latin typeface="Cambria Math" panose="02040503050406030204" pitchFamily="18" charset="0"/>
                                </a:rPr>
                              </m:ctrlPr>
                            </m:sSubPr>
                            <m:e>
                              <m:r>
                                <a:rPr lang="en-US" altLang="zh-CN" sz="1200" i="1" smtClean="0">
                                  <a:solidFill>
                                    <a:srgbClr val="000000"/>
                                  </a:solidFill>
                                  <a:latin typeface="Cambria Math" panose="02040503050406030204" pitchFamily="18" charset="0"/>
                                </a:rPr>
                                <m:t>𝑑</m:t>
                              </m:r>
                            </m:e>
                            <m:sub>
                              <m:r>
                                <a:rPr lang="en-US" altLang="zh-CN" sz="1200" i="1" smtClean="0">
                                  <a:solidFill>
                                    <a:srgbClr val="000000"/>
                                  </a:solidFill>
                                  <a:latin typeface="Cambria Math" panose="02040503050406030204" pitchFamily="18" charset="0"/>
                                </a:rPr>
                                <m:t>𝑁</m:t>
                              </m:r>
                            </m:sub>
                          </m:sSub>
                        </m:den>
                      </m:f>
                    </m:oMath>
                  </m:oMathPara>
                </a14:m>
                <a:endParaRPr lang="en-US" altLang="zh-CN" sz="1200" dirty="0">
                  <a:solidFill>
                    <a:srgbClr val="000000"/>
                  </a:solidFill>
                  <a:latin typeface="Arial" panose="020B0604020202020204" pitchFamily="34" charset="0"/>
                  <a:ea typeface="微软雅黑" panose="020B0503020204020204" pitchFamily="34" charset="-122"/>
                  <a:cs typeface="Arial" panose="020B0604020202020204" pitchFamily="34" charset="0"/>
                </a:endParaRPr>
              </a:p>
            </p:txBody>
          </p:sp>
        </mc:Choice>
        <mc:Fallback>
          <p:sp>
            <p:nvSpPr>
              <p:cNvPr id="3" name="文本占位符 2">
                <a:extLst>
                  <a:ext uri="{FF2B5EF4-FFF2-40B4-BE49-F238E27FC236}">
                    <a16:creationId xmlns:a16="http://schemas.microsoft.com/office/drawing/2014/main" id="{4DEE66A7-218E-B9E9-D2E3-234160F87595}"/>
                  </a:ext>
                </a:extLst>
              </p:cNvPr>
              <p:cNvSpPr txBox="1">
                <a:spLocks noRot="1" noChangeAspect="1" noMove="1" noResize="1" noEditPoints="1" noAdjustHandles="1" noChangeArrowheads="1" noChangeShapeType="1" noTextEdit="1"/>
              </p:cNvSpPr>
              <p:nvPr/>
            </p:nvSpPr>
            <p:spPr>
              <a:xfrm>
                <a:off x="3622383" y="2116365"/>
                <a:ext cx="4951997" cy="2625270"/>
              </a:xfrm>
              <a:prstGeom prst="rect">
                <a:avLst/>
              </a:prstGeom>
              <a:blipFill>
                <a:blip r:embed="rId2"/>
                <a:stretch>
                  <a:fillRect l="-984"/>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205719656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DF1042B-B592-EED4-A001-27DA4364503F}"/>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97108102-0A62-0069-6706-DCFD1250F06A}"/>
              </a:ext>
            </a:extLst>
          </p:cNvPr>
          <p:cNvSpPr txBox="1">
            <a:spLocks/>
          </p:cNvSpPr>
          <p:nvPr/>
        </p:nvSpPr>
        <p:spPr>
          <a:xfrm>
            <a:off x="3543834" y="411900"/>
            <a:ext cx="5109091" cy="584775"/>
          </a:xfrm>
          <a:prstGeom prst="rect">
            <a:avLst/>
          </a:prstGeom>
        </p:spPr>
        <p:txBody>
          <a:bodyPr wrap="none">
            <a:spAutoFit/>
          </a:bodyPr>
          <a:lstStyle>
            <a:lvl1pPr algn="l" defTabSz="1187798" rtl="0" eaLnBrk="1" latinLnBrk="0" hangingPunct="1">
              <a:lnSpc>
                <a:spcPct val="90000"/>
              </a:lnSpc>
              <a:spcBef>
                <a:spcPct val="0"/>
              </a:spcBef>
              <a:buNone/>
              <a:defRPr sz="5716" kern="1200">
                <a:solidFill>
                  <a:schemeClr val="tx1"/>
                </a:solidFill>
                <a:latin typeface="+mj-lt"/>
                <a:ea typeface="+mj-ea"/>
                <a:cs typeface="+mj-cs"/>
              </a:defRPr>
            </a:lvl1pPr>
          </a:lstStyle>
          <a:p>
            <a:pPr algn="ctr">
              <a:lnSpc>
                <a:spcPct val="100000"/>
              </a:lnSpc>
            </a:pPr>
            <a:r>
              <a:rPr lang="zh-CN" altLang="en-US" sz="3200" b="1" dirty="0">
                <a:solidFill>
                  <a:srgbClr val="000000"/>
                </a:solidFill>
                <a:latin typeface="微软雅黑" panose="020B0503020204020204" pitchFamily="34" charset="-122"/>
                <a:ea typeface="微软雅黑" panose="020B0503020204020204" pitchFamily="34" charset="-122"/>
              </a:rPr>
              <a:t>自注意力算子前向计算过程</a:t>
            </a:r>
          </a:p>
        </p:txBody>
      </p:sp>
      <mc:AlternateContent xmlns:mc="http://schemas.openxmlformats.org/markup-compatibility/2006">
        <mc:Choice xmlns:a14="http://schemas.microsoft.com/office/drawing/2010/main" Requires="a14">
          <p:sp>
            <p:nvSpPr>
              <p:cNvPr id="3" name="文本占位符 2">
                <a:extLst>
                  <a:ext uri="{FF2B5EF4-FFF2-40B4-BE49-F238E27FC236}">
                    <a16:creationId xmlns:a16="http://schemas.microsoft.com/office/drawing/2014/main" id="{C2F71E0A-616D-946A-FE9A-7DD1CE6ABD9F}"/>
                  </a:ext>
                </a:extLst>
              </p:cNvPr>
              <p:cNvSpPr txBox="1">
                <a:spLocks/>
              </p:cNvSpPr>
              <p:nvPr/>
            </p:nvSpPr>
            <p:spPr>
              <a:xfrm>
                <a:off x="3244875" y="2435234"/>
                <a:ext cx="5707012" cy="1987532"/>
              </a:xfrm>
              <a:prstGeom prst="rect">
                <a:avLst/>
              </a:prstGeom>
            </p:spPr>
            <p:txBody>
              <a:bodyPr wrap="none">
                <a:spAutoFit/>
              </a:bodyPr>
              <a:lstStyle>
                <a:lvl1pPr marL="296950" indent="-296950" algn="l" defTabSz="1187798" rtl="0" eaLnBrk="1" latinLnBrk="0" hangingPunct="1">
                  <a:lnSpc>
                    <a:spcPct val="90000"/>
                  </a:lnSpc>
                  <a:spcBef>
                    <a:spcPts val="1299"/>
                  </a:spcBef>
                  <a:buFont typeface="Arial" panose="020B0604020202020204" pitchFamily="34" charset="0"/>
                  <a:buChar char="•"/>
                  <a:defRPr sz="3636" kern="1200">
                    <a:solidFill>
                      <a:schemeClr val="tx1"/>
                    </a:solidFill>
                    <a:latin typeface="+mn-lt"/>
                    <a:ea typeface="+mn-ea"/>
                    <a:cs typeface="+mn-cs"/>
                  </a:defRPr>
                </a:lvl1pPr>
                <a:lvl2pPr marL="890849" indent="-296950" algn="l" defTabSz="1187798" rtl="0" eaLnBrk="1" latinLnBrk="0" hangingPunct="1">
                  <a:lnSpc>
                    <a:spcPct val="90000"/>
                  </a:lnSpc>
                  <a:spcBef>
                    <a:spcPts val="650"/>
                  </a:spcBef>
                  <a:buFont typeface="Arial" panose="020B0604020202020204" pitchFamily="34" charset="0"/>
                  <a:buChar char="•"/>
                  <a:defRPr sz="3118" kern="1200">
                    <a:solidFill>
                      <a:schemeClr val="tx1"/>
                    </a:solidFill>
                    <a:latin typeface="+mn-lt"/>
                    <a:ea typeface="+mn-ea"/>
                    <a:cs typeface="+mn-cs"/>
                  </a:defRPr>
                </a:lvl2pPr>
                <a:lvl3pPr marL="1484748" indent="-296950" algn="l" defTabSz="1187798" rtl="0" eaLnBrk="1" latinLnBrk="0" hangingPunct="1">
                  <a:lnSpc>
                    <a:spcPct val="90000"/>
                  </a:lnSpc>
                  <a:spcBef>
                    <a:spcPts val="650"/>
                  </a:spcBef>
                  <a:buFont typeface="Arial" panose="020B0604020202020204" pitchFamily="34" charset="0"/>
                  <a:buChar char="•"/>
                  <a:defRPr sz="2598" kern="1200">
                    <a:solidFill>
                      <a:schemeClr val="tx1"/>
                    </a:solidFill>
                    <a:latin typeface="+mn-lt"/>
                    <a:ea typeface="+mn-ea"/>
                    <a:cs typeface="+mn-cs"/>
                  </a:defRPr>
                </a:lvl3pPr>
                <a:lvl4pPr marL="2078648" indent="-296950" algn="l" defTabSz="1187798" rtl="0" eaLnBrk="1" latinLnBrk="0" hangingPunct="1">
                  <a:lnSpc>
                    <a:spcPct val="90000"/>
                  </a:lnSpc>
                  <a:spcBef>
                    <a:spcPts val="650"/>
                  </a:spcBef>
                  <a:buFont typeface="Arial" panose="020B0604020202020204" pitchFamily="34" charset="0"/>
                  <a:buChar char="•"/>
                  <a:defRPr sz="2338" kern="1200">
                    <a:solidFill>
                      <a:schemeClr val="tx1"/>
                    </a:solidFill>
                    <a:latin typeface="+mn-lt"/>
                    <a:ea typeface="+mn-ea"/>
                    <a:cs typeface="+mn-cs"/>
                  </a:defRPr>
                </a:lvl4pPr>
                <a:lvl5pPr marL="2672547" indent="-296950" algn="l" defTabSz="1187798" rtl="0" eaLnBrk="1" latinLnBrk="0" hangingPunct="1">
                  <a:lnSpc>
                    <a:spcPct val="90000"/>
                  </a:lnSpc>
                  <a:spcBef>
                    <a:spcPts val="650"/>
                  </a:spcBef>
                  <a:buFont typeface="Arial" panose="020B0604020202020204" pitchFamily="34" charset="0"/>
                  <a:buChar char="•"/>
                  <a:defRPr sz="2338" kern="1200">
                    <a:solidFill>
                      <a:schemeClr val="tx1"/>
                    </a:solidFill>
                    <a:latin typeface="+mn-lt"/>
                    <a:ea typeface="+mn-ea"/>
                    <a:cs typeface="+mn-cs"/>
                  </a:defRPr>
                </a:lvl5pPr>
                <a:lvl6pPr marL="3266447" indent="-296950" algn="l" defTabSz="1187798" rtl="0" eaLnBrk="1" latinLnBrk="0" hangingPunct="1">
                  <a:lnSpc>
                    <a:spcPct val="90000"/>
                  </a:lnSpc>
                  <a:spcBef>
                    <a:spcPts val="650"/>
                  </a:spcBef>
                  <a:buFont typeface="Arial" panose="020B0604020202020204" pitchFamily="34" charset="0"/>
                  <a:buChar char="•"/>
                  <a:defRPr sz="2338" kern="1200">
                    <a:solidFill>
                      <a:schemeClr val="tx1"/>
                    </a:solidFill>
                    <a:latin typeface="+mn-lt"/>
                    <a:ea typeface="+mn-ea"/>
                    <a:cs typeface="+mn-cs"/>
                  </a:defRPr>
                </a:lvl6pPr>
                <a:lvl7pPr marL="3860346" indent="-296950" algn="l" defTabSz="1187798" rtl="0" eaLnBrk="1" latinLnBrk="0" hangingPunct="1">
                  <a:lnSpc>
                    <a:spcPct val="90000"/>
                  </a:lnSpc>
                  <a:spcBef>
                    <a:spcPts val="650"/>
                  </a:spcBef>
                  <a:buFont typeface="Arial" panose="020B0604020202020204" pitchFamily="34" charset="0"/>
                  <a:buChar char="•"/>
                  <a:defRPr sz="2338" kern="1200">
                    <a:solidFill>
                      <a:schemeClr val="tx1"/>
                    </a:solidFill>
                    <a:latin typeface="+mn-lt"/>
                    <a:ea typeface="+mn-ea"/>
                    <a:cs typeface="+mn-cs"/>
                  </a:defRPr>
                </a:lvl7pPr>
                <a:lvl8pPr marL="4454245" indent="-296950" algn="l" defTabSz="1187798" rtl="0" eaLnBrk="1" latinLnBrk="0" hangingPunct="1">
                  <a:lnSpc>
                    <a:spcPct val="90000"/>
                  </a:lnSpc>
                  <a:spcBef>
                    <a:spcPts val="650"/>
                  </a:spcBef>
                  <a:buFont typeface="Arial" panose="020B0604020202020204" pitchFamily="34" charset="0"/>
                  <a:buChar char="•"/>
                  <a:defRPr sz="2338" kern="1200">
                    <a:solidFill>
                      <a:schemeClr val="tx1"/>
                    </a:solidFill>
                    <a:latin typeface="+mn-lt"/>
                    <a:ea typeface="+mn-ea"/>
                    <a:cs typeface="+mn-cs"/>
                  </a:defRPr>
                </a:lvl8pPr>
                <a:lvl9pPr marL="5048144" indent="-296950" algn="l" defTabSz="1187798" rtl="0" eaLnBrk="1" latinLnBrk="0" hangingPunct="1">
                  <a:lnSpc>
                    <a:spcPct val="90000"/>
                  </a:lnSpc>
                  <a:spcBef>
                    <a:spcPts val="650"/>
                  </a:spcBef>
                  <a:buFont typeface="Arial" panose="020B0604020202020204" pitchFamily="34" charset="0"/>
                  <a:buChar char="•"/>
                  <a:defRPr sz="2338" kern="1200">
                    <a:solidFill>
                      <a:schemeClr val="tx1"/>
                    </a:solidFill>
                    <a:latin typeface="+mn-lt"/>
                    <a:ea typeface="+mn-ea"/>
                    <a:cs typeface="+mn-cs"/>
                  </a:defRPr>
                </a:lvl9pPr>
              </a:lstStyle>
              <a:p>
                <a:pPr marL="0" indent="0">
                  <a:buNone/>
                </a:pPr>
                <a:r>
                  <a:rPr lang="en-US" altLang="zh-CN" sz="1800" b="1" kern="0" dirty="0">
                    <a:solidFill>
                      <a:srgbClr val="C00000"/>
                    </a:solidFill>
                    <a:latin typeface="Arial" panose="020B0604020202020204" pitchFamily="34" charset="0"/>
                    <a:ea typeface="微软雅黑" panose="020B0503020204020204" pitchFamily="34" charset="-122"/>
                    <a:cs typeface="Arial" panose="020B0604020202020204" pitchFamily="34" charset="0"/>
                  </a:rPr>
                  <a:t>Stage5</a:t>
                </a:r>
                <a:r>
                  <a:rPr lang="zh-CN" altLang="en-US" sz="1800" b="1" kern="0" dirty="0">
                    <a:solidFill>
                      <a:srgbClr val="C00000"/>
                    </a:solidFill>
                    <a:latin typeface="Arial" panose="020B0604020202020204" pitchFamily="34" charset="0"/>
                    <a:ea typeface="微软雅黑" panose="020B0503020204020204" pitchFamily="34" charset="-122"/>
                    <a:cs typeface="Arial" panose="020B0604020202020204" pitchFamily="34" charset="0"/>
                  </a:rPr>
                  <a:t>：</a:t>
                </a:r>
                <a:r>
                  <a:rPr lang="en-US" altLang="zh-CN" sz="1800" b="1" kern="0" dirty="0" err="1">
                    <a:solidFill>
                      <a:srgbClr val="C00000"/>
                    </a:solidFill>
                    <a:latin typeface="Arial" panose="020B0604020202020204" pitchFamily="34" charset="0"/>
                    <a:ea typeface="微软雅黑" panose="020B0503020204020204" pitchFamily="34" charset="-122"/>
                    <a:cs typeface="Arial" panose="020B0604020202020204" pitchFamily="34" charset="0"/>
                  </a:rPr>
                  <a:t>Softmax</a:t>
                </a:r>
                <a:r>
                  <a:rPr lang="zh-CN" altLang="en-US" sz="1800" b="1" kern="0" dirty="0">
                    <a:solidFill>
                      <a:srgbClr val="C00000"/>
                    </a:solidFill>
                    <a:latin typeface="Arial" panose="020B0604020202020204" pitchFamily="34" charset="0"/>
                    <a:ea typeface="微软雅黑" panose="020B0503020204020204" pitchFamily="34" charset="-122"/>
                    <a:cs typeface="Arial" panose="020B0604020202020204" pitchFamily="34" charset="0"/>
                  </a:rPr>
                  <a:t>操作</a:t>
                </a:r>
                <a:endParaRPr lang="en-US" altLang="zh-CN" sz="1800" b="1" kern="0" dirty="0">
                  <a:solidFill>
                    <a:srgbClr val="C00000"/>
                  </a:solidFill>
                  <a:latin typeface="Arial" panose="020B0604020202020204" pitchFamily="34" charset="0"/>
                  <a:ea typeface="微软雅黑" panose="020B0503020204020204" pitchFamily="34" charset="-122"/>
                  <a:cs typeface="Arial" panose="020B0604020202020204" pitchFamily="34" charset="0"/>
                </a:endParaRPr>
              </a:p>
              <a:p>
                <a:pPr marL="0" lvl="1" indent="0">
                  <a:buNone/>
                  <a:defRPr>
                    <a:solidFill>
                      <a:srgbClr val="000000"/>
                    </a:solidFill>
                  </a:defRPr>
                </a:pPr>
                <a:r>
                  <a:rPr lang="en-US" altLang="zh-CN" sz="1200" b="1" dirty="0" err="1">
                    <a:solidFill>
                      <a:srgbClr val="000000"/>
                    </a:solidFill>
                    <a:latin typeface="Arial" panose="020B0604020202020204" pitchFamily="34" charset="0"/>
                    <a:ea typeface="微软雅黑" panose="020B0503020204020204" pitchFamily="34" charset="-122"/>
                    <a:cs typeface="Arial" panose="020B0604020202020204" pitchFamily="34" charset="0"/>
                  </a:rPr>
                  <a:t>FlashAttention</a:t>
                </a:r>
                <a:r>
                  <a:rPr lang="en-US" altLang="zh-CN" sz="1200" b="1" dirty="0">
                    <a:solidFill>
                      <a:srgbClr val="000000"/>
                    </a:solidFill>
                    <a:latin typeface="Arial" panose="020B0604020202020204" pitchFamily="34" charset="0"/>
                    <a:ea typeface="微软雅黑" panose="020B0503020204020204" pitchFamily="34" charset="-122"/>
                    <a:cs typeface="Arial" panose="020B0604020202020204" pitchFamily="34" charset="0"/>
                  </a:rPr>
                  <a:t> </a:t>
                </a:r>
                <a:r>
                  <a:rPr lang="en-US" altLang="zh-CN" sz="1200" b="1" dirty="0" err="1">
                    <a:solidFill>
                      <a:srgbClr val="000000"/>
                    </a:solidFill>
                    <a:latin typeface="Arial" panose="020B0604020202020204" pitchFamily="34" charset="0"/>
                    <a:ea typeface="微软雅黑" panose="020B0503020204020204" pitchFamily="34" charset="-122"/>
                    <a:cs typeface="Arial" panose="020B0604020202020204" pitchFamily="34" charset="0"/>
                  </a:rPr>
                  <a:t>Softmax</a:t>
                </a:r>
                <a:r>
                  <a:rPr lang="zh-CN" altLang="en-US" sz="1200" b="1" dirty="0">
                    <a:solidFill>
                      <a:srgbClr val="000000"/>
                    </a:solidFill>
                    <a:latin typeface="Arial" panose="020B0604020202020204" pitchFamily="34" charset="0"/>
                    <a:ea typeface="微软雅黑" panose="020B0503020204020204" pitchFamily="34" charset="-122"/>
                    <a:cs typeface="Arial" panose="020B0604020202020204" pitchFamily="34" charset="0"/>
                  </a:rPr>
                  <a:t>进一步优化</a:t>
                </a:r>
                <a:r>
                  <a:rPr lang="en-US" altLang="zh-CN" sz="1200" b="1" dirty="0">
                    <a:solidFill>
                      <a:srgbClr val="000000"/>
                    </a:solidFill>
                    <a:latin typeface="Arial" panose="020B0604020202020204" pitchFamily="34" charset="0"/>
                    <a:ea typeface="微软雅黑" panose="020B0503020204020204" pitchFamily="34" charset="-122"/>
                    <a:cs typeface="Arial" panose="020B0604020202020204" pitchFamily="34" charset="0"/>
                  </a:rPr>
                  <a:t>Online </a:t>
                </a:r>
                <a:r>
                  <a:rPr lang="en-US" altLang="zh-CN" sz="1200" b="1" dirty="0" err="1">
                    <a:solidFill>
                      <a:srgbClr val="000000"/>
                    </a:solidFill>
                    <a:latin typeface="Arial" panose="020B0604020202020204" pitchFamily="34" charset="0"/>
                    <a:ea typeface="微软雅黑" panose="020B0503020204020204" pitchFamily="34" charset="-122"/>
                    <a:cs typeface="Arial" panose="020B0604020202020204" pitchFamily="34" charset="0"/>
                  </a:rPr>
                  <a:t>Softmax</a:t>
                </a:r>
                <a:r>
                  <a:rPr lang="zh-CN" altLang="en-US" sz="1200" b="1" dirty="0">
                    <a:solidFill>
                      <a:srgbClr val="000000"/>
                    </a:solidFill>
                    <a:latin typeface="Arial" panose="020B0604020202020204" pitchFamily="34" charset="0"/>
                    <a:ea typeface="微软雅黑" panose="020B0503020204020204" pitchFamily="34" charset="-122"/>
                    <a:cs typeface="Arial" panose="020B0604020202020204" pitchFamily="34" charset="0"/>
                  </a:rPr>
                  <a:t>，将</a:t>
                </a:r>
                <a:r>
                  <a:rPr lang="en-US" altLang="zh-CN" sz="1200" b="1" dirty="0">
                    <a:solidFill>
                      <a:srgbClr val="000000"/>
                    </a:solidFill>
                    <a:latin typeface="Arial" panose="020B0604020202020204" pitchFamily="34" charset="0"/>
                    <a:ea typeface="微软雅黑" panose="020B0503020204020204" pitchFamily="34" charset="-122"/>
                    <a:cs typeface="Arial" panose="020B0604020202020204" pitchFamily="34" charset="0"/>
                  </a:rPr>
                  <a:t>2-pass</a:t>
                </a:r>
                <a:r>
                  <a:rPr lang="zh-CN" altLang="en-US" sz="1200" b="1" dirty="0">
                    <a:solidFill>
                      <a:srgbClr val="000000"/>
                    </a:solidFill>
                    <a:latin typeface="Arial" panose="020B0604020202020204" pitchFamily="34" charset="0"/>
                    <a:ea typeface="微软雅黑" panose="020B0503020204020204" pitchFamily="34" charset="-122"/>
                    <a:cs typeface="Arial" panose="020B0604020202020204" pitchFamily="34" charset="0"/>
                  </a:rPr>
                  <a:t>优化到</a:t>
                </a:r>
                <a:r>
                  <a:rPr lang="en-US" altLang="zh-CN" sz="1200" b="1" dirty="0">
                    <a:solidFill>
                      <a:srgbClr val="000000"/>
                    </a:solidFill>
                    <a:latin typeface="Arial" panose="020B0604020202020204" pitchFamily="34" charset="0"/>
                    <a:ea typeface="微软雅黑" panose="020B0503020204020204" pitchFamily="34" charset="-122"/>
                    <a:cs typeface="Arial" panose="020B0604020202020204" pitchFamily="34" charset="0"/>
                  </a:rPr>
                  <a:t>1-pass</a:t>
                </a:r>
                <a:r>
                  <a:rPr lang="zh-CN" altLang="en-US" sz="1200" b="1" dirty="0">
                    <a:solidFill>
                      <a:srgbClr val="000000"/>
                    </a:solidFill>
                    <a:latin typeface="Arial" panose="020B0604020202020204" pitchFamily="34" charset="0"/>
                    <a:ea typeface="微软雅黑" panose="020B0503020204020204" pitchFamily="34" charset="-122"/>
                    <a:cs typeface="Arial" panose="020B0604020202020204" pitchFamily="34" charset="0"/>
                  </a:rPr>
                  <a:t>：</a:t>
                </a:r>
                <a:endParaRPr lang="en-US" altLang="zh-CN" sz="1200" b="1" dirty="0">
                  <a:solidFill>
                    <a:srgbClr val="000000"/>
                  </a:solidFill>
                  <a:latin typeface="Arial" panose="020B0604020202020204" pitchFamily="34" charset="0"/>
                  <a:ea typeface="微软雅黑" panose="020B0503020204020204" pitchFamily="34" charset="-122"/>
                  <a:cs typeface="Arial" panose="020B0604020202020204" pitchFamily="34" charset="0"/>
                </a:endParaRPr>
              </a:p>
              <a:p>
                <a:pPr marL="126000" lvl="2" indent="-126000">
                  <a:buFont typeface="Georgia" panose="02040502050405020303"/>
                  <a:buChar char="•"/>
                  <a:defRPr>
                    <a:solidFill>
                      <a:srgbClr val="000000"/>
                    </a:solidFill>
                  </a:defRPr>
                </a:pPr>
                <a14:m>
                  <m:oMath xmlns:m="http://schemas.openxmlformats.org/officeDocument/2006/math">
                    <m:r>
                      <a:rPr lang="en-US" altLang="zh-CN" sz="1200" i="1" smtClean="0">
                        <a:solidFill>
                          <a:srgbClr val="000000"/>
                        </a:solidFill>
                        <a:latin typeface="Cambria Math" panose="02040503050406030204" pitchFamily="18" charset="0"/>
                      </a:rPr>
                      <m:t>𝑓𝑜𝑟</m:t>
                    </m:r>
                    <m:r>
                      <a:rPr lang="en-US" altLang="zh-CN" sz="1200" i="1" smtClean="0">
                        <a:solidFill>
                          <a:srgbClr val="000000"/>
                        </a:solidFill>
                        <a:latin typeface="Cambria Math" panose="02040503050406030204" pitchFamily="18" charset="0"/>
                      </a:rPr>
                      <m:t> </m:t>
                    </m:r>
                    <m:r>
                      <a:rPr lang="en-US" altLang="zh-CN" sz="1200" i="1" smtClean="0">
                        <a:solidFill>
                          <a:srgbClr val="000000"/>
                        </a:solidFill>
                        <a:latin typeface="Cambria Math" panose="02040503050406030204" pitchFamily="18" charset="0"/>
                      </a:rPr>
                      <m:t>𝑗</m:t>
                    </m:r>
                    <m:r>
                      <a:rPr lang="en-US" altLang="zh-CN" sz="1200" i="1" smtClean="0">
                        <a:solidFill>
                          <a:srgbClr val="000000"/>
                        </a:solidFill>
                        <a:latin typeface="Cambria Math" panose="02040503050406030204" pitchFamily="18" charset="0"/>
                      </a:rPr>
                      <m:t> ←1,</m:t>
                    </m:r>
                    <m:r>
                      <a:rPr lang="en-US" altLang="zh-CN" sz="1200" i="1" smtClean="0">
                        <a:solidFill>
                          <a:srgbClr val="000000"/>
                        </a:solidFill>
                        <a:latin typeface="Cambria Math" panose="02040503050406030204" pitchFamily="18" charset="0"/>
                        <a:ea typeface="Cambria Math" panose="02040503050406030204" pitchFamily="18" charset="0"/>
                      </a:rPr>
                      <m:t>𝑁</m:t>
                    </m:r>
                    <m:r>
                      <a:rPr lang="en-US" altLang="zh-CN" sz="1200" i="1" smtClean="0">
                        <a:solidFill>
                          <a:srgbClr val="000000"/>
                        </a:solidFill>
                        <a:latin typeface="Cambria Math" panose="02040503050406030204" pitchFamily="18" charset="0"/>
                        <a:ea typeface="Cambria Math" panose="02040503050406030204" pitchFamily="18" charset="0"/>
                      </a:rPr>
                      <m:t> </m:t>
                    </m:r>
                    <m:r>
                      <a:rPr lang="en-US" altLang="zh-CN" sz="1200" i="1" smtClean="0">
                        <a:solidFill>
                          <a:srgbClr val="000000"/>
                        </a:solidFill>
                        <a:latin typeface="Cambria Math" panose="02040503050406030204" pitchFamily="18" charset="0"/>
                        <a:ea typeface="Cambria Math" panose="02040503050406030204" pitchFamily="18" charset="0"/>
                      </a:rPr>
                      <m:t>𝑑𝑜</m:t>
                    </m:r>
                  </m:oMath>
                </a14:m>
                <a:endParaRPr lang="en-US" altLang="zh-CN" sz="1200" dirty="0">
                  <a:solidFill>
                    <a:srgbClr val="000000"/>
                  </a:solidFill>
                  <a:latin typeface="Arial" panose="020B0604020202020204" pitchFamily="34" charset="0"/>
                  <a:ea typeface="微软雅黑" panose="020B0503020204020204" pitchFamily="34" charset="-122"/>
                  <a:cs typeface="Arial" panose="020B0604020202020204" pitchFamily="34" charset="0"/>
                </a:endParaRPr>
              </a:p>
              <a:p>
                <a:pPr marL="0" lvl="2" indent="0">
                  <a:lnSpc>
                    <a:spcPct val="150000"/>
                  </a:lnSpc>
                  <a:buFont typeface="Arial" panose="020B0604020202020204" pitchFamily="34" charset="0"/>
                  <a:buNone/>
                  <a:defRPr>
                    <a:solidFill>
                      <a:srgbClr val="000000"/>
                    </a:solidFill>
                  </a:defRPr>
                </a:pPr>
                <a14:m>
                  <m:oMathPara xmlns:m="http://schemas.openxmlformats.org/officeDocument/2006/math">
                    <m:oMathParaPr>
                      <m:jc m:val="centerGroup"/>
                    </m:oMathParaPr>
                    <m:oMath xmlns:m="http://schemas.openxmlformats.org/officeDocument/2006/math">
                      <m:sSub>
                        <m:sSubPr>
                          <m:ctrlPr>
                            <a:rPr lang="en-US" altLang="zh-CN" sz="1200" i="1">
                              <a:solidFill>
                                <a:srgbClr val="000000"/>
                              </a:solidFill>
                              <a:latin typeface="Cambria Math" panose="02040503050406030204" pitchFamily="18" charset="0"/>
                            </a:rPr>
                          </m:ctrlPr>
                        </m:sSubPr>
                        <m:e>
                          <m:r>
                            <a:rPr lang="en-US" altLang="zh-CN" sz="1200" i="1" smtClean="0">
                              <a:solidFill>
                                <a:srgbClr val="000000"/>
                              </a:solidFill>
                              <a:latin typeface="Cambria Math" panose="02040503050406030204" pitchFamily="18" charset="0"/>
                            </a:rPr>
                            <m:t>𝑚</m:t>
                          </m:r>
                        </m:e>
                        <m:sub>
                          <m:r>
                            <a:rPr lang="en-US" altLang="zh-CN" sz="1200" i="1" smtClean="0">
                              <a:solidFill>
                                <a:srgbClr val="000000"/>
                              </a:solidFill>
                              <a:latin typeface="Cambria Math" panose="02040503050406030204" pitchFamily="18" charset="0"/>
                            </a:rPr>
                            <m:t>𝑖</m:t>
                          </m:r>
                        </m:sub>
                      </m:sSub>
                      <m:r>
                        <a:rPr lang="en-US" altLang="zh-CN" sz="1200" i="1" smtClean="0">
                          <a:solidFill>
                            <a:srgbClr val="000000"/>
                          </a:solidFill>
                          <a:latin typeface="Cambria Math" panose="02040503050406030204" pitchFamily="18" charset="0"/>
                          <a:ea typeface="Cambria Math" panose="02040503050406030204" pitchFamily="18" charset="0"/>
                        </a:rPr>
                        <m:t>←</m:t>
                      </m:r>
                      <m:r>
                        <a:rPr lang="en-US" altLang="zh-CN" sz="1200" i="1" smtClean="0">
                          <a:solidFill>
                            <a:srgbClr val="000000"/>
                          </a:solidFill>
                          <a:latin typeface="Cambria Math" panose="02040503050406030204" pitchFamily="18" charset="0"/>
                        </a:rPr>
                        <m:t>𝑚𝑎𝑥</m:t>
                      </m:r>
                      <m:r>
                        <a:rPr lang="en-US" altLang="zh-CN" sz="1200" i="1" smtClean="0">
                          <a:solidFill>
                            <a:srgbClr val="000000"/>
                          </a:solidFill>
                          <a:latin typeface="Cambria Math" panose="02040503050406030204" pitchFamily="18" charset="0"/>
                        </a:rPr>
                        <m:t>(</m:t>
                      </m:r>
                      <m:sSub>
                        <m:sSubPr>
                          <m:ctrlPr>
                            <a:rPr lang="en-US" altLang="zh-CN" sz="1200" i="1">
                              <a:solidFill>
                                <a:srgbClr val="000000"/>
                              </a:solidFill>
                              <a:latin typeface="Cambria Math" panose="02040503050406030204" pitchFamily="18" charset="0"/>
                            </a:rPr>
                          </m:ctrlPr>
                        </m:sSubPr>
                        <m:e>
                          <m:r>
                            <a:rPr lang="en-US" altLang="zh-CN" sz="1200" i="1" smtClean="0">
                              <a:solidFill>
                                <a:srgbClr val="000000"/>
                              </a:solidFill>
                              <a:latin typeface="Cambria Math" panose="02040503050406030204" pitchFamily="18" charset="0"/>
                            </a:rPr>
                            <m:t>𝑚</m:t>
                          </m:r>
                        </m:e>
                        <m:sub>
                          <m:r>
                            <a:rPr lang="en-US" altLang="zh-CN" sz="1200" i="1" smtClean="0">
                              <a:solidFill>
                                <a:srgbClr val="000000"/>
                              </a:solidFill>
                              <a:latin typeface="Cambria Math" panose="02040503050406030204" pitchFamily="18" charset="0"/>
                            </a:rPr>
                            <m:t>𝑖</m:t>
                          </m:r>
                          <m:r>
                            <a:rPr lang="en-US" altLang="zh-CN" sz="1200" i="1" smtClean="0">
                              <a:solidFill>
                                <a:srgbClr val="000000"/>
                              </a:solidFill>
                              <a:latin typeface="Cambria Math" panose="02040503050406030204" pitchFamily="18" charset="0"/>
                            </a:rPr>
                            <m:t>−1</m:t>
                          </m:r>
                        </m:sub>
                      </m:sSub>
                      <m:r>
                        <a:rPr lang="en-US" altLang="zh-CN" sz="1200" i="1" smtClean="0">
                          <a:solidFill>
                            <a:srgbClr val="000000"/>
                          </a:solidFill>
                          <a:latin typeface="Cambria Math" panose="02040503050406030204" pitchFamily="18" charset="0"/>
                        </a:rPr>
                        <m:t>,</m:t>
                      </m:r>
                      <m:sSub>
                        <m:sSubPr>
                          <m:ctrlPr>
                            <a:rPr lang="en-US" altLang="zh-CN" sz="1200" i="1">
                              <a:solidFill>
                                <a:srgbClr val="000000"/>
                              </a:solidFill>
                              <a:latin typeface="Cambria Math" panose="02040503050406030204" pitchFamily="18" charset="0"/>
                            </a:rPr>
                          </m:ctrlPr>
                        </m:sSubPr>
                        <m:e>
                          <m:r>
                            <a:rPr lang="en-US" altLang="zh-CN" sz="1200" i="1" smtClean="0">
                              <a:solidFill>
                                <a:srgbClr val="000000"/>
                              </a:solidFill>
                              <a:latin typeface="Cambria Math" panose="02040503050406030204" pitchFamily="18" charset="0"/>
                            </a:rPr>
                            <m:t>𝑥</m:t>
                          </m:r>
                        </m:e>
                        <m:sub>
                          <m:r>
                            <a:rPr lang="en-US" altLang="zh-CN" sz="1200" i="1" smtClean="0">
                              <a:solidFill>
                                <a:srgbClr val="000000"/>
                              </a:solidFill>
                              <a:latin typeface="Cambria Math" panose="02040503050406030204" pitchFamily="18" charset="0"/>
                            </a:rPr>
                            <m:t>𝑖</m:t>
                          </m:r>
                        </m:sub>
                      </m:sSub>
                      <m:r>
                        <a:rPr lang="en-US" altLang="zh-CN" sz="1200" i="1" smtClean="0">
                          <a:solidFill>
                            <a:srgbClr val="000000"/>
                          </a:solidFill>
                          <a:latin typeface="Cambria Math" panose="02040503050406030204" pitchFamily="18" charset="0"/>
                        </a:rPr>
                        <m:t>)</m:t>
                      </m:r>
                    </m:oMath>
                  </m:oMathPara>
                </a14:m>
                <a:endParaRPr lang="en-US" altLang="zh-CN" sz="1200" dirty="0">
                  <a:solidFill>
                    <a:srgbClr val="000000"/>
                  </a:solidFill>
                  <a:latin typeface="Arial" panose="020B0604020202020204" pitchFamily="34" charset="0"/>
                  <a:ea typeface="微软雅黑" panose="020B0503020204020204" pitchFamily="34" charset="-122"/>
                  <a:cs typeface="Arial" panose="020B0604020202020204" pitchFamily="34" charset="0"/>
                </a:endParaRPr>
              </a:p>
              <a:p>
                <a:pPr marL="0" lvl="2" indent="0">
                  <a:lnSpc>
                    <a:spcPct val="150000"/>
                  </a:lnSpc>
                  <a:buFont typeface="Arial" panose="020B0604020202020204" pitchFamily="34" charset="0"/>
                  <a:buNone/>
                  <a:defRPr>
                    <a:solidFill>
                      <a:srgbClr val="000000"/>
                    </a:solidFill>
                  </a:defRPr>
                </a:pPr>
                <a14:m>
                  <m:oMathPara xmlns:m="http://schemas.openxmlformats.org/officeDocument/2006/math">
                    <m:oMathParaPr>
                      <m:jc m:val="centerGroup"/>
                    </m:oMathParaPr>
                    <m:oMath xmlns:m="http://schemas.openxmlformats.org/officeDocument/2006/math">
                      <m:sSub>
                        <m:sSubPr>
                          <m:ctrlPr>
                            <a:rPr lang="en-US" altLang="zh-CN" sz="1200" i="1">
                              <a:solidFill>
                                <a:srgbClr val="000000"/>
                              </a:solidFill>
                              <a:latin typeface="Cambria Math" panose="02040503050406030204" pitchFamily="18" charset="0"/>
                            </a:rPr>
                          </m:ctrlPr>
                        </m:sSubPr>
                        <m:e>
                          <m:r>
                            <a:rPr lang="en-US" altLang="zh-CN" sz="1200" i="1" smtClean="0">
                              <a:solidFill>
                                <a:srgbClr val="000000"/>
                              </a:solidFill>
                              <a:latin typeface="Cambria Math" panose="02040503050406030204" pitchFamily="18" charset="0"/>
                            </a:rPr>
                            <m:t>𝑑</m:t>
                          </m:r>
                        </m:e>
                        <m:sub>
                          <m:r>
                            <a:rPr lang="en-US" altLang="zh-CN" sz="1200" i="1" smtClean="0">
                              <a:solidFill>
                                <a:srgbClr val="000000"/>
                              </a:solidFill>
                              <a:latin typeface="Cambria Math" panose="02040503050406030204" pitchFamily="18" charset="0"/>
                            </a:rPr>
                            <m:t>𝑖</m:t>
                          </m:r>
                        </m:sub>
                      </m:sSub>
                      <m:r>
                        <a:rPr lang="en-US" altLang="zh-CN" sz="1200" i="1" smtClean="0">
                          <a:solidFill>
                            <a:srgbClr val="000000"/>
                          </a:solidFill>
                          <a:latin typeface="Cambria Math" panose="02040503050406030204" pitchFamily="18" charset="0"/>
                          <a:ea typeface="Cambria Math" panose="02040503050406030204" pitchFamily="18" charset="0"/>
                        </a:rPr>
                        <m:t>← </m:t>
                      </m:r>
                      <m:sSub>
                        <m:sSubPr>
                          <m:ctrlPr>
                            <a:rPr lang="en-US" altLang="zh-CN" sz="1200" i="1">
                              <a:solidFill>
                                <a:srgbClr val="000000"/>
                              </a:solidFill>
                              <a:latin typeface="Cambria Math" panose="02040503050406030204" pitchFamily="18" charset="0"/>
                              <a:ea typeface="Cambria Math" panose="02040503050406030204" pitchFamily="18" charset="0"/>
                            </a:rPr>
                          </m:ctrlPr>
                        </m:sSubPr>
                        <m:e>
                          <m:r>
                            <a:rPr lang="en-US" altLang="zh-CN" sz="1200" i="1" smtClean="0">
                              <a:solidFill>
                                <a:srgbClr val="000000"/>
                              </a:solidFill>
                              <a:latin typeface="Cambria Math" panose="02040503050406030204" pitchFamily="18" charset="0"/>
                              <a:ea typeface="Cambria Math" panose="02040503050406030204" pitchFamily="18" charset="0"/>
                            </a:rPr>
                            <m:t>𝑑</m:t>
                          </m:r>
                        </m:e>
                        <m:sub>
                          <m:r>
                            <a:rPr lang="en-US" altLang="zh-CN" sz="1200" i="1" smtClean="0">
                              <a:solidFill>
                                <a:srgbClr val="000000"/>
                              </a:solidFill>
                              <a:latin typeface="Cambria Math" panose="02040503050406030204" pitchFamily="18" charset="0"/>
                              <a:ea typeface="Cambria Math" panose="02040503050406030204" pitchFamily="18" charset="0"/>
                            </a:rPr>
                            <m:t>𝑖</m:t>
                          </m:r>
                          <m:r>
                            <a:rPr lang="en-US" altLang="zh-CN" sz="1200" i="1" smtClean="0">
                              <a:solidFill>
                                <a:srgbClr val="000000"/>
                              </a:solidFill>
                              <a:latin typeface="Cambria Math" panose="02040503050406030204" pitchFamily="18" charset="0"/>
                              <a:ea typeface="Cambria Math" panose="02040503050406030204" pitchFamily="18" charset="0"/>
                            </a:rPr>
                            <m:t>−1</m:t>
                          </m:r>
                        </m:sub>
                      </m:sSub>
                      <m:sSup>
                        <m:sSupPr>
                          <m:ctrlPr>
                            <a:rPr lang="en-US" altLang="zh-CN" sz="1200" i="1">
                              <a:solidFill>
                                <a:srgbClr val="000000"/>
                              </a:solidFill>
                              <a:latin typeface="Cambria Math" panose="02040503050406030204" pitchFamily="18" charset="0"/>
                              <a:ea typeface="Cambria Math" panose="02040503050406030204" pitchFamily="18" charset="0"/>
                            </a:rPr>
                          </m:ctrlPr>
                        </m:sSupPr>
                        <m:e>
                          <m:r>
                            <a:rPr lang="en-US" altLang="zh-CN" sz="1200" i="1" smtClean="0">
                              <a:solidFill>
                                <a:srgbClr val="000000"/>
                              </a:solidFill>
                              <a:latin typeface="Cambria Math" panose="02040503050406030204" pitchFamily="18" charset="0"/>
                              <a:ea typeface="Cambria Math" panose="02040503050406030204" pitchFamily="18" charset="0"/>
                            </a:rPr>
                            <m:t>𝑒</m:t>
                          </m:r>
                        </m:e>
                        <m:sup>
                          <m:sSub>
                            <m:sSubPr>
                              <m:ctrlPr>
                                <a:rPr lang="en-US" altLang="zh-CN" sz="1200" i="1">
                                  <a:solidFill>
                                    <a:srgbClr val="000000"/>
                                  </a:solidFill>
                                  <a:latin typeface="Cambria Math" panose="02040503050406030204" pitchFamily="18" charset="0"/>
                                  <a:ea typeface="Cambria Math" panose="02040503050406030204" pitchFamily="18" charset="0"/>
                                </a:rPr>
                              </m:ctrlPr>
                            </m:sSubPr>
                            <m:e>
                              <m:r>
                                <a:rPr lang="en-US" altLang="zh-CN" sz="1200" i="1" smtClean="0">
                                  <a:solidFill>
                                    <a:srgbClr val="000000"/>
                                  </a:solidFill>
                                  <a:latin typeface="Cambria Math" panose="02040503050406030204" pitchFamily="18" charset="0"/>
                                  <a:ea typeface="Cambria Math" panose="02040503050406030204" pitchFamily="18" charset="0"/>
                                </a:rPr>
                                <m:t>𝑚</m:t>
                              </m:r>
                            </m:e>
                            <m:sub>
                              <m:r>
                                <a:rPr lang="en-US" altLang="zh-CN" sz="1200" i="1" smtClean="0">
                                  <a:solidFill>
                                    <a:srgbClr val="000000"/>
                                  </a:solidFill>
                                  <a:latin typeface="Cambria Math" panose="02040503050406030204" pitchFamily="18" charset="0"/>
                                  <a:ea typeface="Cambria Math" panose="02040503050406030204" pitchFamily="18" charset="0"/>
                                </a:rPr>
                                <m:t>𝑖</m:t>
                              </m:r>
                              <m:r>
                                <a:rPr lang="en-US" altLang="zh-CN" sz="1200" i="1" smtClean="0">
                                  <a:solidFill>
                                    <a:srgbClr val="000000"/>
                                  </a:solidFill>
                                  <a:latin typeface="Cambria Math" panose="02040503050406030204" pitchFamily="18" charset="0"/>
                                  <a:ea typeface="Cambria Math" panose="02040503050406030204" pitchFamily="18" charset="0"/>
                                </a:rPr>
                                <m:t>−1</m:t>
                              </m:r>
                            </m:sub>
                          </m:sSub>
                          <m:r>
                            <a:rPr lang="en-US" altLang="zh-CN" sz="1200" i="1" smtClean="0">
                              <a:solidFill>
                                <a:srgbClr val="000000"/>
                              </a:solidFill>
                              <a:latin typeface="Cambria Math" panose="02040503050406030204" pitchFamily="18" charset="0"/>
                              <a:ea typeface="Cambria Math" panose="02040503050406030204" pitchFamily="18" charset="0"/>
                            </a:rPr>
                            <m:t>−</m:t>
                          </m:r>
                          <m:sSub>
                            <m:sSubPr>
                              <m:ctrlPr>
                                <a:rPr lang="en-US" altLang="zh-CN" sz="1200" i="1">
                                  <a:solidFill>
                                    <a:srgbClr val="000000"/>
                                  </a:solidFill>
                                  <a:latin typeface="Cambria Math" panose="02040503050406030204" pitchFamily="18" charset="0"/>
                                  <a:ea typeface="Cambria Math" panose="02040503050406030204" pitchFamily="18" charset="0"/>
                                </a:rPr>
                              </m:ctrlPr>
                            </m:sSubPr>
                            <m:e>
                              <m:r>
                                <a:rPr lang="en-US" altLang="zh-CN" sz="1200" i="1" smtClean="0">
                                  <a:solidFill>
                                    <a:srgbClr val="000000"/>
                                  </a:solidFill>
                                  <a:latin typeface="Cambria Math" panose="02040503050406030204" pitchFamily="18" charset="0"/>
                                  <a:ea typeface="Cambria Math" panose="02040503050406030204" pitchFamily="18" charset="0"/>
                                </a:rPr>
                                <m:t>𝑚</m:t>
                              </m:r>
                            </m:e>
                            <m:sub>
                              <m:r>
                                <a:rPr lang="en-US" altLang="zh-CN" sz="1200" i="1" smtClean="0">
                                  <a:solidFill>
                                    <a:srgbClr val="000000"/>
                                  </a:solidFill>
                                  <a:latin typeface="Cambria Math" panose="02040503050406030204" pitchFamily="18" charset="0"/>
                                  <a:ea typeface="Cambria Math" panose="02040503050406030204" pitchFamily="18" charset="0"/>
                                </a:rPr>
                                <m:t>𝑖</m:t>
                              </m:r>
                            </m:sub>
                          </m:sSub>
                        </m:sup>
                      </m:sSup>
                      <m:r>
                        <a:rPr lang="en-US" altLang="zh-CN" sz="1200" i="1" smtClean="0">
                          <a:solidFill>
                            <a:srgbClr val="000000"/>
                          </a:solidFill>
                          <a:latin typeface="Cambria Math" panose="02040503050406030204" pitchFamily="18" charset="0"/>
                          <a:ea typeface="Cambria Math" panose="02040503050406030204" pitchFamily="18" charset="0"/>
                        </a:rPr>
                        <m:t>+ </m:t>
                      </m:r>
                      <m:sSup>
                        <m:sSupPr>
                          <m:ctrlPr>
                            <a:rPr lang="en-US" altLang="zh-CN" sz="1200" i="1">
                              <a:solidFill>
                                <a:srgbClr val="000000"/>
                              </a:solidFill>
                              <a:latin typeface="Cambria Math" panose="02040503050406030204" pitchFamily="18" charset="0"/>
                              <a:ea typeface="Cambria Math" panose="02040503050406030204" pitchFamily="18" charset="0"/>
                            </a:rPr>
                          </m:ctrlPr>
                        </m:sSupPr>
                        <m:e>
                          <m:r>
                            <a:rPr lang="en-US" altLang="zh-CN" sz="1200" i="1" smtClean="0">
                              <a:solidFill>
                                <a:srgbClr val="000000"/>
                              </a:solidFill>
                              <a:latin typeface="Cambria Math" panose="02040503050406030204" pitchFamily="18" charset="0"/>
                              <a:ea typeface="Cambria Math" panose="02040503050406030204" pitchFamily="18" charset="0"/>
                            </a:rPr>
                            <m:t>𝑒</m:t>
                          </m:r>
                        </m:e>
                        <m:sup>
                          <m:sSub>
                            <m:sSubPr>
                              <m:ctrlPr>
                                <a:rPr lang="en-US" altLang="zh-CN" sz="1200" i="1">
                                  <a:solidFill>
                                    <a:srgbClr val="000000"/>
                                  </a:solidFill>
                                  <a:latin typeface="Cambria Math" panose="02040503050406030204" pitchFamily="18" charset="0"/>
                                  <a:ea typeface="Cambria Math" panose="02040503050406030204" pitchFamily="18" charset="0"/>
                                </a:rPr>
                              </m:ctrlPr>
                            </m:sSubPr>
                            <m:e>
                              <m:r>
                                <a:rPr lang="en-US" altLang="zh-CN" sz="1200" i="1" smtClean="0">
                                  <a:solidFill>
                                    <a:srgbClr val="000000"/>
                                  </a:solidFill>
                                  <a:latin typeface="Cambria Math" panose="02040503050406030204" pitchFamily="18" charset="0"/>
                                  <a:ea typeface="Cambria Math" panose="02040503050406030204" pitchFamily="18" charset="0"/>
                                </a:rPr>
                                <m:t>𝑥</m:t>
                              </m:r>
                            </m:e>
                            <m:sub>
                              <m:r>
                                <a:rPr lang="en-US" altLang="zh-CN" sz="1200" i="1" smtClean="0">
                                  <a:solidFill>
                                    <a:srgbClr val="000000"/>
                                  </a:solidFill>
                                  <a:latin typeface="Cambria Math" panose="02040503050406030204" pitchFamily="18" charset="0"/>
                                  <a:ea typeface="Cambria Math" panose="02040503050406030204" pitchFamily="18" charset="0"/>
                                </a:rPr>
                                <m:t>𝑖</m:t>
                              </m:r>
                            </m:sub>
                          </m:sSub>
                          <m:r>
                            <a:rPr lang="en-US" altLang="zh-CN" sz="1200" i="1" smtClean="0">
                              <a:solidFill>
                                <a:srgbClr val="000000"/>
                              </a:solidFill>
                              <a:latin typeface="Cambria Math" panose="02040503050406030204" pitchFamily="18" charset="0"/>
                              <a:ea typeface="Cambria Math" panose="02040503050406030204" pitchFamily="18" charset="0"/>
                            </a:rPr>
                            <m:t>−</m:t>
                          </m:r>
                          <m:sSub>
                            <m:sSubPr>
                              <m:ctrlPr>
                                <a:rPr lang="en-US" altLang="zh-CN" sz="1200" i="1">
                                  <a:solidFill>
                                    <a:srgbClr val="000000"/>
                                  </a:solidFill>
                                  <a:latin typeface="Cambria Math" panose="02040503050406030204" pitchFamily="18" charset="0"/>
                                  <a:ea typeface="Cambria Math" panose="02040503050406030204" pitchFamily="18" charset="0"/>
                                </a:rPr>
                              </m:ctrlPr>
                            </m:sSubPr>
                            <m:e>
                              <m:r>
                                <a:rPr lang="en-US" altLang="zh-CN" sz="1200" i="1" smtClean="0">
                                  <a:solidFill>
                                    <a:srgbClr val="000000"/>
                                  </a:solidFill>
                                  <a:latin typeface="Cambria Math" panose="02040503050406030204" pitchFamily="18" charset="0"/>
                                  <a:ea typeface="Cambria Math" panose="02040503050406030204" pitchFamily="18" charset="0"/>
                                </a:rPr>
                                <m:t>𝑚</m:t>
                              </m:r>
                            </m:e>
                            <m:sub>
                              <m:r>
                                <a:rPr lang="en-US" altLang="zh-CN" sz="1200" i="1" smtClean="0">
                                  <a:solidFill>
                                    <a:srgbClr val="000000"/>
                                  </a:solidFill>
                                  <a:latin typeface="Cambria Math" panose="02040503050406030204" pitchFamily="18" charset="0"/>
                                  <a:ea typeface="Cambria Math" panose="02040503050406030204" pitchFamily="18" charset="0"/>
                                </a:rPr>
                                <m:t>𝑖</m:t>
                              </m:r>
                            </m:sub>
                          </m:sSub>
                        </m:sup>
                      </m:sSup>
                      <m:r>
                        <a:rPr lang="en-US" altLang="zh-CN" sz="1200" i="1" smtClean="0">
                          <a:solidFill>
                            <a:srgbClr val="000000"/>
                          </a:solidFill>
                          <a:latin typeface="Cambria Math" panose="02040503050406030204" pitchFamily="18" charset="0"/>
                        </a:rPr>
                        <m:t> </m:t>
                      </m:r>
                    </m:oMath>
                  </m:oMathPara>
                </a14:m>
                <a:endParaRPr lang="en-US" altLang="zh-CN" sz="1200" dirty="0">
                  <a:solidFill>
                    <a:srgbClr val="000000"/>
                  </a:solidFill>
                  <a:latin typeface="Arial" panose="020B0604020202020204" pitchFamily="34" charset="0"/>
                  <a:ea typeface="微软雅黑" panose="020B0503020204020204" pitchFamily="34" charset="-122"/>
                  <a:cs typeface="Arial" panose="020B0604020202020204" pitchFamily="34" charset="0"/>
                </a:endParaRPr>
              </a:p>
              <a:p>
                <a:pPr marL="0" lvl="2" indent="0">
                  <a:lnSpc>
                    <a:spcPct val="150000"/>
                  </a:lnSpc>
                  <a:buFont typeface="Arial" panose="020B0604020202020204" pitchFamily="34" charset="0"/>
                  <a:buNone/>
                  <a:defRPr>
                    <a:solidFill>
                      <a:srgbClr val="000000"/>
                    </a:solidFill>
                  </a:defRPr>
                </a:pPr>
                <a14:m>
                  <m:oMathPara xmlns:m="http://schemas.openxmlformats.org/officeDocument/2006/math">
                    <m:oMathParaPr>
                      <m:jc m:val="centerGroup"/>
                    </m:oMathParaPr>
                    <m:oMath xmlns:m="http://schemas.openxmlformats.org/officeDocument/2006/math">
                      <m:sSub>
                        <m:sSubPr>
                          <m:ctrlPr>
                            <a:rPr lang="en-US" altLang="zh-CN" sz="1200" i="1" smtClean="0">
                              <a:solidFill>
                                <a:srgbClr val="000000"/>
                              </a:solidFill>
                              <a:latin typeface="Cambria Math" panose="02040503050406030204" pitchFamily="18" charset="0"/>
                            </a:rPr>
                          </m:ctrlPr>
                        </m:sSubPr>
                        <m:e>
                          <m:r>
                            <a:rPr lang="en-US" altLang="zh-CN" sz="1200" i="1" smtClean="0">
                              <a:solidFill>
                                <a:srgbClr val="000000"/>
                              </a:solidFill>
                              <a:latin typeface="Cambria Math" panose="02040503050406030204" pitchFamily="18" charset="0"/>
                            </a:rPr>
                            <m:t>𝑠</m:t>
                          </m:r>
                        </m:e>
                        <m:sub>
                          <m:r>
                            <a:rPr lang="en-US" altLang="zh-CN" sz="1200" i="1" smtClean="0">
                              <a:solidFill>
                                <a:srgbClr val="000000"/>
                              </a:solidFill>
                              <a:latin typeface="Cambria Math" panose="02040503050406030204" pitchFamily="18" charset="0"/>
                            </a:rPr>
                            <m:t>𝑖</m:t>
                          </m:r>
                        </m:sub>
                      </m:sSub>
                      <m:r>
                        <a:rPr lang="en-US" altLang="zh-CN" sz="1200" i="1" smtClean="0">
                          <a:solidFill>
                            <a:srgbClr val="000000"/>
                          </a:solidFill>
                          <a:latin typeface="Cambria Math" panose="02040503050406030204" pitchFamily="18" charset="0"/>
                          <a:ea typeface="Cambria Math" panose="02040503050406030204" pitchFamily="18" charset="0"/>
                        </a:rPr>
                        <m:t>←</m:t>
                      </m:r>
                      <m:r>
                        <a:rPr lang="en-US" altLang="zh-CN" sz="1200" i="1" smtClean="0">
                          <a:solidFill>
                            <a:srgbClr val="000000"/>
                          </a:solidFill>
                          <a:latin typeface="Cambria Math" panose="02040503050406030204" pitchFamily="18" charset="0"/>
                        </a:rPr>
                        <m:t> </m:t>
                      </m:r>
                      <m:f>
                        <m:fPr>
                          <m:ctrlPr>
                            <a:rPr lang="en-US" altLang="zh-CN" sz="1200" i="1" smtClean="0">
                              <a:solidFill>
                                <a:srgbClr val="000000"/>
                              </a:solidFill>
                              <a:latin typeface="Cambria Math" panose="02040503050406030204" pitchFamily="18" charset="0"/>
                            </a:rPr>
                          </m:ctrlPr>
                        </m:fPr>
                        <m:num>
                          <m:sSup>
                            <m:sSupPr>
                              <m:ctrlPr>
                                <a:rPr lang="en-US" altLang="zh-CN" sz="1200" i="1">
                                  <a:solidFill>
                                    <a:srgbClr val="000000"/>
                                  </a:solidFill>
                                  <a:latin typeface="Cambria Math" panose="02040503050406030204" pitchFamily="18" charset="0"/>
                                  <a:ea typeface="Cambria Math" panose="02040503050406030204" pitchFamily="18" charset="0"/>
                                </a:rPr>
                              </m:ctrlPr>
                            </m:sSupPr>
                            <m:e>
                              <m:r>
                                <a:rPr lang="en-US" altLang="zh-CN" sz="1200" i="1" smtClean="0">
                                  <a:solidFill>
                                    <a:srgbClr val="000000"/>
                                  </a:solidFill>
                                  <a:latin typeface="Cambria Math" panose="02040503050406030204" pitchFamily="18" charset="0"/>
                                  <a:ea typeface="Cambria Math" panose="02040503050406030204" pitchFamily="18" charset="0"/>
                                </a:rPr>
                                <m:t>𝑒</m:t>
                              </m:r>
                            </m:e>
                            <m:sup>
                              <m:sSub>
                                <m:sSubPr>
                                  <m:ctrlPr>
                                    <a:rPr lang="en-US" altLang="zh-CN" sz="1200" i="1">
                                      <a:solidFill>
                                        <a:srgbClr val="000000"/>
                                      </a:solidFill>
                                      <a:latin typeface="Cambria Math" panose="02040503050406030204" pitchFamily="18" charset="0"/>
                                      <a:ea typeface="Cambria Math" panose="02040503050406030204" pitchFamily="18" charset="0"/>
                                    </a:rPr>
                                  </m:ctrlPr>
                                </m:sSubPr>
                                <m:e>
                                  <m:r>
                                    <a:rPr lang="en-US" altLang="zh-CN" sz="1200" i="1" smtClean="0">
                                      <a:solidFill>
                                        <a:srgbClr val="000000"/>
                                      </a:solidFill>
                                      <a:latin typeface="Cambria Math" panose="02040503050406030204" pitchFamily="18" charset="0"/>
                                      <a:ea typeface="Cambria Math" panose="02040503050406030204" pitchFamily="18" charset="0"/>
                                    </a:rPr>
                                    <m:t>𝑥</m:t>
                                  </m:r>
                                </m:e>
                                <m:sub>
                                  <m:r>
                                    <a:rPr lang="en-US" altLang="zh-CN" sz="1200" i="1" smtClean="0">
                                      <a:solidFill>
                                        <a:srgbClr val="000000"/>
                                      </a:solidFill>
                                      <a:latin typeface="Cambria Math" panose="02040503050406030204" pitchFamily="18" charset="0"/>
                                      <a:ea typeface="Cambria Math" panose="02040503050406030204" pitchFamily="18" charset="0"/>
                                    </a:rPr>
                                    <m:t>𝑖</m:t>
                                  </m:r>
                                </m:sub>
                              </m:sSub>
                              <m:r>
                                <a:rPr lang="en-US" altLang="zh-CN" sz="1200" i="1" smtClean="0">
                                  <a:solidFill>
                                    <a:srgbClr val="000000"/>
                                  </a:solidFill>
                                  <a:latin typeface="Cambria Math" panose="02040503050406030204" pitchFamily="18" charset="0"/>
                                  <a:ea typeface="Cambria Math" panose="02040503050406030204" pitchFamily="18" charset="0"/>
                                </a:rPr>
                                <m:t>−</m:t>
                              </m:r>
                              <m:sSub>
                                <m:sSubPr>
                                  <m:ctrlPr>
                                    <a:rPr lang="en-US" altLang="zh-CN" sz="1200" i="1">
                                      <a:solidFill>
                                        <a:srgbClr val="000000"/>
                                      </a:solidFill>
                                      <a:latin typeface="Cambria Math" panose="02040503050406030204" pitchFamily="18" charset="0"/>
                                      <a:ea typeface="Cambria Math" panose="02040503050406030204" pitchFamily="18" charset="0"/>
                                    </a:rPr>
                                  </m:ctrlPr>
                                </m:sSubPr>
                                <m:e>
                                  <m:r>
                                    <a:rPr lang="en-US" altLang="zh-CN" sz="1200" i="1" smtClean="0">
                                      <a:solidFill>
                                        <a:srgbClr val="000000"/>
                                      </a:solidFill>
                                      <a:latin typeface="Cambria Math" panose="02040503050406030204" pitchFamily="18" charset="0"/>
                                      <a:ea typeface="Cambria Math" panose="02040503050406030204" pitchFamily="18" charset="0"/>
                                    </a:rPr>
                                    <m:t>𝑚</m:t>
                                  </m:r>
                                </m:e>
                                <m:sub>
                                  <m:r>
                                    <a:rPr lang="en-US" altLang="zh-CN" sz="1200" i="1" smtClean="0">
                                      <a:solidFill>
                                        <a:srgbClr val="000000"/>
                                      </a:solidFill>
                                      <a:latin typeface="Cambria Math" panose="02040503050406030204" pitchFamily="18" charset="0"/>
                                      <a:ea typeface="Cambria Math" panose="02040503050406030204" pitchFamily="18" charset="0"/>
                                    </a:rPr>
                                    <m:t>𝑖</m:t>
                                  </m:r>
                                </m:sub>
                              </m:sSub>
                            </m:sup>
                          </m:sSup>
                        </m:num>
                        <m:den>
                          <m:sSub>
                            <m:sSubPr>
                              <m:ctrlPr>
                                <a:rPr lang="en-US" altLang="zh-CN" sz="1200" i="1" smtClean="0">
                                  <a:solidFill>
                                    <a:srgbClr val="000000"/>
                                  </a:solidFill>
                                  <a:latin typeface="Cambria Math" panose="02040503050406030204" pitchFamily="18" charset="0"/>
                                </a:rPr>
                              </m:ctrlPr>
                            </m:sSubPr>
                            <m:e>
                              <m:r>
                                <a:rPr lang="en-US" altLang="zh-CN" sz="1200" i="1" smtClean="0">
                                  <a:solidFill>
                                    <a:srgbClr val="000000"/>
                                  </a:solidFill>
                                  <a:latin typeface="Cambria Math" panose="02040503050406030204" pitchFamily="18" charset="0"/>
                                </a:rPr>
                                <m:t>𝑑</m:t>
                              </m:r>
                            </m:e>
                            <m:sub>
                              <m:r>
                                <a:rPr lang="en-US" altLang="zh-CN" sz="1200" i="1" smtClean="0">
                                  <a:solidFill>
                                    <a:srgbClr val="000000"/>
                                  </a:solidFill>
                                  <a:latin typeface="Cambria Math" panose="02040503050406030204" pitchFamily="18" charset="0"/>
                                </a:rPr>
                                <m:t>𝑖</m:t>
                              </m:r>
                            </m:sub>
                          </m:sSub>
                        </m:den>
                      </m:f>
                      <m:r>
                        <a:rPr lang="en-US" altLang="zh-CN" sz="1200" i="1" smtClean="0">
                          <a:solidFill>
                            <a:srgbClr val="000000"/>
                          </a:solidFill>
                          <a:latin typeface="Cambria Math" panose="02040503050406030204" pitchFamily="18" charset="0"/>
                        </a:rPr>
                        <m:t>+</m:t>
                      </m:r>
                      <m:sSub>
                        <m:sSubPr>
                          <m:ctrlPr>
                            <a:rPr lang="en-US" altLang="zh-CN" sz="1200" i="1" smtClean="0">
                              <a:solidFill>
                                <a:srgbClr val="000000"/>
                              </a:solidFill>
                              <a:latin typeface="Cambria Math" panose="02040503050406030204" pitchFamily="18" charset="0"/>
                            </a:rPr>
                          </m:ctrlPr>
                        </m:sSubPr>
                        <m:e>
                          <m:r>
                            <a:rPr lang="en-US" altLang="zh-CN" sz="1200" i="1" smtClean="0">
                              <a:solidFill>
                                <a:srgbClr val="000000"/>
                              </a:solidFill>
                              <a:latin typeface="Cambria Math" panose="02040503050406030204" pitchFamily="18" charset="0"/>
                            </a:rPr>
                            <m:t>𝑠</m:t>
                          </m:r>
                        </m:e>
                        <m:sub>
                          <m:r>
                            <a:rPr lang="en-US" altLang="zh-CN" sz="1200" i="1" smtClean="0">
                              <a:solidFill>
                                <a:srgbClr val="000000"/>
                              </a:solidFill>
                              <a:latin typeface="Cambria Math" panose="02040503050406030204" pitchFamily="18" charset="0"/>
                            </a:rPr>
                            <m:t>𝑖</m:t>
                          </m:r>
                          <m:r>
                            <a:rPr lang="en-US" altLang="zh-CN" sz="1200" i="1" smtClean="0">
                              <a:solidFill>
                                <a:srgbClr val="000000"/>
                              </a:solidFill>
                              <a:latin typeface="Cambria Math" panose="02040503050406030204" pitchFamily="18" charset="0"/>
                            </a:rPr>
                            <m:t>−1</m:t>
                          </m:r>
                        </m:sub>
                      </m:sSub>
                      <m:f>
                        <m:fPr>
                          <m:ctrlPr>
                            <a:rPr lang="en-US" altLang="zh-CN" sz="1200" i="1" smtClean="0">
                              <a:solidFill>
                                <a:srgbClr val="000000"/>
                              </a:solidFill>
                              <a:latin typeface="Cambria Math" panose="02040503050406030204" pitchFamily="18" charset="0"/>
                            </a:rPr>
                          </m:ctrlPr>
                        </m:fPr>
                        <m:num>
                          <m:sSub>
                            <m:sSubPr>
                              <m:ctrlPr>
                                <a:rPr lang="en-US" altLang="zh-CN" sz="1200" i="1" smtClean="0">
                                  <a:solidFill>
                                    <a:srgbClr val="000000"/>
                                  </a:solidFill>
                                  <a:latin typeface="Cambria Math" panose="02040503050406030204" pitchFamily="18" charset="0"/>
                                </a:rPr>
                              </m:ctrlPr>
                            </m:sSubPr>
                            <m:e>
                              <m:r>
                                <a:rPr lang="en-US" altLang="zh-CN" sz="1200" i="1" smtClean="0">
                                  <a:solidFill>
                                    <a:srgbClr val="000000"/>
                                  </a:solidFill>
                                  <a:latin typeface="Cambria Math" panose="02040503050406030204" pitchFamily="18" charset="0"/>
                                </a:rPr>
                                <m:t>𝑑</m:t>
                              </m:r>
                            </m:e>
                            <m:sub>
                              <m:r>
                                <a:rPr lang="en-US" altLang="zh-CN" sz="1200" i="1" smtClean="0">
                                  <a:solidFill>
                                    <a:srgbClr val="000000"/>
                                  </a:solidFill>
                                  <a:latin typeface="Cambria Math" panose="02040503050406030204" pitchFamily="18" charset="0"/>
                                </a:rPr>
                                <m:t>𝑖</m:t>
                              </m:r>
                              <m:r>
                                <a:rPr lang="en-US" altLang="zh-CN" sz="1200" i="1" smtClean="0">
                                  <a:solidFill>
                                    <a:srgbClr val="000000"/>
                                  </a:solidFill>
                                  <a:latin typeface="Cambria Math" panose="02040503050406030204" pitchFamily="18" charset="0"/>
                                </a:rPr>
                                <m:t>−1</m:t>
                              </m:r>
                            </m:sub>
                          </m:sSub>
                          <m:sSup>
                            <m:sSupPr>
                              <m:ctrlPr>
                                <a:rPr lang="en-US" altLang="zh-CN" sz="1200" i="1" smtClean="0">
                                  <a:solidFill>
                                    <a:srgbClr val="000000"/>
                                  </a:solidFill>
                                  <a:latin typeface="Cambria Math" panose="02040503050406030204" pitchFamily="18" charset="0"/>
                                </a:rPr>
                              </m:ctrlPr>
                            </m:sSupPr>
                            <m:e>
                              <m:r>
                                <a:rPr lang="en-US" altLang="zh-CN" sz="1200" i="1" smtClean="0">
                                  <a:solidFill>
                                    <a:srgbClr val="000000"/>
                                  </a:solidFill>
                                  <a:latin typeface="Cambria Math" panose="02040503050406030204" pitchFamily="18" charset="0"/>
                                </a:rPr>
                                <m:t>𝑒</m:t>
                              </m:r>
                            </m:e>
                            <m:sup>
                              <m:sSub>
                                <m:sSubPr>
                                  <m:ctrlPr>
                                    <a:rPr lang="en-US" altLang="zh-CN" sz="1200" i="1">
                                      <a:solidFill>
                                        <a:srgbClr val="000000"/>
                                      </a:solidFill>
                                      <a:latin typeface="Cambria Math" panose="02040503050406030204" pitchFamily="18" charset="0"/>
                                    </a:rPr>
                                  </m:ctrlPr>
                                </m:sSubPr>
                                <m:e>
                                  <m:r>
                                    <a:rPr lang="en-US" altLang="zh-CN" sz="1200" i="1" smtClean="0">
                                      <a:solidFill>
                                        <a:srgbClr val="000000"/>
                                      </a:solidFill>
                                      <a:latin typeface="Cambria Math" panose="02040503050406030204" pitchFamily="18" charset="0"/>
                                    </a:rPr>
                                    <m:t>𝑚</m:t>
                                  </m:r>
                                </m:e>
                                <m:sub>
                                  <m:r>
                                    <a:rPr lang="en-US" altLang="zh-CN" sz="1200" i="1" smtClean="0">
                                      <a:solidFill>
                                        <a:srgbClr val="000000"/>
                                      </a:solidFill>
                                      <a:latin typeface="Cambria Math" panose="02040503050406030204" pitchFamily="18" charset="0"/>
                                    </a:rPr>
                                    <m:t>𝑖</m:t>
                                  </m:r>
                                  <m:r>
                                    <a:rPr lang="en-US" altLang="zh-CN" sz="1200" i="1" smtClean="0">
                                      <a:solidFill>
                                        <a:srgbClr val="000000"/>
                                      </a:solidFill>
                                      <a:latin typeface="Cambria Math" panose="02040503050406030204" pitchFamily="18" charset="0"/>
                                    </a:rPr>
                                    <m:t>−1</m:t>
                                  </m:r>
                                </m:sub>
                              </m:sSub>
                              <m:r>
                                <a:rPr lang="en-US" altLang="zh-CN" sz="1200" i="1" smtClean="0">
                                  <a:solidFill>
                                    <a:srgbClr val="000000"/>
                                  </a:solidFill>
                                  <a:latin typeface="Cambria Math" panose="02040503050406030204" pitchFamily="18" charset="0"/>
                                </a:rPr>
                                <m:t>−</m:t>
                              </m:r>
                              <m:sSub>
                                <m:sSubPr>
                                  <m:ctrlPr>
                                    <a:rPr lang="en-US" altLang="zh-CN" sz="1200" i="1">
                                      <a:solidFill>
                                        <a:srgbClr val="000000"/>
                                      </a:solidFill>
                                      <a:latin typeface="Cambria Math" panose="02040503050406030204" pitchFamily="18" charset="0"/>
                                    </a:rPr>
                                  </m:ctrlPr>
                                </m:sSubPr>
                                <m:e>
                                  <m:r>
                                    <a:rPr lang="en-US" altLang="zh-CN" sz="1200" i="1" smtClean="0">
                                      <a:solidFill>
                                        <a:srgbClr val="000000"/>
                                      </a:solidFill>
                                      <a:latin typeface="Cambria Math" panose="02040503050406030204" pitchFamily="18" charset="0"/>
                                    </a:rPr>
                                    <m:t>𝑚</m:t>
                                  </m:r>
                                </m:e>
                                <m:sub>
                                  <m:r>
                                    <a:rPr lang="en-US" altLang="zh-CN" sz="1200" i="1" smtClean="0">
                                      <a:solidFill>
                                        <a:srgbClr val="000000"/>
                                      </a:solidFill>
                                      <a:latin typeface="Cambria Math" panose="02040503050406030204" pitchFamily="18" charset="0"/>
                                    </a:rPr>
                                    <m:t>𝑖</m:t>
                                  </m:r>
                                </m:sub>
                              </m:sSub>
                            </m:sup>
                          </m:sSup>
                        </m:num>
                        <m:den>
                          <m:sSub>
                            <m:sSubPr>
                              <m:ctrlPr>
                                <a:rPr lang="en-US" altLang="zh-CN" sz="1200" i="1" smtClean="0">
                                  <a:solidFill>
                                    <a:srgbClr val="000000"/>
                                  </a:solidFill>
                                  <a:latin typeface="Cambria Math" panose="02040503050406030204" pitchFamily="18" charset="0"/>
                                </a:rPr>
                              </m:ctrlPr>
                            </m:sSubPr>
                            <m:e>
                              <m:r>
                                <a:rPr lang="en-US" altLang="zh-CN" sz="1200" i="1" smtClean="0">
                                  <a:solidFill>
                                    <a:srgbClr val="000000"/>
                                  </a:solidFill>
                                  <a:latin typeface="Cambria Math" panose="02040503050406030204" pitchFamily="18" charset="0"/>
                                </a:rPr>
                                <m:t>𝑑</m:t>
                              </m:r>
                            </m:e>
                            <m:sub>
                              <m:r>
                                <a:rPr lang="en-US" altLang="zh-CN" sz="1200" i="1" smtClean="0">
                                  <a:solidFill>
                                    <a:srgbClr val="000000"/>
                                  </a:solidFill>
                                  <a:latin typeface="Cambria Math" panose="02040503050406030204" pitchFamily="18" charset="0"/>
                                </a:rPr>
                                <m:t>𝑖</m:t>
                              </m:r>
                            </m:sub>
                          </m:sSub>
                        </m:den>
                      </m:f>
                    </m:oMath>
                  </m:oMathPara>
                </a14:m>
                <a:endParaRPr lang="en-US" altLang="zh-CN" sz="1200" dirty="0">
                  <a:solidFill>
                    <a:srgbClr val="000000"/>
                  </a:solidFill>
                  <a:latin typeface="Arial" panose="020B0604020202020204" pitchFamily="34" charset="0"/>
                  <a:ea typeface="微软雅黑" panose="020B0503020204020204" pitchFamily="34" charset="-122"/>
                  <a:cs typeface="Arial" panose="020B0604020202020204" pitchFamily="34" charset="0"/>
                </a:endParaRPr>
              </a:p>
            </p:txBody>
          </p:sp>
        </mc:Choice>
        <mc:Fallback>
          <p:sp>
            <p:nvSpPr>
              <p:cNvPr id="3" name="文本占位符 2">
                <a:extLst>
                  <a:ext uri="{FF2B5EF4-FFF2-40B4-BE49-F238E27FC236}">
                    <a16:creationId xmlns:a16="http://schemas.microsoft.com/office/drawing/2014/main" id="{C2F71E0A-616D-946A-FE9A-7DD1CE6ABD9F}"/>
                  </a:ext>
                </a:extLst>
              </p:cNvPr>
              <p:cNvSpPr txBox="1">
                <a:spLocks noRot="1" noChangeAspect="1" noMove="1" noResize="1" noEditPoints="1" noAdjustHandles="1" noChangeArrowheads="1" noChangeShapeType="1" noTextEdit="1"/>
              </p:cNvSpPr>
              <p:nvPr/>
            </p:nvSpPr>
            <p:spPr>
              <a:xfrm>
                <a:off x="3244875" y="2435234"/>
                <a:ext cx="5707012" cy="1987532"/>
              </a:xfrm>
              <a:prstGeom prst="rect">
                <a:avLst/>
              </a:prstGeom>
              <a:blipFill>
                <a:blip r:embed="rId2"/>
                <a:stretch>
                  <a:fillRect l="-855" t="-2752"/>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425838516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C213763-12CB-4E5D-5CD7-1298437B4A08}"/>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1C7B5542-7F1F-B911-E63C-A623C9C6C501}"/>
              </a:ext>
            </a:extLst>
          </p:cNvPr>
          <p:cNvSpPr txBox="1">
            <a:spLocks/>
          </p:cNvSpPr>
          <p:nvPr/>
        </p:nvSpPr>
        <p:spPr>
          <a:xfrm>
            <a:off x="3543834" y="411900"/>
            <a:ext cx="5109091" cy="584775"/>
          </a:xfrm>
          <a:prstGeom prst="rect">
            <a:avLst/>
          </a:prstGeom>
        </p:spPr>
        <p:txBody>
          <a:bodyPr wrap="none">
            <a:spAutoFit/>
          </a:bodyPr>
          <a:lstStyle>
            <a:lvl1pPr algn="l" defTabSz="1187798" rtl="0" eaLnBrk="1" latinLnBrk="0" hangingPunct="1">
              <a:lnSpc>
                <a:spcPct val="90000"/>
              </a:lnSpc>
              <a:spcBef>
                <a:spcPct val="0"/>
              </a:spcBef>
              <a:buNone/>
              <a:defRPr sz="5716" kern="1200">
                <a:solidFill>
                  <a:schemeClr val="tx1"/>
                </a:solidFill>
                <a:latin typeface="+mj-lt"/>
                <a:ea typeface="+mj-ea"/>
                <a:cs typeface="+mj-cs"/>
              </a:defRPr>
            </a:lvl1pPr>
          </a:lstStyle>
          <a:p>
            <a:pPr algn="ctr">
              <a:lnSpc>
                <a:spcPct val="100000"/>
              </a:lnSpc>
            </a:pPr>
            <a:r>
              <a:rPr lang="zh-CN" altLang="en-US" sz="3200" b="1" dirty="0">
                <a:solidFill>
                  <a:srgbClr val="000000"/>
                </a:solidFill>
                <a:latin typeface="微软雅黑" panose="020B0503020204020204" pitchFamily="34" charset="-122"/>
                <a:ea typeface="微软雅黑" panose="020B0503020204020204" pitchFamily="34" charset="-122"/>
              </a:rPr>
              <a:t>自注意力算子前向计算过程</a:t>
            </a:r>
          </a:p>
        </p:txBody>
      </p:sp>
      <mc:AlternateContent xmlns:mc="http://schemas.openxmlformats.org/markup-compatibility/2006">
        <mc:Choice xmlns:a14="http://schemas.microsoft.com/office/drawing/2010/main" Requires="a14">
          <p:sp>
            <p:nvSpPr>
              <p:cNvPr id="3" name="文本占位符 2">
                <a:extLst>
                  <a:ext uri="{FF2B5EF4-FFF2-40B4-BE49-F238E27FC236}">
                    <a16:creationId xmlns:a16="http://schemas.microsoft.com/office/drawing/2014/main" id="{F6CC4516-626E-AC6C-25D0-8A19472B08F8}"/>
                  </a:ext>
                </a:extLst>
              </p:cNvPr>
              <p:cNvSpPr txBox="1">
                <a:spLocks/>
              </p:cNvSpPr>
              <p:nvPr/>
            </p:nvSpPr>
            <p:spPr>
              <a:xfrm>
                <a:off x="2821683" y="2586718"/>
                <a:ext cx="6553397" cy="1684564"/>
              </a:xfrm>
              <a:prstGeom prst="rect">
                <a:avLst/>
              </a:prstGeom>
            </p:spPr>
            <p:txBody>
              <a:bodyPr wrap="none">
                <a:spAutoFit/>
              </a:bodyPr>
              <a:lstStyle>
                <a:lvl1pPr marL="296950" indent="-296950" algn="l" defTabSz="1187798" rtl="0" eaLnBrk="1" latinLnBrk="0" hangingPunct="1">
                  <a:lnSpc>
                    <a:spcPct val="90000"/>
                  </a:lnSpc>
                  <a:spcBef>
                    <a:spcPts val="1299"/>
                  </a:spcBef>
                  <a:buFont typeface="Arial" panose="020B0604020202020204" pitchFamily="34" charset="0"/>
                  <a:buChar char="•"/>
                  <a:defRPr sz="3636" kern="1200">
                    <a:solidFill>
                      <a:schemeClr val="tx1"/>
                    </a:solidFill>
                    <a:latin typeface="+mn-lt"/>
                    <a:ea typeface="+mn-ea"/>
                    <a:cs typeface="+mn-cs"/>
                  </a:defRPr>
                </a:lvl1pPr>
                <a:lvl2pPr marL="890849" indent="-296950" algn="l" defTabSz="1187798" rtl="0" eaLnBrk="1" latinLnBrk="0" hangingPunct="1">
                  <a:lnSpc>
                    <a:spcPct val="90000"/>
                  </a:lnSpc>
                  <a:spcBef>
                    <a:spcPts val="650"/>
                  </a:spcBef>
                  <a:buFont typeface="Arial" panose="020B0604020202020204" pitchFamily="34" charset="0"/>
                  <a:buChar char="•"/>
                  <a:defRPr sz="3118" kern="1200">
                    <a:solidFill>
                      <a:schemeClr val="tx1"/>
                    </a:solidFill>
                    <a:latin typeface="+mn-lt"/>
                    <a:ea typeface="+mn-ea"/>
                    <a:cs typeface="+mn-cs"/>
                  </a:defRPr>
                </a:lvl2pPr>
                <a:lvl3pPr marL="1484748" indent="-296950" algn="l" defTabSz="1187798" rtl="0" eaLnBrk="1" latinLnBrk="0" hangingPunct="1">
                  <a:lnSpc>
                    <a:spcPct val="90000"/>
                  </a:lnSpc>
                  <a:spcBef>
                    <a:spcPts val="650"/>
                  </a:spcBef>
                  <a:buFont typeface="Arial" panose="020B0604020202020204" pitchFamily="34" charset="0"/>
                  <a:buChar char="•"/>
                  <a:defRPr sz="2598" kern="1200">
                    <a:solidFill>
                      <a:schemeClr val="tx1"/>
                    </a:solidFill>
                    <a:latin typeface="+mn-lt"/>
                    <a:ea typeface="+mn-ea"/>
                    <a:cs typeface="+mn-cs"/>
                  </a:defRPr>
                </a:lvl3pPr>
                <a:lvl4pPr marL="2078648" indent="-296950" algn="l" defTabSz="1187798" rtl="0" eaLnBrk="1" latinLnBrk="0" hangingPunct="1">
                  <a:lnSpc>
                    <a:spcPct val="90000"/>
                  </a:lnSpc>
                  <a:spcBef>
                    <a:spcPts val="650"/>
                  </a:spcBef>
                  <a:buFont typeface="Arial" panose="020B0604020202020204" pitchFamily="34" charset="0"/>
                  <a:buChar char="•"/>
                  <a:defRPr sz="2338" kern="1200">
                    <a:solidFill>
                      <a:schemeClr val="tx1"/>
                    </a:solidFill>
                    <a:latin typeface="+mn-lt"/>
                    <a:ea typeface="+mn-ea"/>
                    <a:cs typeface="+mn-cs"/>
                  </a:defRPr>
                </a:lvl4pPr>
                <a:lvl5pPr marL="2672547" indent="-296950" algn="l" defTabSz="1187798" rtl="0" eaLnBrk="1" latinLnBrk="0" hangingPunct="1">
                  <a:lnSpc>
                    <a:spcPct val="90000"/>
                  </a:lnSpc>
                  <a:spcBef>
                    <a:spcPts val="650"/>
                  </a:spcBef>
                  <a:buFont typeface="Arial" panose="020B0604020202020204" pitchFamily="34" charset="0"/>
                  <a:buChar char="•"/>
                  <a:defRPr sz="2338" kern="1200">
                    <a:solidFill>
                      <a:schemeClr val="tx1"/>
                    </a:solidFill>
                    <a:latin typeface="+mn-lt"/>
                    <a:ea typeface="+mn-ea"/>
                    <a:cs typeface="+mn-cs"/>
                  </a:defRPr>
                </a:lvl5pPr>
                <a:lvl6pPr marL="3266447" indent="-296950" algn="l" defTabSz="1187798" rtl="0" eaLnBrk="1" latinLnBrk="0" hangingPunct="1">
                  <a:lnSpc>
                    <a:spcPct val="90000"/>
                  </a:lnSpc>
                  <a:spcBef>
                    <a:spcPts val="650"/>
                  </a:spcBef>
                  <a:buFont typeface="Arial" panose="020B0604020202020204" pitchFamily="34" charset="0"/>
                  <a:buChar char="•"/>
                  <a:defRPr sz="2338" kern="1200">
                    <a:solidFill>
                      <a:schemeClr val="tx1"/>
                    </a:solidFill>
                    <a:latin typeface="+mn-lt"/>
                    <a:ea typeface="+mn-ea"/>
                    <a:cs typeface="+mn-cs"/>
                  </a:defRPr>
                </a:lvl6pPr>
                <a:lvl7pPr marL="3860346" indent="-296950" algn="l" defTabSz="1187798" rtl="0" eaLnBrk="1" latinLnBrk="0" hangingPunct="1">
                  <a:lnSpc>
                    <a:spcPct val="90000"/>
                  </a:lnSpc>
                  <a:spcBef>
                    <a:spcPts val="650"/>
                  </a:spcBef>
                  <a:buFont typeface="Arial" panose="020B0604020202020204" pitchFamily="34" charset="0"/>
                  <a:buChar char="•"/>
                  <a:defRPr sz="2338" kern="1200">
                    <a:solidFill>
                      <a:schemeClr val="tx1"/>
                    </a:solidFill>
                    <a:latin typeface="+mn-lt"/>
                    <a:ea typeface="+mn-ea"/>
                    <a:cs typeface="+mn-cs"/>
                  </a:defRPr>
                </a:lvl7pPr>
                <a:lvl8pPr marL="4454245" indent="-296950" algn="l" defTabSz="1187798" rtl="0" eaLnBrk="1" latinLnBrk="0" hangingPunct="1">
                  <a:lnSpc>
                    <a:spcPct val="90000"/>
                  </a:lnSpc>
                  <a:spcBef>
                    <a:spcPts val="650"/>
                  </a:spcBef>
                  <a:buFont typeface="Arial" panose="020B0604020202020204" pitchFamily="34" charset="0"/>
                  <a:buChar char="•"/>
                  <a:defRPr sz="2338" kern="1200">
                    <a:solidFill>
                      <a:schemeClr val="tx1"/>
                    </a:solidFill>
                    <a:latin typeface="+mn-lt"/>
                    <a:ea typeface="+mn-ea"/>
                    <a:cs typeface="+mn-cs"/>
                  </a:defRPr>
                </a:lvl8pPr>
                <a:lvl9pPr marL="5048144" indent="-296950" algn="l" defTabSz="1187798" rtl="0" eaLnBrk="1" latinLnBrk="0" hangingPunct="1">
                  <a:lnSpc>
                    <a:spcPct val="90000"/>
                  </a:lnSpc>
                  <a:spcBef>
                    <a:spcPts val="650"/>
                  </a:spcBef>
                  <a:buFont typeface="Arial" panose="020B0604020202020204" pitchFamily="34" charset="0"/>
                  <a:buChar char="•"/>
                  <a:defRPr sz="2338" kern="1200">
                    <a:solidFill>
                      <a:schemeClr val="tx1"/>
                    </a:solidFill>
                    <a:latin typeface="+mn-lt"/>
                    <a:ea typeface="+mn-ea"/>
                    <a:cs typeface="+mn-cs"/>
                  </a:defRPr>
                </a:lvl9pPr>
              </a:lstStyle>
              <a:p>
                <a:pPr marL="0" indent="0">
                  <a:buNone/>
                </a:pPr>
                <a:r>
                  <a:rPr lang="en-US" altLang="zh-CN" sz="1800" b="1" kern="0" dirty="0">
                    <a:solidFill>
                      <a:srgbClr val="C00000"/>
                    </a:solidFill>
                    <a:latin typeface="Arial" panose="020B0604020202020204" pitchFamily="34" charset="0"/>
                    <a:ea typeface="微软雅黑" panose="020B0503020204020204" pitchFamily="34" charset="-122"/>
                    <a:cs typeface="Arial" panose="020B0604020202020204" pitchFamily="34" charset="0"/>
                  </a:rPr>
                  <a:t>Stage5</a:t>
                </a:r>
                <a:r>
                  <a:rPr lang="zh-CN" altLang="en-US" sz="1800" b="1" kern="0" dirty="0">
                    <a:solidFill>
                      <a:srgbClr val="C00000"/>
                    </a:solidFill>
                    <a:latin typeface="Arial" panose="020B0604020202020204" pitchFamily="34" charset="0"/>
                    <a:ea typeface="微软雅黑" panose="020B0503020204020204" pitchFamily="34" charset="-122"/>
                    <a:cs typeface="Arial" panose="020B0604020202020204" pitchFamily="34" charset="0"/>
                  </a:rPr>
                  <a:t>：</a:t>
                </a:r>
                <a:r>
                  <a:rPr lang="en-US" altLang="zh-CN" sz="1800" b="1" kern="0" dirty="0" err="1">
                    <a:solidFill>
                      <a:srgbClr val="C00000"/>
                    </a:solidFill>
                    <a:latin typeface="Arial" panose="020B0604020202020204" pitchFamily="34" charset="0"/>
                    <a:ea typeface="微软雅黑" panose="020B0503020204020204" pitchFamily="34" charset="-122"/>
                    <a:cs typeface="Arial" panose="020B0604020202020204" pitchFamily="34" charset="0"/>
                  </a:rPr>
                  <a:t>Softmax</a:t>
                </a:r>
                <a:r>
                  <a:rPr lang="zh-CN" altLang="en-US" sz="1800" b="1" kern="0" dirty="0">
                    <a:solidFill>
                      <a:srgbClr val="C00000"/>
                    </a:solidFill>
                    <a:latin typeface="Arial" panose="020B0604020202020204" pitchFamily="34" charset="0"/>
                    <a:ea typeface="微软雅黑" panose="020B0503020204020204" pitchFamily="34" charset="-122"/>
                    <a:cs typeface="Arial" panose="020B0604020202020204" pitchFamily="34" charset="0"/>
                  </a:rPr>
                  <a:t>操作</a:t>
                </a:r>
                <a:endParaRPr lang="en-US" altLang="zh-CN" sz="1800" b="1" kern="0" dirty="0">
                  <a:solidFill>
                    <a:srgbClr val="C00000"/>
                  </a:solidFill>
                  <a:latin typeface="Arial" panose="020B0604020202020204" pitchFamily="34" charset="0"/>
                  <a:ea typeface="微软雅黑" panose="020B0503020204020204" pitchFamily="34" charset="-122"/>
                  <a:cs typeface="Arial" panose="020B0604020202020204" pitchFamily="34" charset="0"/>
                </a:endParaRPr>
              </a:p>
              <a:p>
                <a:pPr marL="0" lvl="1" indent="0">
                  <a:buNone/>
                  <a:defRPr>
                    <a:solidFill>
                      <a:srgbClr val="000000"/>
                    </a:solidFill>
                  </a:defRPr>
                </a:pPr>
                <a:r>
                  <a:rPr lang="en-US" altLang="zh-CN" sz="1200" b="1" dirty="0" err="1">
                    <a:solidFill>
                      <a:srgbClr val="000000"/>
                    </a:solidFill>
                    <a:latin typeface="Arial" panose="020B0604020202020204" pitchFamily="34" charset="0"/>
                    <a:ea typeface="微软雅黑" panose="020B0503020204020204" pitchFamily="34" charset="-122"/>
                    <a:cs typeface="Arial" panose="020B0604020202020204" pitchFamily="34" charset="0"/>
                  </a:rPr>
                  <a:t>FlashAttention</a:t>
                </a:r>
                <a:r>
                  <a:rPr lang="en-US" altLang="zh-CN" sz="1200" b="1" dirty="0">
                    <a:solidFill>
                      <a:srgbClr val="000000"/>
                    </a:solidFill>
                    <a:latin typeface="Arial" panose="020B0604020202020204" pitchFamily="34" charset="0"/>
                    <a:ea typeface="微软雅黑" panose="020B0503020204020204" pitchFamily="34" charset="-122"/>
                    <a:cs typeface="Arial" panose="020B0604020202020204" pitchFamily="34" charset="0"/>
                  </a:rPr>
                  <a:t> </a:t>
                </a:r>
                <a:r>
                  <a:rPr lang="en-US" altLang="zh-CN" sz="1200" b="1" dirty="0" err="1">
                    <a:solidFill>
                      <a:srgbClr val="000000"/>
                    </a:solidFill>
                    <a:latin typeface="Arial" panose="020B0604020202020204" pitchFamily="34" charset="0"/>
                    <a:ea typeface="微软雅黑" panose="020B0503020204020204" pitchFamily="34" charset="-122"/>
                    <a:cs typeface="Arial" panose="020B0604020202020204" pitchFamily="34" charset="0"/>
                  </a:rPr>
                  <a:t>Softmax</a:t>
                </a:r>
                <a:r>
                  <a:rPr lang="zh-CN" altLang="en-US" sz="1200" b="1" dirty="0">
                    <a:solidFill>
                      <a:srgbClr val="000000"/>
                    </a:solidFill>
                    <a:latin typeface="Arial" panose="020B0604020202020204" pitchFamily="34" charset="0"/>
                    <a:ea typeface="微软雅黑" panose="020B0503020204020204" pitchFamily="34" charset="-122"/>
                    <a:cs typeface="Arial" panose="020B0604020202020204" pitchFamily="34" charset="0"/>
                  </a:rPr>
                  <a:t>进一步优化</a:t>
                </a:r>
                <a:r>
                  <a:rPr lang="en-US" altLang="zh-CN" sz="1200" b="1" dirty="0">
                    <a:solidFill>
                      <a:srgbClr val="000000"/>
                    </a:solidFill>
                    <a:latin typeface="Arial" panose="020B0604020202020204" pitchFamily="34" charset="0"/>
                    <a:ea typeface="微软雅黑" panose="020B0503020204020204" pitchFamily="34" charset="-122"/>
                    <a:cs typeface="Arial" panose="020B0604020202020204" pitchFamily="34" charset="0"/>
                  </a:rPr>
                  <a:t>FlashAttentionV2 </a:t>
                </a:r>
                <a:r>
                  <a:rPr lang="en-US" altLang="zh-CN" sz="1200" b="1" dirty="0" err="1">
                    <a:solidFill>
                      <a:srgbClr val="000000"/>
                    </a:solidFill>
                    <a:latin typeface="Arial" panose="020B0604020202020204" pitchFamily="34" charset="0"/>
                    <a:ea typeface="微软雅黑" panose="020B0503020204020204" pitchFamily="34" charset="-122"/>
                    <a:cs typeface="Arial" panose="020B0604020202020204" pitchFamily="34" charset="0"/>
                  </a:rPr>
                  <a:t>Softmax</a:t>
                </a:r>
                <a:r>
                  <a:rPr lang="en-US" altLang="zh-CN" sz="1200" b="1" dirty="0">
                    <a:solidFill>
                      <a:srgbClr val="000000"/>
                    </a:solidFill>
                    <a:latin typeface="Arial" panose="020B0604020202020204" pitchFamily="34" charset="0"/>
                    <a:ea typeface="微软雅黑" panose="020B0503020204020204" pitchFamily="34" charset="-122"/>
                    <a:cs typeface="Arial" panose="020B0604020202020204" pitchFamily="34" charset="0"/>
                  </a:rPr>
                  <a:t> </a:t>
                </a:r>
                <a:r>
                  <a:rPr lang="zh-CN" altLang="en-US" sz="1200" b="1" dirty="0">
                    <a:solidFill>
                      <a:srgbClr val="000000"/>
                    </a:solidFill>
                    <a:latin typeface="Arial" panose="020B0604020202020204" pitchFamily="34" charset="0"/>
                    <a:ea typeface="微软雅黑" panose="020B0503020204020204" pitchFamily="34" charset="-122"/>
                    <a:cs typeface="Arial" panose="020B0604020202020204" pitchFamily="34" charset="0"/>
                  </a:rPr>
                  <a:t>，去掉冗余的</a:t>
                </a:r>
                <a:r>
                  <a:rPr lang="en-US" altLang="zh-CN" sz="1200" b="1" dirty="0">
                    <a:solidFill>
                      <a:srgbClr val="000000"/>
                    </a:solidFill>
                    <a:latin typeface="Arial" panose="020B0604020202020204" pitchFamily="34" charset="0"/>
                    <a:ea typeface="微软雅黑" panose="020B0503020204020204" pitchFamily="34" charset="-122"/>
                    <a:cs typeface="Arial" panose="020B0604020202020204" pitchFamily="34" charset="0"/>
                  </a:rPr>
                  <a:t>rescale</a:t>
                </a:r>
                <a:r>
                  <a:rPr lang="zh-CN" altLang="en-US" sz="1200" b="1" dirty="0">
                    <a:solidFill>
                      <a:srgbClr val="000000"/>
                    </a:solidFill>
                    <a:latin typeface="Arial" panose="020B0604020202020204" pitchFamily="34" charset="0"/>
                    <a:ea typeface="微软雅黑" panose="020B0503020204020204" pitchFamily="34" charset="-122"/>
                    <a:cs typeface="Arial" panose="020B0604020202020204" pitchFamily="34" charset="0"/>
                  </a:rPr>
                  <a:t>操作：</a:t>
                </a:r>
                <a:endParaRPr lang="en-US" altLang="zh-CN" sz="1200" b="1" dirty="0">
                  <a:solidFill>
                    <a:srgbClr val="000000"/>
                  </a:solidFill>
                  <a:latin typeface="Arial" panose="020B0604020202020204" pitchFamily="34" charset="0"/>
                  <a:ea typeface="微软雅黑" panose="020B0503020204020204" pitchFamily="34" charset="-122"/>
                  <a:cs typeface="Arial" panose="020B0604020202020204" pitchFamily="34" charset="0"/>
                </a:endParaRPr>
              </a:p>
              <a:p>
                <a:pPr marL="126000" lvl="2" indent="-126000">
                  <a:buFont typeface="Georgia" panose="02040502050405020303"/>
                  <a:buChar char="•"/>
                  <a:defRPr>
                    <a:solidFill>
                      <a:srgbClr val="000000"/>
                    </a:solidFill>
                  </a:defRPr>
                </a:pPr>
                <a14:m>
                  <m:oMath xmlns:m="http://schemas.openxmlformats.org/officeDocument/2006/math">
                    <m:r>
                      <a:rPr lang="en-US" altLang="zh-CN" sz="1200">
                        <a:solidFill>
                          <a:srgbClr val="000000"/>
                        </a:solidFill>
                        <a:latin typeface="Cambria Math" panose="02040503050406030204" pitchFamily="18" charset="0"/>
                      </a:rPr>
                      <m:t>𝑓𝑜𝑟</m:t>
                    </m:r>
                    <m:r>
                      <a:rPr lang="en-US" altLang="zh-CN" sz="1200">
                        <a:solidFill>
                          <a:srgbClr val="000000"/>
                        </a:solidFill>
                        <a:latin typeface="Cambria Math" panose="02040503050406030204" pitchFamily="18" charset="0"/>
                      </a:rPr>
                      <m:t> </m:t>
                    </m:r>
                    <m:r>
                      <a:rPr lang="en-US" altLang="zh-CN" sz="1200">
                        <a:solidFill>
                          <a:srgbClr val="000000"/>
                        </a:solidFill>
                        <a:latin typeface="Cambria Math" panose="02040503050406030204" pitchFamily="18" charset="0"/>
                      </a:rPr>
                      <m:t>𝑗</m:t>
                    </m:r>
                    <m:r>
                      <a:rPr lang="en-US" altLang="zh-CN" sz="1200">
                        <a:solidFill>
                          <a:srgbClr val="000000"/>
                        </a:solidFill>
                        <a:latin typeface="Cambria Math" panose="02040503050406030204" pitchFamily="18" charset="0"/>
                      </a:rPr>
                      <m:t> ←1,</m:t>
                    </m:r>
                    <m:r>
                      <a:rPr lang="en-US" altLang="zh-CN" sz="1200">
                        <a:solidFill>
                          <a:srgbClr val="000000"/>
                        </a:solidFill>
                        <a:latin typeface="Cambria Math" panose="02040503050406030204" pitchFamily="18" charset="0"/>
                      </a:rPr>
                      <m:t>𝑁</m:t>
                    </m:r>
                    <m:r>
                      <a:rPr lang="en-US" altLang="zh-CN" sz="1200">
                        <a:solidFill>
                          <a:srgbClr val="000000"/>
                        </a:solidFill>
                        <a:latin typeface="Cambria Math" panose="02040503050406030204" pitchFamily="18" charset="0"/>
                      </a:rPr>
                      <m:t> </m:t>
                    </m:r>
                    <m:r>
                      <a:rPr lang="en-US" altLang="zh-CN" sz="1200">
                        <a:solidFill>
                          <a:srgbClr val="000000"/>
                        </a:solidFill>
                        <a:latin typeface="Cambria Math" panose="02040503050406030204" pitchFamily="18" charset="0"/>
                      </a:rPr>
                      <m:t>𝑑𝑜</m:t>
                    </m:r>
                  </m:oMath>
                </a14:m>
                <a:endParaRPr lang="en-US" altLang="zh-CN" sz="3600" dirty="0">
                  <a:solidFill>
                    <a:srgbClr val="000000"/>
                  </a:solidFill>
                  <a:latin typeface="Times New Roman" panose="02020603050405020304" pitchFamily="18" charset="0"/>
                  <a:cs typeface="Times New Roman" panose="02020603050405020304" pitchFamily="18" charset="0"/>
                </a:endParaRPr>
              </a:p>
              <a:p>
                <a:pPr marL="0" lvl="2" indent="0">
                  <a:lnSpc>
                    <a:spcPct val="150000"/>
                  </a:lnSpc>
                  <a:buFont typeface="Arial" panose="020B0604020202020204" pitchFamily="34" charset="0"/>
                  <a:buNone/>
                  <a:defRPr>
                    <a:solidFill>
                      <a:srgbClr val="000000"/>
                    </a:solidFill>
                  </a:defRPr>
                </a:pPr>
                <a14:m>
                  <m:oMathPara xmlns:m="http://schemas.openxmlformats.org/officeDocument/2006/math">
                    <m:oMathParaPr>
                      <m:jc m:val="centerGroup"/>
                    </m:oMathParaPr>
                    <m:oMath xmlns:m="http://schemas.openxmlformats.org/officeDocument/2006/math">
                      <m:sSub>
                        <m:sSubPr>
                          <m:ctrlPr>
                            <a:rPr lang="en-US" altLang="zh-CN" sz="1200" i="1">
                              <a:solidFill>
                                <a:srgbClr val="000000"/>
                              </a:solidFill>
                              <a:latin typeface="Cambria Math" panose="02040503050406030204" pitchFamily="18" charset="0"/>
                            </a:rPr>
                          </m:ctrlPr>
                        </m:sSubPr>
                        <m:e>
                          <m:r>
                            <a:rPr lang="en-US" altLang="zh-CN" sz="1200" i="1" smtClean="0">
                              <a:solidFill>
                                <a:srgbClr val="000000"/>
                              </a:solidFill>
                              <a:latin typeface="Cambria Math" panose="02040503050406030204" pitchFamily="18" charset="0"/>
                            </a:rPr>
                            <m:t>𝑚</m:t>
                          </m:r>
                        </m:e>
                        <m:sub>
                          <m:r>
                            <a:rPr lang="en-US" altLang="zh-CN" sz="1200" i="1" smtClean="0">
                              <a:solidFill>
                                <a:srgbClr val="000000"/>
                              </a:solidFill>
                              <a:latin typeface="Cambria Math" panose="02040503050406030204" pitchFamily="18" charset="0"/>
                            </a:rPr>
                            <m:t>𝑖</m:t>
                          </m:r>
                        </m:sub>
                      </m:sSub>
                      <m:r>
                        <a:rPr lang="en-US" altLang="zh-CN" sz="1200" i="1" smtClean="0">
                          <a:solidFill>
                            <a:srgbClr val="000000"/>
                          </a:solidFill>
                          <a:latin typeface="Cambria Math" panose="02040503050406030204" pitchFamily="18" charset="0"/>
                          <a:ea typeface="Cambria Math" panose="02040503050406030204" pitchFamily="18" charset="0"/>
                        </a:rPr>
                        <m:t>←</m:t>
                      </m:r>
                      <m:r>
                        <a:rPr lang="en-US" altLang="zh-CN" sz="1200" i="1" smtClean="0">
                          <a:solidFill>
                            <a:srgbClr val="000000"/>
                          </a:solidFill>
                          <a:latin typeface="Cambria Math" panose="02040503050406030204" pitchFamily="18" charset="0"/>
                        </a:rPr>
                        <m:t>𝑚𝑎𝑥</m:t>
                      </m:r>
                      <m:r>
                        <a:rPr lang="en-US" altLang="zh-CN" sz="1200" i="1" smtClean="0">
                          <a:solidFill>
                            <a:srgbClr val="000000"/>
                          </a:solidFill>
                          <a:latin typeface="Cambria Math" panose="02040503050406030204" pitchFamily="18" charset="0"/>
                        </a:rPr>
                        <m:t>(</m:t>
                      </m:r>
                      <m:sSub>
                        <m:sSubPr>
                          <m:ctrlPr>
                            <a:rPr lang="en-US" altLang="zh-CN" sz="1200" i="1">
                              <a:solidFill>
                                <a:srgbClr val="000000"/>
                              </a:solidFill>
                              <a:latin typeface="Cambria Math" panose="02040503050406030204" pitchFamily="18" charset="0"/>
                            </a:rPr>
                          </m:ctrlPr>
                        </m:sSubPr>
                        <m:e>
                          <m:r>
                            <a:rPr lang="en-US" altLang="zh-CN" sz="1200" i="1" smtClean="0">
                              <a:solidFill>
                                <a:srgbClr val="000000"/>
                              </a:solidFill>
                              <a:latin typeface="Cambria Math" panose="02040503050406030204" pitchFamily="18" charset="0"/>
                            </a:rPr>
                            <m:t>𝑚</m:t>
                          </m:r>
                        </m:e>
                        <m:sub>
                          <m:r>
                            <a:rPr lang="en-US" altLang="zh-CN" sz="1200" i="1" smtClean="0">
                              <a:solidFill>
                                <a:srgbClr val="000000"/>
                              </a:solidFill>
                              <a:latin typeface="Cambria Math" panose="02040503050406030204" pitchFamily="18" charset="0"/>
                            </a:rPr>
                            <m:t>𝑖</m:t>
                          </m:r>
                          <m:r>
                            <a:rPr lang="en-US" altLang="zh-CN" sz="1200" i="1" smtClean="0">
                              <a:solidFill>
                                <a:srgbClr val="000000"/>
                              </a:solidFill>
                              <a:latin typeface="Cambria Math" panose="02040503050406030204" pitchFamily="18" charset="0"/>
                            </a:rPr>
                            <m:t>−1</m:t>
                          </m:r>
                        </m:sub>
                      </m:sSub>
                      <m:r>
                        <a:rPr lang="en-US" altLang="zh-CN" sz="1200" i="1" smtClean="0">
                          <a:solidFill>
                            <a:srgbClr val="000000"/>
                          </a:solidFill>
                          <a:latin typeface="Cambria Math" panose="02040503050406030204" pitchFamily="18" charset="0"/>
                        </a:rPr>
                        <m:t>,</m:t>
                      </m:r>
                      <m:sSub>
                        <m:sSubPr>
                          <m:ctrlPr>
                            <a:rPr lang="en-US" altLang="zh-CN" sz="1200" i="1">
                              <a:solidFill>
                                <a:srgbClr val="000000"/>
                              </a:solidFill>
                              <a:latin typeface="Cambria Math" panose="02040503050406030204" pitchFamily="18" charset="0"/>
                            </a:rPr>
                          </m:ctrlPr>
                        </m:sSubPr>
                        <m:e>
                          <m:r>
                            <a:rPr lang="en-US" altLang="zh-CN" sz="1200" i="1" smtClean="0">
                              <a:solidFill>
                                <a:srgbClr val="000000"/>
                              </a:solidFill>
                              <a:latin typeface="Cambria Math" panose="02040503050406030204" pitchFamily="18" charset="0"/>
                            </a:rPr>
                            <m:t>𝑥</m:t>
                          </m:r>
                        </m:e>
                        <m:sub>
                          <m:r>
                            <a:rPr lang="en-US" altLang="zh-CN" sz="1200" i="1" smtClean="0">
                              <a:solidFill>
                                <a:srgbClr val="000000"/>
                              </a:solidFill>
                              <a:latin typeface="Cambria Math" panose="02040503050406030204" pitchFamily="18" charset="0"/>
                            </a:rPr>
                            <m:t>𝑖</m:t>
                          </m:r>
                        </m:sub>
                      </m:sSub>
                      <m:r>
                        <a:rPr lang="en-US" altLang="zh-CN" sz="1200" i="1" smtClean="0">
                          <a:solidFill>
                            <a:srgbClr val="000000"/>
                          </a:solidFill>
                          <a:latin typeface="Cambria Math" panose="02040503050406030204" pitchFamily="18" charset="0"/>
                        </a:rPr>
                        <m:t>)</m:t>
                      </m:r>
                    </m:oMath>
                  </m:oMathPara>
                </a14:m>
                <a:endParaRPr lang="en-US" altLang="zh-CN" sz="1200" dirty="0">
                  <a:solidFill>
                    <a:srgbClr val="000000"/>
                  </a:solidFill>
                  <a:latin typeface="Times New Roman" panose="02020603050405020304" pitchFamily="18" charset="0"/>
                  <a:cs typeface="Times New Roman" panose="02020603050405020304" pitchFamily="18" charset="0"/>
                </a:endParaRPr>
              </a:p>
              <a:p>
                <a:pPr marL="0" lvl="2" indent="0">
                  <a:lnSpc>
                    <a:spcPct val="150000"/>
                  </a:lnSpc>
                  <a:buFont typeface="Arial" panose="020B0604020202020204" pitchFamily="34" charset="0"/>
                  <a:buNone/>
                  <a:defRPr>
                    <a:solidFill>
                      <a:srgbClr val="000000"/>
                    </a:solidFill>
                  </a:defRPr>
                </a:pPr>
                <a14:m>
                  <m:oMathPara xmlns:m="http://schemas.openxmlformats.org/officeDocument/2006/math">
                    <m:oMathParaPr>
                      <m:jc m:val="centerGroup"/>
                    </m:oMathParaPr>
                    <m:oMath xmlns:m="http://schemas.openxmlformats.org/officeDocument/2006/math">
                      <m:sSub>
                        <m:sSubPr>
                          <m:ctrlPr>
                            <a:rPr lang="en-US" altLang="zh-CN" sz="1200" i="1">
                              <a:solidFill>
                                <a:srgbClr val="000000"/>
                              </a:solidFill>
                              <a:latin typeface="Cambria Math" panose="02040503050406030204" pitchFamily="18" charset="0"/>
                            </a:rPr>
                          </m:ctrlPr>
                        </m:sSubPr>
                        <m:e>
                          <m:r>
                            <a:rPr lang="en-US" altLang="zh-CN" sz="1200" i="1" smtClean="0">
                              <a:solidFill>
                                <a:srgbClr val="000000"/>
                              </a:solidFill>
                              <a:latin typeface="Cambria Math" panose="02040503050406030204" pitchFamily="18" charset="0"/>
                            </a:rPr>
                            <m:t>𝑑</m:t>
                          </m:r>
                        </m:e>
                        <m:sub>
                          <m:r>
                            <a:rPr lang="en-US" altLang="zh-CN" sz="1200" i="1" smtClean="0">
                              <a:solidFill>
                                <a:srgbClr val="000000"/>
                              </a:solidFill>
                              <a:latin typeface="Cambria Math" panose="02040503050406030204" pitchFamily="18" charset="0"/>
                            </a:rPr>
                            <m:t>𝑖</m:t>
                          </m:r>
                        </m:sub>
                      </m:sSub>
                      <m:r>
                        <a:rPr lang="en-US" altLang="zh-CN" sz="1200" i="1" smtClean="0">
                          <a:solidFill>
                            <a:srgbClr val="000000"/>
                          </a:solidFill>
                          <a:latin typeface="Cambria Math" panose="02040503050406030204" pitchFamily="18" charset="0"/>
                          <a:ea typeface="Cambria Math" panose="02040503050406030204" pitchFamily="18" charset="0"/>
                        </a:rPr>
                        <m:t>← </m:t>
                      </m:r>
                      <m:sSub>
                        <m:sSubPr>
                          <m:ctrlPr>
                            <a:rPr lang="en-US" altLang="zh-CN" sz="1200" i="1">
                              <a:solidFill>
                                <a:srgbClr val="000000"/>
                              </a:solidFill>
                              <a:latin typeface="Cambria Math" panose="02040503050406030204" pitchFamily="18" charset="0"/>
                              <a:ea typeface="Cambria Math" panose="02040503050406030204" pitchFamily="18" charset="0"/>
                            </a:rPr>
                          </m:ctrlPr>
                        </m:sSubPr>
                        <m:e>
                          <m:r>
                            <a:rPr lang="en-US" altLang="zh-CN" sz="1200" i="1" smtClean="0">
                              <a:solidFill>
                                <a:srgbClr val="000000"/>
                              </a:solidFill>
                              <a:latin typeface="Cambria Math" panose="02040503050406030204" pitchFamily="18" charset="0"/>
                              <a:ea typeface="Cambria Math" panose="02040503050406030204" pitchFamily="18" charset="0"/>
                            </a:rPr>
                            <m:t>𝑑</m:t>
                          </m:r>
                        </m:e>
                        <m:sub>
                          <m:r>
                            <a:rPr lang="en-US" altLang="zh-CN" sz="1200" i="1" smtClean="0">
                              <a:solidFill>
                                <a:srgbClr val="000000"/>
                              </a:solidFill>
                              <a:latin typeface="Cambria Math" panose="02040503050406030204" pitchFamily="18" charset="0"/>
                              <a:ea typeface="Cambria Math" panose="02040503050406030204" pitchFamily="18" charset="0"/>
                            </a:rPr>
                            <m:t>𝑖</m:t>
                          </m:r>
                          <m:r>
                            <a:rPr lang="en-US" altLang="zh-CN" sz="1200" i="1" smtClean="0">
                              <a:solidFill>
                                <a:srgbClr val="000000"/>
                              </a:solidFill>
                              <a:latin typeface="Cambria Math" panose="02040503050406030204" pitchFamily="18" charset="0"/>
                              <a:ea typeface="Cambria Math" panose="02040503050406030204" pitchFamily="18" charset="0"/>
                            </a:rPr>
                            <m:t>−1</m:t>
                          </m:r>
                        </m:sub>
                      </m:sSub>
                      <m:sSup>
                        <m:sSupPr>
                          <m:ctrlPr>
                            <a:rPr lang="en-US" altLang="zh-CN" sz="1200" i="1">
                              <a:solidFill>
                                <a:srgbClr val="000000"/>
                              </a:solidFill>
                              <a:latin typeface="Cambria Math" panose="02040503050406030204" pitchFamily="18" charset="0"/>
                              <a:ea typeface="Cambria Math" panose="02040503050406030204" pitchFamily="18" charset="0"/>
                            </a:rPr>
                          </m:ctrlPr>
                        </m:sSupPr>
                        <m:e>
                          <m:r>
                            <a:rPr lang="en-US" altLang="zh-CN" sz="1200" i="1" smtClean="0">
                              <a:solidFill>
                                <a:srgbClr val="000000"/>
                              </a:solidFill>
                              <a:latin typeface="Cambria Math" panose="02040503050406030204" pitchFamily="18" charset="0"/>
                              <a:ea typeface="Cambria Math" panose="02040503050406030204" pitchFamily="18" charset="0"/>
                            </a:rPr>
                            <m:t>𝑒</m:t>
                          </m:r>
                        </m:e>
                        <m:sup>
                          <m:sSub>
                            <m:sSubPr>
                              <m:ctrlPr>
                                <a:rPr lang="en-US" altLang="zh-CN" sz="1200" i="1">
                                  <a:solidFill>
                                    <a:srgbClr val="000000"/>
                                  </a:solidFill>
                                  <a:latin typeface="Cambria Math" panose="02040503050406030204" pitchFamily="18" charset="0"/>
                                  <a:ea typeface="Cambria Math" panose="02040503050406030204" pitchFamily="18" charset="0"/>
                                </a:rPr>
                              </m:ctrlPr>
                            </m:sSubPr>
                            <m:e>
                              <m:r>
                                <a:rPr lang="en-US" altLang="zh-CN" sz="1200" i="1" smtClean="0">
                                  <a:solidFill>
                                    <a:srgbClr val="000000"/>
                                  </a:solidFill>
                                  <a:latin typeface="Cambria Math" panose="02040503050406030204" pitchFamily="18" charset="0"/>
                                  <a:ea typeface="Cambria Math" panose="02040503050406030204" pitchFamily="18" charset="0"/>
                                </a:rPr>
                                <m:t>𝑚</m:t>
                              </m:r>
                            </m:e>
                            <m:sub>
                              <m:r>
                                <a:rPr lang="en-US" altLang="zh-CN" sz="1200" i="1" smtClean="0">
                                  <a:solidFill>
                                    <a:srgbClr val="000000"/>
                                  </a:solidFill>
                                  <a:latin typeface="Cambria Math" panose="02040503050406030204" pitchFamily="18" charset="0"/>
                                  <a:ea typeface="Cambria Math" panose="02040503050406030204" pitchFamily="18" charset="0"/>
                                </a:rPr>
                                <m:t>𝑖</m:t>
                              </m:r>
                              <m:r>
                                <a:rPr lang="en-US" altLang="zh-CN" sz="1200" i="1" smtClean="0">
                                  <a:solidFill>
                                    <a:srgbClr val="000000"/>
                                  </a:solidFill>
                                  <a:latin typeface="Cambria Math" panose="02040503050406030204" pitchFamily="18" charset="0"/>
                                  <a:ea typeface="Cambria Math" panose="02040503050406030204" pitchFamily="18" charset="0"/>
                                </a:rPr>
                                <m:t>−1</m:t>
                              </m:r>
                            </m:sub>
                          </m:sSub>
                          <m:r>
                            <a:rPr lang="en-US" altLang="zh-CN" sz="1200" i="1" smtClean="0">
                              <a:solidFill>
                                <a:srgbClr val="000000"/>
                              </a:solidFill>
                              <a:latin typeface="Cambria Math" panose="02040503050406030204" pitchFamily="18" charset="0"/>
                              <a:ea typeface="Cambria Math" panose="02040503050406030204" pitchFamily="18" charset="0"/>
                            </a:rPr>
                            <m:t>−</m:t>
                          </m:r>
                          <m:sSub>
                            <m:sSubPr>
                              <m:ctrlPr>
                                <a:rPr lang="en-US" altLang="zh-CN" sz="1200" i="1">
                                  <a:solidFill>
                                    <a:srgbClr val="000000"/>
                                  </a:solidFill>
                                  <a:latin typeface="Cambria Math" panose="02040503050406030204" pitchFamily="18" charset="0"/>
                                  <a:ea typeface="Cambria Math" panose="02040503050406030204" pitchFamily="18" charset="0"/>
                                </a:rPr>
                              </m:ctrlPr>
                            </m:sSubPr>
                            <m:e>
                              <m:r>
                                <a:rPr lang="en-US" altLang="zh-CN" sz="1200" i="1" smtClean="0">
                                  <a:solidFill>
                                    <a:srgbClr val="000000"/>
                                  </a:solidFill>
                                  <a:latin typeface="Cambria Math" panose="02040503050406030204" pitchFamily="18" charset="0"/>
                                  <a:ea typeface="Cambria Math" panose="02040503050406030204" pitchFamily="18" charset="0"/>
                                </a:rPr>
                                <m:t>𝑚</m:t>
                              </m:r>
                            </m:e>
                            <m:sub>
                              <m:r>
                                <a:rPr lang="en-US" altLang="zh-CN" sz="1200" i="1" smtClean="0">
                                  <a:solidFill>
                                    <a:srgbClr val="000000"/>
                                  </a:solidFill>
                                  <a:latin typeface="Cambria Math" panose="02040503050406030204" pitchFamily="18" charset="0"/>
                                  <a:ea typeface="Cambria Math" panose="02040503050406030204" pitchFamily="18" charset="0"/>
                                </a:rPr>
                                <m:t>𝑖</m:t>
                              </m:r>
                            </m:sub>
                          </m:sSub>
                        </m:sup>
                      </m:sSup>
                      <m:r>
                        <a:rPr lang="en-US" altLang="zh-CN" sz="1200" i="1" smtClean="0">
                          <a:solidFill>
                            <a:srgbClr val="000000"/>
                          </a:solidFill>
                          <a:latin typeface="Cambria Math" panose="02040503050406030204" pitchFamily="18" charset="0"/>
                          <a:ea typeface="Cambria Math" panose="02040503050406030204" pitchFamily="18" charset="0"/>
                        </a:rPr>
                        <m:t>+ </m:t>
                      </m:r>
                      <m:sSup>
                        <m:sSupPr>
                          <m:ctrlPr>
                            <a:rPr lang="en-US" altLang="zh-CN" sz="1200" i="1">
                              <a:solidFill>
                                <a:srgbClr val="000000"/>
                              </a:solidFill>
                              <a:latin typeface="Cambria Math" panose="02040503050406030204" pitchFamily="18" charset="0"/>
                              <a:ea typeface="Cambria Math" panose="02040503050406030204" pitchFamily="18" charset="0"/>
                            </a:rPr>
                          </m:ctrlPr>
                        </m:sSupPr>
                        <m:e>
                          <m:r>
                            <a:rPr lang="en-US" altLang="zh-CN" sz="1200" i="1" smtClean="0">
                              <a:solidFill>
                                <a:srgbClr val="000000"/>
                              </a:solidFill>
                              <a:latin typeface="Cambria Math" panose="02040503050406030204" pitchFamily="18" charset="0"/>
                              <a:ea typeface="Cambria Math" panose="02040503050406030204" pitchFamily="18" charset="0"/>
                            </a:rPr>
                            <m:t>𝑒</m:t>
                          </m:r>
                        </m:e>
                        <m:sup>
                          <m:sSub>
                            <m:sSubPr>
                              <m:ctrlPr>
                                <a:rPr lang="en-US" altLang="zh-CN" sz="1200" i="1">
                                  <a:solidFill>
                                    <a:srgbClr val="000000"/>
                                  </a:solidFill>
                                  <a:latin typeface="Cambria Math" panose="02040503050406030204" pitchFamily="18" charset="0"/>
                                  <a:ea typeface="Cambria Math" panose="02040503050406030204" pitchFamily="18" charset="0"/>
                                </a:rPr>
                              </m:ctrlPr>
                            </m:sSubPr>
                            <m:e>
                              <m:r>
                                <a:rPr lang="en-US" altLang="zh-CN" sz="1200" i="1" smtClean="0">
                                  <a:solidFill>
                                    <a:srgbClr val="000000"/>
                                  </a:solidFill>
                                  <a:latin typeface="Cambria Math" panose="02040503050406030204" pitchFamily="18" charset="0"/>
                                  <a:ea typeface="Cambria Math" panose="02040503050406030204" pitchFamily="18" charset="0"/>
                                </a:rPr>
                                <m:t>𝑥</m:t>
                              </m:r>
                            </m:e>
                            <m:sub>
                              <m:r>
                                <a:rPr lang="en-US" altLang="zh-CN" sz="1200" i="1" smtClean="0">
                                  <a:solidFill>
                                    <a:srgbClr val="000000"/>
                                  </a:solidFill>
                                  <a:latin typeface="Cambria Math" panose="02040503050406030204" pitchFamily="18" charset="0"/>
                                  <a:ea typeface="Cambria Math" panose="02040503050406030204" pitchFamily="18" charset="0"/>
                                </a:rPr>
                                <m:t>𝑖</m:t>
                              </m:r>
                            </m:sub>
                          </m:sSub>
                          <m:r>
                            <a:rPr lang="en-US" altLang="zh-CN" sz="1200" i="1" smtClean="0">
                              <a:solidFill>
                                <a:srgbClr val="000000"/>
                              </a:solidFill>
                              <a:latin typeface="Cambria Math" panose="02040503050406030204" pitchFamily="18" charset="0"/>
                              <a:ea typeface="Cambria Math" panose="02040503050406030204" pitchFamily="18" charset="0"/>
                            </a:rPr>
                            <m:t>−</m:t>
                          </m:r>
                          <m:sSub>
                            <m:sSubPr>
                              <m:ctrlPr>
                                <a:rPr lang="en-US" altLang="zh-CN" sz="1200" i="1">
                                  <a:solidFill>
                                    <a:srgbClr val="000000"/>
                                  </a:solidFill>
                                  <a:latin typeface="Cambria Math" panose="02040503050406030204" pitchFamily="18" charset="0"/>
                                  <a:ea typeface="Cambria Math" panose="02040503050406030204" pitchFamily="18" charset="0"/>
                                </a:rPr>
                              </m:ctrlPr>
                            </m:sSubPr>
                            <m:e>
                              <m:r>
                                <a:rPr lang="en-US" altLang="zh-CN" sz="1200" i="1" smtClean="0">
                                  <a:solidFill>
                                    <a:srgbClr val="000000"/>
                                  </a:solidFill>
                                  <a:latin typeface="Cambria Math" panose="02040503050406030204" pitchFamily="18" charset="0"/>
                                  <a:ea typeface="Cambria Math" panose="02040503050406030204" pitchFamily="18" charset="0"/>
                                </a:rPr>
                                <m:t>𝑚</m:t>
                              </m:r>
                            </m:e>
                            <m:sub>
                              <m:r>
                                <a:rPr lang="en-US" altLang="zh-CN" sz="1200" i="1" smtClean="0">
                                  <a:solidFill>
                                    <a:srgbClr val="000000"/>
                                  </a:solidFill>
                                  <a:latin typeface="Cambria Math" panose="02040503050406030204" pitchFamily="18" charset="0"/>
                                  <a:ea typeface="Cambria Math" panose="02040503050406030204" pitchFamily="18" charset="0"/>
                                </a:rPr>
                                <m:t>𝑖</m:t>
                              </m:r>
                            </m:sub>
                          </m:sSub>
                        </m:sup>
                      </m:sSup>
                      <m:r>
                        <a:rPr lang="en-US" altLang="zh-CN" sz="1200" i="1" smtClean="0">
                          <a:solidFill>
                            <a:srgbClr val="000000"/>
                          </a:solidFill>
                          <a:latin typeface="Cambria Math" panose="02040503050406030204" pitchFamily="18" charset="0"/>
                        </a:rPr>
                        <m:t> </m:t>
                      </m:r>
                    </m:oMath>
                  </m:oMathPara>
                </a14:m>
                <a:endParaRPr lang="en-US" altLang="zh-CN" sz="1200" dirty="0">
                  <a:solidFill>
                    <a:srgbClr val="000000"/>
                  </a:solidFill>
                  <a:latin typeface="Times New Roman" panose="02020603050405020304" pitchFamily="18" charset="0"/>
                  <a:cs typeface="Times New Roman" panose="02020603050405020304" pitchFamily="18" charset="0"/>
                </a:endParaRPr>
              </a:p>
              <a:p>
                <a:pPr marL="0" lvl="2" indent="0">
                  <a:lnSpc>
                    <a:spcPct val="150000"/>
                  </a:lnSpc>
                  <a:buFont typeface="Arial" panose="020B0604020202020204" pitchFamily="34" charset="0"/>
                  <a:buNone/>
                  <a:defRPr>
                    <a:solidFill>
                      <a:srgbClr val="000000"/>
                    </a:solidFill>
                  </a:defRPr>
                </a:pPr>
                <a14:m>
                  <m:oMathPara xmlns:m="http://schemas.openxmlformats.org/officeDocument/2006/math">
                    <m:oMathParaPr>
                      <m:jc m:val="centerGroup"/>
                    </m:oMathParaPr>
                    <m:oMath xmlns:m="http://schemas.openxmlformats.org/officeDocument/2006/math">
                      <m:sSub>
                        <m:sSubPr>
                          <m:ctrlPr>
                            <a:rPr lang="en-US" altLang="zh-CN" sz="1200" i="1" smtClean="0">
                              <a:solidFill>
                                <a:srgbClr val="000000"/>
                              </a:solidFill>
                              <a:latin typeface="Cambria Math" panose="02040503050406030204" pitchFamily="18" charset="0"/>
                            </a:rPr>
                          </m:ctrlPr>
                        </m:sSubPr>
                        <m:e>
                          <m:r>
                            <a:rPr lang="en-US" altLang="zh-CN" sz="1200" i="1" smtClean="0">
                              <a:solidFill>
                                <a:srgbClr val="000000"/>
                              </a:solidFill>
                              <a:latin typeface="Cambria Math" panose="02040503050406030204" pitchFamily="18" charset="0"/>
                            </a:rPr>
                            <m:t>𝑠</m:t>
                          </m:r>
                        </m:e>
                        <m:sub>
                          <m:r>
                            <a:rPr lang="en-US" altLang="zh-CN" sz="1200" i="1" smtClean="0">
                              <a:solidFill>
                                <a:srgbClr val="000000"/>
                              </a:solidFill>
                              <a:latin typeface="Cambria Math" panose="02040503050406030204" pitchFamily="18" charset="0"/>
                            </a:rPr>
                            <m:t>𝑖</m:t>
                          </m:r>
                        </m:sub>
                      </m:sSub>
                      <m:r>
                        <a:rPr lang="en-US" altLang="zh-CN" sz="1200" i="1" smtClean="0">
                          <a:solidFill>
                            <a:srgbClr val="000000"/>
                          </a:solidFill>
                          <a:latin typeface="Cambria Math" panose="02040503050406030204" pitchFamily="18" charset="0"/>
                          <a:ea typeface="Cambria Math" panose="02040503050406030204" pitchFamily="18" charset="0"/>
                        </a:rPr>
                        <m:t>←</m:t>
                      </m:r>
                      <m:sSup>
                        <m:sSupPr>
                          <m:ctrlPr>
                            <a:rPr lang="en-US" altLang="zh-CN" sz="1200" i="1">
                              <a:solidFill>
                                <a:srgbClr val="000000"/>
                              </a:solidFill>
                              <a:latin typeface="Cambria Math" panose="02040503050406030204" pitchFamily="18" charset="0"/>
                              <a:ea typeface="Cambria Math" panose="02040503050406030204" pitchFamily="18" charset="0"/>
                            </a:rPr>
                          </m:ctrlPr>
                        </m:sSupPr>
                        <m:e>
                          <m:r>
                            <a:rPr lang="en-US" altLang="zh-CN" sz="1200" i="1" smtClean="0">
                              <a:solidFill>
                                <a:srgbClr val="000000"/>
                              </a:solidFill>
                              <a:latin typeface="Cambria Math" panose="02040503050406030204" pitchFamily="18" charset="0"/>
                              <a:ea typeface="Cambria Math" panose="02040503050406030204" pitchFamily="18" charset="0"/>
                            </a:rPr>
                            <m:t>𝑒</m:t>
                          </m:r>
                        </m:e>
                        <m:sup>
                          <m:sSub>
                            <m:sSubPr>
                              <m:ctrlPr>
                                <a:rPr lang="en-US" altLang="zh-CN" sz="1200" i="1">
                                  <a:solidFill>
                                    <a:srgbClr val="000000"/>
                                  </a:solidFill>
                                  <a:latin typeface="Cambria Math" panose="02040503050406030204" pitchFamily="18" charset="0"/>
                                  <a:ea typeface="Cambria Math" panose="02040503050406030204" pitchFamily="18" charset="0"/>
                                </a:rPr>
                              </m:ctrlPr>
                            </m:sSubPr>
                            <m:e>
                              <m:r>
                                <a:rPr lang="en-US" altLang="zh-CN" sz="1200" i="1" smtClean="0">
                                  <a:solidFill>
                                    <a:srgbClr val="000000"/>
                                  </a:solidFill>
                                  <a:latin typeface="Cambria Math" panose="02040503050406030204" pitchFamily="18" charset="0"/>
                                  <a:ea typeface="Cambria Math" panose="02040503050406030204" pitchFamily="18" charset="0"/>
                                </a:rPr>
                                <m:t>𝑚</m:t>
                              </m:r>
                            </m:e>
                            <m:sub>
                              <m:r>
                                <a:rPr lang="en-US" altLang="zh-CN" sz="1200" i="1" smtClean="0">
                                  <a:solidFill>
                                    <a:srgbClr val="000000"/>
                                  </a:solidFill>
                                  <a:latin typeface="Cambria Math" panose="02040503050406030204" pitchFamily="18" charset="0"/>
                                  <a:ea typeface="Cambria Math" panose="02040503050406030204" pitchFamily="18" charset="0"/>
                                </a:rPr>
                                <m:t>𝑖</m:t>
                              </m:r>
                              <m:r>
                                <a:rPr lang="en-US" altLang="zh-CN" sz="1200" i="1" smtClean="0">
                                  <a:solidFill>
                                    <a:srgbClr val="000000"/>
                                  </a:solidFill>
                                  <a:latin typeface="Cambria Math" panose="02040503050406030204" pitchFamily="18" charset="0"/>
                                  <a:ea typeface="Cambria Math" panose="02040503050406030204" pitchFamily="18" charset="0"/>
                                </a:rPr>
                                <m:t>−1</m:t>
                              </m:r>
                            </m:sub>
                          </m:sSub>
                          <m:r>
                            <a:rPr lang="en-US" altLang="zh-CN" sz="1200" i="1" smtClean="0">
                              <a:solidFill>
                                <a:srgbClr val="000000"/>
                              </a:solidFill>
                              <a:latin typeface="Cambria Math" panose="02040503050406030204" pitchFamily="18" charset="0"/>
                              <a:ea typeface="Cambria Math" panose="02040503050406030204" pitchFamily="18" charset="0"/>
                            </a:rPr>
                            <m:t>−</m:t>
                          </m:r>
                          <m:sSub>
                            <m:sSubPr>
                              <m:ctrlPr>
                                <a:rPr lang="en-US" altLang="zh-CN" sz="1200" i="1">
                                  <a:solidFill>
                                    <a:srgbClr val="000000"/>
                                  </a:solidFill>
                                  <a:latin typeface="Cambria Math" panose="02040503050406030204" pitchFamily="18" charset="0"/>
                                  <a:ea typeface="Cambria Math" panose="02040503050406030204" pitchFamily="18" charset="0"/>
                                </a:rPr>
                              </m:ctrlPr>
                            </m:sSubPr>
                            <m:e>
                              <m:r>
                                <a:rPr lang="en-US" altLang="zh-CN" sz="1200" i="1" smtClean="0">
                                  <a:solidFill>
                                    <a:srgbClr val="000000"/>
                                  </a:solidFill>
                                  <a:latin typeface="Cambria Math" panose="02040503050406030204" pitchFamily="18" charset="0"/>
                                  <a:ea typeface="Cambria Math" panose="02040503050406030204" pitchFamily="18" charset="0"/>
                                </a:rPr>
                                <m:t>𝑚</m:t>
                              </m:r>
                            </m:e>
                            <m:sub>
                              <m:r>
                                <a:rPr lang="en-US" altLang="zh-CN" sz="1200" i="1" smtClean="0">
                                  <a:solidFill>
                                    <a:srgbClr val="000000"/>
                                  </a:solidFill>
                                  <a:latin typeface="Cambria Math" panose="02040503050406030204" pitchFamily="18" charset="0"/>
                                  <a:ea typeface="Cambria Math" panose="02040503050406030204" pitchFamily="18" charset="0"/>
                                </a:rPr>
                                <m:t>𝑖</m:t>
                              </m:r>
                            </m:sub>
                          </m:sSub>
                        </m:sup>
                      </m:sSup>
                      <m:r>
                        <a:rPr lang="en-US" altLang="zh-CN" sz="1200" i="1" smtClean="0">
                          <a:solidFill>
                            <a:srgbClr val="000000"/>
                          </a:solidFill>
                          <a:latin typeface="Cambria Math" panose="02040503050406030204" pitchFamily="18" charset="0"/>
                        </a:rPr>
                        <m:t>+</m:t>
                      </m:r>
                      <m:sSub>
                        <m:sSubPr>
                          <m:ctrlPr>
                            <a:rPr lang="en-US" altLang="zh-CN" sz="1200" i="1" smtClean="0">
                              <a:solidFill>
                                <a:srgbClr val="000000"/>
                              </a:solidFill>
                              <a:latin typeface="Cambria Math" panose="02040503050406030204" pitchFamily="18" charset="0"/>
                            </a:rPr>
                          </m:ctrlPr>
                        </m:sSubPr>
                        <m:e>
                          <m:r>
                            <a:rPr lang="en-US" altLang="zh-CN" sz="1200" i="1" smtClean="0">
                              <a:solidFill>
                                <a:srgbClr val="000000"/>
                              </a:solidFill>
                              <a:latin typeface="Cambria Math" panose="02040503050406030204" pitchFamily="18" charset="0"/>
                            </a:rPr>
                            <m:t>𝑠</m:t>
                          </m:r>
                        </m:e>
                        <m:sub>
                          <m:r>
                            <a:rPr lang="en-US" altLang="zh-CN" sz="1200" i="1" smtClean="0">
                              <a:solidFill>
                                <a:srgbClr val="000000"/>
                              </a:solidFill>
                              <a:latin typeface="Cambria Math" panose="02040503050406030204" pitchFamily="18" charset="0"/>
                            </a:rPr>
                            <m:t>𝑖</m:t>
                          </m:r>
                          <m:r>
                            <a:rPr lang="en-US" altLang="zh-CN" sz="1200" i="1" smtClean="0">
                              <a:solidFill>
                                <a:srgbClr val="000000"/>
                              </a:solidFill>
                              <a:latin typeface="Cambria Math" panose="02040503050406030204" pitchFamily="18" charset="0"/>
                            </a:rPr>
                            <m:t>−1</m:t>
                          </m:r>
                        </m:sub>
                      </m:sSub>
                      <m:sSup>
                        <m:sSupPr>
                          <m:ctrlPr>
                            <a:rPr lang="en-US" altLang="zh-CN" sz="1200" i="1">
                              <a:solidFill>
                                <a:srgbClr val="000000"/>
                              </a:solidFill>
                              <a:latin typeface="Cambria Math" panose="02040503050406030204" pitchFamily="18" charset="0"/>
                              <a:ea typeface="Cambria Math" panose="02040503050406030204" pitchFamily="18" charset="0"/>
                            </a:rPr>
                          </m:ctrlPr>
                        </m:sSupPr>
                        <m:e>
                          <m:r>
                            <a:rPr lang="en-US" altLang="zh-CN" sz="1200" i="1" smtClean="0">
                              <a:solidFill>
                                <a:srgbClr val="000000"/>
                              </a:solidFill>
                              <a:latin typeface="Cambria Math" panose="02040503050406030204" pitchFamily="18" charset="0"/>
                              <a:ea typeface="Cambria Math" panose="02040503050406030204" pitchFamily="18" charset="0"/>
                            </a:rPr>
                            <m:t>𝑒</m:t>
                          </m:r>
                        </m:e>
                        <m:sup>
                          <m:sSub>
                            <m:sSubPr>
                              <m:ctrlPr>
                                <a:rPr lang="en-US" altLang="zh-CN" sz="1200" i="1">
                                  <a:solidFill>
                                    <a:srgbClr val="000000"/>
                                  </a:solidFill>
                                  <a:latin typeface="Cambria Math" panose="02040503050406030204" pitchFamily="18" charset="0"/>
                                  <a:ea typeface="Cambria Math" panose="02040503050406030204" pitchFamily="18" charset="0"/>
                                </a:rPr>
                              </m:ctrlPr>
                            </m:sSubPr>
                            <m:e>
                              <m:r>
                                <a:rPr lang="en-US" altLang="zh-CN" sz="1200" i="1" smtClean="0">
                                  <a:solidFill>
                                    <a:srgbClr val="000000"/>
                                  </a:solidFill>
                                  <a:latin typeface="Cambria Math" panose="02040503050406030204" pitchFamily="18" charset="0"/>
                                  <a:ea typeface="Cambria Math" panose="02040503050406030204" pitchFamily="18" charset="0"/>
                                </a:rPr>
                                <m:t>𝑚</m:t>
                              </m:r>
                            </m:e>
                            <m:sub>
                              <m:r>
                                <a:rPr lang="en-US" altLang="zh-CN" sz="1200" i="1" smtClean="0">
                                  <a:solidFill>
                                    <a:srgbClr val="000000"/>
                                  </a:solidFill>
                                  <a:latin typeface="Cambria Math" panose="02040503050406030204" pitchFamily="18" charset="0"/>
                                  <a:ea typeface="Cambria Math" panose="02040503050406030204" pitchFamily="18" charset="0"/>
                                </a:rPr>
                                <m:t>𝑖</m:t>
                              </m:r>
                              <m:r>
                                <a:rPr lang="en-US" altLang="zh-CN" sz="1200" i="1" smtClean="0">
                                  <a:solidFill>
                                    <a:srgbClr val="000000"/>
                                  </a:solidFill>
                                  <a:latin typeface="Cambria Math" panose="02040503050406030204" pitchFamily="18" charset="0"/>
                                  <a:ea typeface="Cambria Math" panose="02040503050406030204" pitchFamily="18" charset="0"/>
                                </a:rPr>
                                <m:t>−1</m:t>
                              </m:r>
                            </m:sub>
                          </m:sSub>
                          <m:r>
                            <a:rPr lang="en-US" altLang="zh-CN" sz="1200" i="1" smtClean="0">
                              <a:solidFill>
                                <a:srgbClr val="000000"/>
                              </a:solidFill>
                              <a:latin typeface="Cambria Math" panose="02040503050406030204" pitchFamily="18" charset="0"/>
                              <a:ea typeface="Cambria Math" panose="02040503050406030204" pitchFamily="18" charset="0"/>
                            </a:rPr>
                            <m:t>−</m:t>
                          </m:r>
                          <m:sSub>
                            <m:sSubPr>
                              <m:ctrlPr>
                                <a:rPr lang="en-US" altLang="zh-CN" sz="1200" i="1">
                                  <a:solidFill>
                                    <a:srgbClr val="000000"/>
                                  </a:solidFill>
                                  <a:latin typeface="Cambria Math" panose="02040503050406030204" pitchFamily="18" charset="0"/>
                                  <a:ea typeface="Cambria Math" panose="02040503050406030204" pitchFamily="18" charset="0"/>
                                </a:rPr>
                              </m:ctrlPr>
                            </m:sSubPr>
                            <m:e>
                              <m:r>
                                <a:rPr lang="en-US" altLang="zh-CN" sz="1200" i="1" smtClean="0">
                                  <a:solidFill>
                                    <a:srgbClr val="000000"/>
                                  </a:solidFill>
                                  <a:latin typeface="Cambria Math" panose="02040503050406030204" pitchFamily="18" charset="0"/>
                                  <a:ea typeface="Cambria Math" panose="02040503050406030204" pitchFamily="18" charset="0"/>
                                </a:rPr>
                                <m:t>𝑚</m:t>
                              </m:r>
                            </m:e>
                            <m:sub>
                              <m:r>
                                <a:rPr lang="en-US" altLang="zh-CN" sz="1200" i="1" smtClean="0">
                                  <a:solidFill>
                                    <a:srgbClr val="000000"/>
                                  </a:solidFill>
                                  <a:latin typeface="Cambria Math" panose="02040503050406030204" pitchFamily="18" charset="0"/>
                                  <a:ea typeface="Cambria Math" panose="02040503050406030204" pitchFamily="18" charset="0"/>
                                </a:rPr>
                                <m:t>𝑖</m:t>
                              </m:r>
                            </m:sub>
                          </m:sSub>
                        </m:sup>
                      </m:sSup>
                    </m:oMath>
                  </m:oMathPara>
                </a14:m>
                <a:endParaRPr lang="en-US" altLang="zh-CN" sz="3600" dirty="0">
                  <a:solidFill>
                    <a:srgbClr val="000000"/>
                  </a:solidFill>
                  <a:latin typeface="Times New Roman" panose="02020603050405020304" pitchFamily="18" charset="0"/>
                  <a:cs typeface="Times New Roman" panose="02020603050405020304" pitchFamily="18" charset="0"/>
                </a:endParaRPr>
              </a:p>
            </p:txBody>
          </p:sp>
        </mc:Choice>
        <mc:Fallback>
          <p:sp>
            <p:nvSpPr>
              <p:cNvPr id="3" name="文本占位符 2">
                <a:extLst>
                  <a:ext uri="{FF2B5EF4-FFF2-40B4-BE49-F238E27FC236}">
                    <a16:creationId xmlns:a16="http://schemas.microsoft.com/office/drawing/2014/main" id="{F6CC4516-626E-AC6C-25D0-8A19472B08F8}"/>
                  </a:ext>
                </a:extLst>
              </p:cNvPr>
              <p:cNvSpPr txBox="1">
                <a:spLocks noRot="1" noChangeAspect="1" noMove="1" noResize="1" noEditPoints="1" noAdjustHandles="1" noChangeArrowheads="1" noChangeShapeType="1" noTextEdit="1"/>
              </p:cNvSpPr>
              <p:nvPr/>
            </p:nvSpPr>
            <p:spPr>
              <a:xfrm>
                <a:off x="2821683" y="2586718"/>
                <a:ext cx="6553397" cy="1684564"/>
              </a:xfrm>
              <a:prstGeom prst="rect">
                <a:avLst/>
              </a:prstGeom>
              <a:blipFill>
                <a:blip r:embed="rId2"/>
                <a:stretch>
                  <a:fillRect l="-837" t="-3249"/>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412603923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7C331AC-923C-3485-7A40-57B9A2D0FB3A}"/>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83C061D8-CAB5-3AC9-D745-10FD9B97E73D}"/>
              </a:ext>
            </a:extLst>
          </p:cNvPr>
          <p:cNvSpPr txBox="1">
            <a:spLocks/>
          </p:cNvSpPr>
          <p:nvPr/>
        </p:nvSpPr>
        <p:spPr>
          <a:xfrm>
            <a:off x="3543834" y="411900"/>
            <a:ext cx="5109091" cy="584775"/>
          </a:xfrm>
          <a:prstGeom prst="rect">
            <a:avLst/>
          </a:prstGeom>
        </p:spPr>
        <p:txBody>
          <a:bodyPr wrap="none">
            <a:spAutoFit/>
          </a:bodyPr>
          <a:lstStyle>
            <a:lvl1pPr algn="l" defTabSz="1187798" rtl="0" eaLnBrk="1" latinLnBrk="0" hangingPunct="1">
              <a:lnSpc>
                <a:spcPct val="90000"/>
              </a:lnSpc>
              <a:spcBef>
                <a:spcPct val="0"/>
              </a:spcBef>
              <a:buNone/>
              <a:defRPr sz="5716" kern="1200">
                <a:solidFill>
                  <a:schemeClr val="tx1"/>
                </a:solidFill>
                <a:latin typeface="+mj-lt"/>
                <a:ea typeface="+mj-ea"/>
                <a:cs typeface="+mj-cs"/>
              </a:defRPr>
            </a:lvl1pPr>
          </a:lstStyle>
          <a:p>
            <a:pPr algn="ctr">
              <a:lnSpc>
                <a:spcPct val="100000"/>
              </a:lnSpc>
            </a:pPr>
            <a:r>
              <a:rPr lang="zh-CN" altLang="en-US" sz="3200" b="1" dirty="0">
                <a:solidFill>
                  <a:srgbClr val="000000"/>
                </a:solidFill>
                <a:latin typeface="微软雅黑" panose="020B0503020204020204" pitchFamily="34" charset="-122"/>
                <a:ea typeface="微软雅黑" panose="020B0503020204020204" pitchFamily="34" charset="-122"/>
              </a:rPr>
              <a:t>自注意力算子前向计算过程</a:t>
            </a:r>
          </a:p>
        </p:txBody>
      </p:sp>
      <p:sp>
        <p:nvSpPr>
          <p:cNvPr id="3" name="文本占位符 2">
            <a:extLst>
              <a:ext uri="{FF2B5EF4-FFF2-40B4-BE49-F238E27FC236}">
                <a16:creationId xmlns:a16="http://schemas.microsoft.com/office/drawing/2014/main" id="{1D63122E-ED34-98C3-04E5-D1D9F50F3A1F}"/>
              </a:ext>
            </a:extLst>
          </p:cNvPr>
          <p:cNvSpPr txBox="1"/>
          <p:nvPr/>
        </p:nvSpPr>
        <p:spPr>
          <a:xfrm>
            <a:off x="1633590" y="2153766"/>
            <a:ext cx="8929582" cy="2835520"/>
          </a:xfrm>
          <a:prstGeom prst="rect">
            <a:avLst/>
          </a:prstGeom>
          <a:ln w="12700">
            <a:miter lim="400000"/>
          </a:ln>
        </p:spPr>
        <p:txBody>
          <a:bodyPr wrap="square" lIns="41148" tIns="41148" rIns="41148" bIns="41148">
            <a:spAutoFit/>
          </a:bodyPr>
          <a:lstStyle>
            <a:lvl1pPr marL="120015" marR="0" indent="-299720" algn="l" defTabSz="822960" rtl="0" latinLnBrk="0">
              <a:lnSpc>
                <a:spcPct val="100000"/>
              </a:lnSpc>
              <a:spcBef>
                <a:spcPts val="900"/>
              </a:spcBef>
              <a:spcAft>
                <a:spcPts val="0"/>
              </a:spcAft>
              <a:buClr>
                <a:srgbClr val="0000FF"/>
              </a:buClr>
              <a:buSzPct val="120000"/>
              <a:buFontTx/>
              <a:buChar char="●"/>
              <a:defRPr sz="2000" b="1" i="0" u="none" strike="noStrike" cap="none" spc="0" baseline="0">
                <a:solidFill>
                  <a:srgbClr val="0000FF"/>
                </a:solidFill>
                <a:uFillTx/>
                <a:latin typeface="Georgia" panose="02040502050405020303"/>
                <a:ea typeface="Georgia" panose="02040502050405020303"/>
                <a:cs typeface="Georgia" panose="02040502050405020303"/>
                <a:sym typeface="Georgia" panose="02040502050405020303"/>
              </a:defRPr>
            </a:lvl1pPr>
            <a:lvl2pPr marL="720090" marR="0" indent="-323850" algn="l" defTabSz="822960" rtl="0" latinLnBrk="0">
              <a:lnSpc>
                <a:spcPct val="100000"/>
              </a:lnSpc>
              <a:spcBef>
                <a:spcPts val="900"/>
              </a:spcBef>
              <a:spcAft>
                <a:spcPts val="0"/>
              </a:spcAft>
              <a:buClr>
                <a:srgbClr val="0000FF"/>
              </a:buClr>
              <a:buSzPct val="100000"/>
              <a:buFontTx/>
              <a:buChar char="✓"/>
              <a:defRPr sz="2000" b="1" i="0" u="none" strike="noStrike" cap="none" spc="0" baseline="0">
                <a:solidFill>
                  <a:srgbClr val="0000FF"/>
                </a:solidFill>
                <a:uFillTx/>
                <a:latin typeface="Georgia" panose="02040502050405020303"/>
                <a:ea typeface="Georgia" panose="02040502050405020303"/>
                <a:cs typeface="Georgia" panose="02040502050405020303"/>
                <a:sym typeface="Georgia" panose="02040502050405020303"/>
              </a:defRPr>
            </a:lvl2pPr>
            <a:lvl3pPr marL="1111885" marR="0" indent="-320040" algn="l" defTabSz="822960" rtl="0" latinLnBrk="0">
              <a:lnSpc>
                <a:spcPct val="100000"/>
              </a:lnSpc>
              <a:spcBef>
                <a:spcPts val="900"/>
              </a:spcBef>
              <a:spcAft>
                <a:spcPts val="0"/>
              </a:spcAft>
              <a:buClr>
                <a:srgbClr val="0000FF"/>
              </a:buClr>
              <a:buSzPct val="171000"/>
              <a:buFontTx/>
              <a:buChar char="•"/>
              <a:defRPr sz="2000" b="1" i="0" u="none" strike="noStrike" cap="none" spc="0" baseline="0">
                <a:solidFill>
                  <a:srgbClr val="0000FF"/>
                </a:solidFill>
                <a:uFillTx/>
                <a:latin typeface="Georgia" panose="02040502050405020303"/>
                <a:ea typeface="Georgia" panose="02040502050405020303"/>
                <a:cs typeface="Georgia" panose="02040502050405020303"/>
                <a:sym typeface="Georgia" panose="02040502050405020303"/>
              </a:defRPr>
            </a:lvl3pPr>
            <a:lvl4pPr marL="1511935" marR="0" indent="-360045" algn="l" defTabSz="822960" rtl="0" latinLnBrk="0">
              <a:lnSpc>
                <a:spcPct val="100000"/>
              </a:lnSpc>
              <a:spcBef>
                <a:spcPts val="900"/>
              </a:spcBef>
              <a:spcAft>
                <a:spcPts val="0"/>
              </a:spcAft>
              <a:buClr>
                <a:srgbClr val="0000FF"/>
              </a:buClr>
              <a:buSzPct val="171000"/>
              <a:buFontTx/>
              <a:buChar char="•"/>
              <a:defRPr sz="2000" b="1" i="0" u="none" strike="noStrike" cap="none" spc="0" baseline="0">
                <a:solidFill>
                  <a:srgbClr val="0000FF"/>
                </a:solidFill>
                <a:uFillTx/>
                <a:latin typeface="Georgia" panose="02040502050405020303"/>
                <a:ea typeface="Georgia" panose="02040502050405020303"/>
                <a:cs typeface="Georgia" panose="02040502050405020303"/>
                <a:sym typeface="Georgia" panose="02040502050405020303"/>
              </a:defRPr>
            </a:lvl4pPr>
            <a:lvl5pPr marL="1923415" marR="0" indent="-411480" algn="l" defTabSz="822960" rtl="0" latinLnBrk="0">
              <a:lnSpc>
                <a:spcPct val="100000"/>
              </a:lnSpc>
              <a:spcBef>
                <a:spcPts val="900"/>
              </a:spcBef>
              <a:spcAft>
                <a:spcPts val="0"/>
              </a:spcAft>
              <a:buClr>
                <a:srgbClr val="0000FF"/>
              </a:buClr>
              <a:buSzPct val="171000"/>
              <a:buFontTx/>
              <a:buChar char="•"/>
              <a:defRPr sz="2000" b="1" i="0" u="none" strike="noStrike" cap="none" spc="0" baseline="0">
                <a:solidFill>
                  <a:srgbClr val="0000FF"/>
                </a:solidFill>
                <a:uFillTx/>
                <a:latin typeface="Georgia" panose="02040502050405020303"/>
                <a:ea typeface="Georgia" panose="02040502050405020303"/>
                <a:cs typeface="Georgia" panose="02040502050405020303"/>
                <a:sym typeface="Georgia" panose="02040502050405020303"/>
              </a:defRPr>
            </a:lvl5pPr>
            <a:lvl6pPr marL="2553970" marR="0" indent="-268605" algn="l" defTabSz="822960" rtl="0" latinLnBrk="0">
              <a:lnSpc>
                <a:spcPct val="100000"/>
              </a:lnSpc>
              <a:spcBef>
                <a:spcPts val="900"/>
              </a:spcBef>
              <a:spcAft>
                <a:spcPts val="0"/>
              </a:spcAft>
              <a:buClr>
                <a:srgbClr val="0000FF"/>
              </a:buClr>
              <a:buSzPct val="100000"/>
              <a:buFontTx/>
              <a:buChar char="•"/>
              <a:defRPr sz="2000" b="1" i="0" u="none" strike="noStrike" cap="none" spc="0" baseline="0">
                <a:solidFill>
                  <a:srgbClr val="0000FF"/>
                </a:solidFill>
                <a:uFillTx/>
                <a:latin typeface="Georgia" panose="02040502050405020303"/>
                <a:ea typeface="Georgia" panose="02040502050405020303"/>
                <a:cs typeface="Georgia" panose="02040502050405020303"/>
                <a:sym typeface="Georgia" panose="02040502050405020303"/>
              </a:defRPr>
            </a:lvl6pPr>
            <a:lvl7pPr marL="3011170" marR="0" indent="-268605" algn="l" defTabSz="822960" rtl="0" latinLnBrk="0">
              <a:lnSpc>
                <a:spcPct val="100000"/>
              </a:lnSpc>
              <a:spcBef>
                <a:spcPts val="900"/>
              </a:spcBef>
              <a:spcAft>
                <a:spcPts val="0"/>
              </a:spcAft>
              <a:buClr>
                <a:srgbClr val="0000FF"/>
              </a:buClr>
              <a:buSzPct val="100000"/>
              <a:buFontTx/>
              <a:buChar char="•"/>
              <a:defRPr sz="2000" b="1" i="0" u="none" strike="noStrike" cap="none" spc="0" baseline="0">
                <a:solidFill>
                  <a:srgbClr val="0000FF"/>
                </a:solidFill>
                <a:uFillTx/>
                <a:latin typeface="Georgia" panose="02040502050405020303"/>
                <a:ea typeface="Georgia" panose="02040502050405020303"/>
                <a:cs typeface="Georgia" panose="02040502050405020303"/>
                <a:sym typeface="Georgia" panose="02040502050405020303"/>
              </a:defRPr>
            </a:lvl7pPr>
            <a:lvl8pPr marL="3467735" marR="0" indent="-268605" algn="l" defTabSz="822960" rtl="0" latinLnBrk="0">
              <a:lnSpc>
                <a:spcPct val="100000"/>
              </a:lnSpc>
              <a:spcBef>
                <a:spcPts val="900"/>
              </a:spcBef>
              <a:spcAft>
                <a:spcPts val="0"/>
              </a:spcAft>
              <a:buClr>
                <a:srgbClr val="0000FF"/>
              </a:buClr>
              <a:buSzPct val="100000"/>
              <a:buFontTx/>
              <a:buChar char="•"/>
              <a:defRPr sz="2000" b="1" i="0" u="none" strike="noStrike" cap="none" spc="0" baseline="0">
                <a:solidFill>
                  <a:srgbClr val="0000FF"/>
                </a:solidFill>
                <a:uFillTx/>
                <a:latin typeface="Georgia" panose="02040502050405020303"/>
                <a:ea typeface="Georgia" panose="02040502050405020303"/>
                <a:cs typeface="Georgia" panose="02040502050405020303"/>
                <a:sym typeface="Georgia" panose="02040502050405020303"/>
              </a:defRPr>
            </a:lvl8pPr>
            <a:lvl9pPr marL="3924935" marR="0" indent="-268605" algn="l" defTabSz="822960" rtl="0" latinLnBrk="0">
              <a:lnSpc>
                <a:spcPct val="100000"/>
              </a:lnSpc>
              <a:spcBef>
                <a:spcPts val="900"/>
              </a:spcBef>
              <a:spcAft>
                <a:spcPts val="0"/>
              </a:spcAft>
              <a:buClr>
                <a:srgbClr val="0000FF"/>
              </a:buClr>
              <a:buSzPct val="100000"/>
              <a:buFontTx/>
              <a:buChar char="•"/>
              <a:defRPr sz="2000" b="1" i="0" u="none" strike="noStrike" cap="none" spc="0" baseline="0">
                <a:solidFill>
                  <a:srgbClr val="0000FF"/>
                </a:solidFill>
                <a:uFillTx/>
                <a:latin typeface="Georgia" panose="02040502050405020303"/>
                <a:ea typeface="Georgia" panose="02040502050405020303"/>
                <a:cs typeface="Georgia" panose="02040502050405020303"/>
                <a:sym typeface="Georgia" panose="02040502050405020303"/>
              </a:defRPr>
            </a:lvl9pPr>
          </a:lstStyle>
          <a:p>
            <a:pPr marL="0" marR="0" lvl="0" indent="0" algn="l" defTabSz="822960" rtl="0" eaLnBrk="1" fontAlgn="auto" latinLnBrk="0" hangingPunct="1">
              <a:lnSpc>
                <a:spcPct val="150000"/>
              </a:lnSpc>
              <a:spcBef>
                <a:spcPts val="0"/>
              </a:spcBef>
              <a:spcAft>
                <a:spcPts val="0"/>
              </a:spcAft>
              <a:buClr>
                <a:srgbClr val="0000FF"/>
              </a:buClr>
              <a:buSzPct val="120000"/>
              <a:buNone/>
              <a:tabLst/>
              <a:defRPr sz="1600"/>
            </a:pPr>
            <a:r>
              <a:rPr kumimoji="0" lang="en-US" sz="1800" i="0" u="none" strike="noStrike" kern="0" cap="none" spc="0" normalizeH="0" baseline="0" noProof="0" dirty="0">
                <a:ln>
                  <a:noFill/>
                </a:ln>
                <a:solidFill>
                  <a:srgbClr val="C00000"/>
                </a:solidFill>
                <a:effectLst/>
                <a:uLnTx/>
                <a:uFillTx/>
                <a:latin typeface="Arial" panose="020B0604020202020204" pitchFamily="34" charset="0"/>
                <a:ea typeface="微软雅黑" panose="020B0503020204020204" pitchFamily="34" charset="-122"/>
                <a:cs typeface="Arial" panose="020B0604020202020204" pitchFamily="34" charset="0"/>
                <a:sym typeface="Georgia" panose="02040502050405020303"/>
              </a:rPr>
              <a:t>Stage6：</a:t>
            </a:r>
            <a:r>
              <a:rPr kumimoji="0" lang="en-US" altLang="zh-CN" sz="1800" i="0" u="none" strike="noStrike" kern="0" cap="none" spc="0" normalizeH="0" baseline="0" noProof="0" dirty="0">
                <a:ln>
                  <a:noFill/>
                </a:ln>
                <a:solidFill>
                  <a:srgbClr val="C00000"/>
                </a:solidFill>
                <a:effectLst/>
                <a:uLnTx/>
                <a:uFillTx/>
                <a:latin typeface="Arial" panose="020B0604020202020204" pitchFamily="34" charset="0"/>
                <a:ea typeface="微软雅黑" panose="020B0503020204020204" pitchFamily="34" charset="-122"/>
                <a:cs typeface="Arial" panose="020B0604020202020204" pitchFamily="34" charset="0"/>
                <a:sym typeface="Georgia" panose="02040502050405020303"/>
              </a:rPr>
              <a:t>dropout</a:t>
            </a:r>
            <a:r>
              <a:rPr kumimoji="0" lang="zh-CN" altLang="en-US" sz="1800" i="0" u="none" strike="noStrike" kern="0" cap="none" spc="0" normalizeH="0" baseline="0" noProof="0" dirty="0">
                <a:ln>
                  <a:noFill/>
                </a:ln>
                <a:solidFill>
                  <a:srgbClr val="C00000"/>
                </a:solidFill>
                <a:effectLst/>
                <a:uLnTx/>
                <a:uFillTx/>
                <a:latin typeface="Arial" panose="020B0604020202020204" pitchFamily="34" charset="0"/>
                <a:ea typeface="微软雅黑" panose="020B0503020204020204" pitchFamily="34" charset="-122"/>
                <a:cs typeface="Arial" panose="020B0604020202020204" pitchFamily="34" charset="0"/>
                <a:sym typeface="Georgia" panose="02040502050405020303"/>
              </a:rPr>
              <a:t>操作</a:t>
            </a:r>
            <a:endParaRPr kumimoji="0" lang="en-US" altLang="zh-CN" sz="1800" i="0" u="none" strike="noStrike" kern="0" cap="none" spc="0" normalizeH="0" baseline="0" noProof="0" dirty="0">
              <a:ln>
                <a:noFill/>
              </a:ln>
              <a:solidFill>
                <a:srgbClr val="C00000"/>
              </a:solidFill>
              <a:effectLst/>
              <a:uLnTx/>
              <a:uFillTx/>
              <a:latin typeface="Arial" panose="020B0604020202020204" pitchFamily="34" charset="0"/>
              <a:ea typeface="微软雅黑" panose="020B0503020204020204" pitchFamily="34" charset="-122"/>
              <a:cs typeface="Arial" panose="020B0604020202020204" pitchFamily="34" charset="0"/>
              <a:sym typeface="Georgia" panose="02040502050405020303"/>
            </a:endParaRPr>
          </a:p>
          <a:p>
            <a:pPr marL="0" marR="0" lvl="1" indent="0" algn="l" defTabSz="822960" rtl="0" eaLnBrk="1" fontAlgn="auto" latinLnBrk="0" hangingPunct="1">
              <a:lnSpc>
                <a:spcPct val="150000"/>
              </a:lnSpc>
              <a:spcBef>
                <a:spcPts val="0"/>
              </a:spcBef>
              <a:spcAft>
                <a:spcPts val="600"/>
              </a:spcAft>
              <a:buClr>
                <a:srgbClr val="0000FF"/>
              </a:buClr>
              <a:buSzPct val="100000"/>
              <a:buNone/>
              <a:tabLst/>
              <a:defRPr sz="1600"/>
            </a:pPr>
            <a:r>
              <a:rPr kumimoji="0" lang="zh-CN" altLang="en-US" sz="1200" b="0" i="0" u="none" strike="noStrike" kern="0" cap="none" spc="0" normalizeH="0" baseline="0" noProof="0" dirty="0">
                <a:ln>
                  <a:noFill/>
                </a:ln>
                <a:solidFill>
                  <a:srgbClr val="000000"/>
                </a:solidFill>
                <a:effectLst/>
                <a:uLnTx/>
                <a:uFillTx/>
                <a:latin typeface="Arial" panose="020B0604020202020204" pitchFamily="34" charset="0"/>
                <a:ea typeface="微软雅黑" panose="020B0503020204020204" pitchFamily="34" charset="-122"/>
                <a:cs typeface="Arial" panose="020B0604020202020204" pitchFamily="34" charset="0"/>
                <a:sym typeface="Georgia" panose="02040502050405020303"/>
              </a:rPr>
              <a:t>在训练时随机丢弃一些特征，这有助于模型泛化，因为它不会过分依赖某些局部特征。</a:t>
            </a:r>
            <a:endParaRPr kumimoji="0" lang="en-US" altLang="zh-CN" sz="1200" b="0" i="0" u="none" strike="noStrike" kern="0" cap="none" spc="0" normalizeH="0" baseline="0" noProof="0" dirty="0">
              <a:ln>
                <a:noFill/>
              </a:ln>
              <a:solidFill>
                <a:srgbClr val="000000"/>
              </a:solidFill>
              <a:effectLst/>
              <a:uLnTx/>
              <a:uFillTx/>
              <a:latin typeface="Arial" panose="020B0604020202020204" pitchFamily="34" charset="0"/>
              <a:ea typeface="微软雅黑" panose="020B0503020204020204" pitchFamily="34" charset="-122"/>
              <a:cs typeface="Arial" panose="020B0604020202020204" pitchFamily="34" charset="0"/>
              <a:sym typeface="Georgia" panose="02040502050405020303"/>
            </a:endParaRPr>
          </a:p>
          <a:p>
            <a:pPr marL="0" indent="0">
              <a:lnSpc>
                <a:spcPct val="150000"/>
              </a:lnSpc>
              <a:spcBef>
                <a:spcPts val="0"/>
              </a:spcBef>
              <a:buNone/>
              <a:defRPr sz="1600"/>
            </a:pPr>
            <a:r>
              <a:rPr lang="en-US" altLang="zh-CN" sz="1800" kern="0" dirty="0">
                <a:solidFill>
                  <a:srgbClr val="C00000"/>
                </a:solidFill>
                <a:latin typeface="Arial" panose="020B0604020202020204" pitchFamily="34" charset="0"/>
                <a:ea typeface="微软雅黑" panose="020B0503020204020204" pitchFamily="34" charset="-122"/>
                <a:cs typeface="Arial" panose="020B0604020202020204" pitchFamily="34" charset="0"/>
              </a:rPr>
              <a:t>Stage7</a:t>
            </a:r>
            <a:r>
              <a:rPr lang="zh-CN" altLang="en-US" sz="1800" kern="0" dirty="0">
                <a:solidFill>
                  <a:srgbClr val="C00000"/>
                </a:solidFill>
                <a:latin typeface="Arial" panose="020B0604020202020204" pitchFamily="34" charset="0"/>
                <a:ea typeface="微软雅黑" panose="020B0503020204020204" pitchFamily="34" charset="-122"/>
                <a:cs typeface="Arial" panose="020B0604020202020204" pitchFamily="34" charset="0"/>
              </a:rPr>
              <a:t>：对值进行加权求和</a:t>
            </a:r>
            <a:endParaRPr lang="en-US" altLang="zh-CN" sz="1800" kern="0" dirty="0">
              <a:solidFill>
                <a:srgbClr val="C00000"/>
              </a:solidFill>
              <a:latin typeface="Arial" panose="020B0604020202020204" pitchFamily="34" charset="0"/>
              <a:ea typeface="微软雅黑" panose="020B0503020204020204" pitchFamily="34" charset="-122"/>
              <a:cs typeface="Arial" panose="020B0604020202020204" pitchFamily="34" charset="0"/>
            </a:endParaRPr>
          </a:p>
          <a:p>
            <a:pPr marL="0" lvl="1" indent="0">
              <a:lnSpc>
                <a:spcPct val="150000"/>
              </a:lnSpc>
              <a:spcBef>
                <a:spcPts val="0"/>
              </a:spcBef>
              <a:spcAft>
                <a:spcPts val="600"/>
              </a:spcAft>
              <a:buNone/>
              <a:defRPr sz="1600"/>
            </a:pPr>
            <a:r>
              <a:rPr lang="zh-CN" altLang="en-US" sz="1200" b="0" kern="0" dirty="0">
                <a:solidFill>
                  <a:srgbClr val="000000"/>
                </a:solidFill>
                <a:latin typeface="Arial" panose="020B0604020202020204" pitchFamily="34" charset="0"/>
                <a:ea typeface="微软雅黑" panose="020B0503020204020204" pitchFamily="34" charset="-122"/>
                <a:cs typeface="Arial" panose="020B0604020202020204" pitchFamily="34" charset="0"/>
              </a:rPr>
              <a:t>将权重结果与值矩阵</a:t>
            </a:r>
            <a:r>
              <a:rPr lang="en-US" altLang="zh-CN" sz="1200" i="1" kern="0" dirty="0">
                <a:solidFill>
                  <a:srgbClr val="000000"/>
                </a:solidFill>
                <a:latin typeface="Arial" panose="020B0604020202020204" pitchFamily="34" charset="0"/>
                <a:ea typeface="微软雅黑" panose="020B0503020204020204" pitchFamily="34" charset="-122"/>
                <a:cs typeface="Arial" panose="020B0604020202020204" pitchFamily="34" charset="0"/>
              </a:rPr>
              <a:t>V</a:t>
            </a:r>
            <a:r>
              <a:rPr lang="zh-CN" altLang="en-US" sz="1200" b="0" kern="0" dirty="0">
                <a:solidFill>
                  <a:srgbClr val="000000"/>
                </a:solidFill>
                <a:latin typeface="Arial" panose="020B0604020202020204" pitchFamily="34" charset="0"/>
                <a:ea typeface="微软雅黑" panose="020B0503020204020204" pitchFamily="34" charset="-122"/>
                <a:cs typeface="Arial" panose="020B0604020202020204" pitchFamily="34" charset="0"/>
              </a:rPr>
              <a:t>进行加权求和，即将注意力权重矩阵</a:t>
            </a:r>
            <a:r>
              <a:rPr lang="en-US" altLang="zh-CN" sz="1200" i="1" kern="0" dirty="0">
                <a:solidFill>
                  <a:srgbClr val="000000"/>
                </a:solidFill>
                <a:latin typeface="Arial" panose="020B0604020202020204" pitchFamily="34" charset="0"/>
                <a:ea typeface="微软雅黑" panose="020B0503020204020204" pitchFamily="34" charset="-122"/>
                <a:cs typeface="Arial" panose="020B0604020202020204" pitchFamily="34" charset="0"/>
              </a:rPr>
              <a:t>P</a:t>
            </a:r>
            <a:r>
              <a:rPr lang="zh-CN" altLang="en-US" sz="1200" b="0" kern="0" dirty="0">
                <a:solidFill>
                  <a:srgbClr val="000000"/>
                </a:solidFill>
                <a:latin typeface="Arial" panose="020B0604020202020204" pitchFamily="34" charset="0"/>
                <a:ea typeface="微软雅黑" panose="020B0503020204020204" pitchFamily="34" charset="-122"/>
                <a:cs typeface="Arial" panose="020B0604020202020204" pitchFamily="34" charset="0"/>
              </a:rPr>
              <a:t>和值矩阵 </a:t>
            </a:r>
            <a:r>
              <a:rPr lang="en-US" altLang="zh-CN" sz="1200" i="1" kern="0" dirty="0">
                <a:solidFill>
                  <a:srgbClr val="000000"/>
                </a:solidFill>
                <a:latin typeface="Arial" panose="020B0604020202020204" pitchFamily="34" charset="0"/>
                <a:ea typeface="微软雅黑" panose="020B0503020204020204" pitchFamily="34" charset="-122"/>
                <a:cs typeface="Arial" panose="020B0604020202020204" pitchFamily="34" charset="0"/>
              </a:rPr>
              <a:t>V</a:t>
            </a:r>
            <a:r>
              <a:rPr lang="en-US" altLang="zh-CN" sz="1200" b="0" kern="0" dirty="0">
                <a:solidFill>
                  <a:srgbClr val="000000"/>
                </a:solidFill>
                <a:latin typeface="Arial" panose="020B0604020202020204" pitchFamily="34" charset="0"/>
                <a:ea typeface="微软雅黑" panose="020B0503020204020204" pitchFamily="34" charset="-122"/>
                <a:cs typeface="Arial" panose="020B0604020202020204" pitchFamily="34" charset="0"/>
              </a:rPr>
              <a:t> </a:t>
            </a:r>
            <a:r>
              <a:rPr lang="zh-CN" altLang="en-US" sz="1200" b="0" kern="0" dirty="0">
                <a:solidFill>
                  <a:srgbClr val="000000"/>
                </a:solidFill>
                <a:latin typeface="Arial" panose="020B0604020202020204" pitchFamily="34" charset="0"/>
                <a:ea typeface="微软雅黑" panose="020B0503020204020204" pitchFamily="34" charset="-122"/>
                <a:cs typeface="Arial" panose="020B0604020202020204" pitchFamily="34" charset="0"/>
              </a:rPr>
              <a:t>进行矩阵乘获取结果 </a:t>
            </a:r>
            <a:r>
              <a:rPr lang="en-US" altLang="zh-CN" sz="1200" i="1" kern="0" dirty="0">
                <a:solidFill>
                  <a:srgbClr val="000000"/>
                </a:solidFill>
                <a:latin typeface="Arial" panose="020B0604020202020204" pitchFamily="34" charset="0"/>
                <a:ea typeface="微软雅黑" panose="020B0503020204020204" pitchFamily="34" charset="-122"/>
                <a:cs typeface="Arial" panose="020B0604020202020204" pitchFamily="34" charset="0"/>
              </a:rPr>
              <a:t>O</a:t>
            </a:r>
            <a:r>
              <a:rPr lang="en-US" altLang="zh-CN" sz="1200" b="0" kern="0" dirty="0">
                <a:solidFill>
                  <a:srgbClr val="000000"/>
                </a:solidFill>
                <a:latin typeface="Arial" panose="020B0604020202020204" pitchFamily="34" charset="0"/>
                <a:ea typeface="微软雅黑" panose="020B0503020204020204" pitchFamily="34" charset="-122"/>
                <a:cs typeface="Arial" panose="020B0604020202020204" pitchFamily="34" charset="0"/>
              </a:rPr>
              <a:t> </a:t>
            </a:r>
            <a:r>
              <a:rPr lang="zh-CN" altLang="en-US" sz="1200" b="0" kern="0" dirty="0">
                <a:solidFill>
                  <a:srgbClr val="000000"/>
                </a:solidFill>
                <a:latin typeface="Arial" panose="020B0604020202020204" pitchFamily="34" charset="0"/>
                <a:ea typeface="微软雅黑" panose="020B0503020204020204" pitchFamily="34" charset="-122"/>
                <a:cs typeface="Arial" panose="020B0604020202020204" pitchFamily="34" charset="0"/>
              </a:rPr>
              <a:t>。</a:t>
            </a:r>
            <a:endParaRPr lang="en-US" altLang="zh-CN" sz="1200" b="0" kern="0" dirty="0">
              <a:solidFill>
                <a:srgbClr val="000000"/>
              </a:solidFill>
              <a:latin typeface="Arial" panose="020B0604020202020204" pitchFamily="34" charset="0"/>
              <a:ea typeface="微软雅黑" panose="020B0503020204020204" pitchFamily="34" charset="-122"/>
              <a:cs typeface="Arial" panose="020B0604020202020204" pitchFamily="34" charset="0"/>
            </a:endParaRPr>
          </a:p>
          <a:p>
            <a:pPr marL="0" indent="0">
              <a:lnSpc>
                <a:spcPct val="150000"/>
              </a:lnSpc>
              <a:spcBef>
                <a:spcPts val="0"/>
              </a:spcBef>
              <a:buNone/>
              <a:defRPr sz="1600"/>
            </a:pPr>
            <a:r>
              <a:rPr lang="en-US" altLang="zh-CN" sz="1800" kern="0" dirty="0">
                <a:solidFill>
                  <a:srgbClr val="C00000"/>
                </a:solidFill>
                <a:latin typeface="Arial" panose="020B0604020202020204" pitchFamily="34" charset="0"/>
                <a:ea typeface="微软雅黑" panose="020B0503020204020204" pitchFamily="34" charset="-122"/>
                <a:cs typeface="Arial" panose="020B0604020202020204" pitchFamily="34" charset="0"/>
              </a:rPr>
              <a:t>Stage8</a:t>
            </a:r>
            <a:r>
              <a:rPr lang="zh-CN" altLang="en-US" sz="1800" kern="0" dirty="0">
                <a:solidFill>
                  <a:srgbClr val="C00000"/>
                </a:solidFill>
                <a:latin typeface="Arial" panose="020B0604020202020204" pitchFamily="34" charset="0"/>
                <a:ea typeface="微软雅黑" panose="020B0503020204020204" pitchFamily="34" charset="-122"/>
                <a:cs typeface="Arial" panose="020B0604020202020204" pitchFamily="34" charset="0"/>
              </a:rPr>
              <a:t>：对最终结果进行</a:t>
            </a:r>
            <a:r>
              <a:rPr lang="en-US" altLang="zh-CN" sz="1800" kern="0" dirty="0">
                <a:solidFill>
                  <a:srgbClr val="C00000"/>
                </a:solidFill>
                <a:latin typeface="Arial" panose="020B0604020202020204" pitchFamily="34" charset="0"/>
                <a:ea typeface="微软雅黑" panose="020B0503020204020204" pitchFamily="34" charset="-122"/>
                <a:cs typeface="Arial" panose="020B0604020202020204" pitchFamily="34" charset="0"/>
              </a:rPr>
              <a:t>rescale</a:t>
            </a:r>
            <a:r>
              <a:rPr lang="zh-CN" altLang="en-US" sz="1800" kern="0" dirty="0">
                <a:solidFill>
                  <a:srgbClr val="C00000"/>
                </a:solidFill>
                <a:latin typeface="Arial" panose="020B0604020202020204" pitchFamily="34" charset="0"/>
                <a:ea typeface="微软雅黑" panose="020B0503020204020204" pitchFamily="34" charset="-122"/>
                <a:cs typeface="Arial" panose="020B0604020202020204" pitchFamily="34" charset="0"/>
              </a:rPr>
              <a:t>操作</a:t>
            </a:r>
            <a:endParaRPr lang="en-US" altLang="zh-CN" sz="1800" kern="0" dirty="0">
              <a:solidFill>
                <a:srgbClr val="C00000"/>
              </a:solidFill>
              <a:latin typeface="Arial" panose="020B0604020202020204" pitchFamily="34" charset="0"/>
              <a:ea typeface="微软雅黑" panose="020B0503020204020204" pitchFamily="34" charset="-122"/>
              <a:cs typeface="Arial" panose="020B0604020202020204" pitchFamily="34" charset="0"/>
            </a:endParaRPr>
          </a:p>
          <a:p>
            <a:pPr marL="0" lvl="1" indent="0">
              <a:lnSpc>
                <a:spcPct val="150000"/>
              </a:lnSpc>
              <a:spcBef>
                <a:spcPts val="0"/>
              </a:spcBef>
              <a:buNone/>
              <a:defRPr sz="1600"/>
            </a:pPr>
            <a:r>
              <a:rPr lang="zh-CN" altLang="en-US" sz="1200" b="0" kern="0" dirty="0">
                <a:solidFill>
                  <a:srgbClr val="000000"/>
                </a:solidFill>
                <a:latin typeface="Arial" panose="020B0604020202020204" pitchFamily="34" charset="0"/>
                <a:ea typeface="微软雅黑" panose="020B0503020204020204" pitchFamily="34" charset="-122"/>
                <a:cs typeface="Arial" panose="020B0604020202020204" pitchFamily="34" charset="0"/>
              </a:rPr>
              <a:t>由于在计算</a:t>
            </a:r>
            <a:r>
              <a:rPr lang="en-US" altLang="zh-CN" sz="1200" b="0" kern="0" dirty="0" err="1">
                <a:solidFill>
                  <a:srgbClr val="000000"/>
                </a:solidFill>
                <a:latin typeface="Arial" panose="020B0604020202020204" pitchFamily="34" charset="0"/>
                <a:ea typeface="微软雅黑" panose="020B0503020204020204" pitchFamily="34" charset="-122"/>
                <a:cs typeface="Arial" panose="020B0604020202020204" pitchFamily="34" charset="0"/>
              </a:rPr>
              <a:t>Softmax</a:t>
            </a:r>
            <a:r>
              <a:rPr lang="zh-CN" altLang="en-US" sz="1200" b="0" kern="0" dirty="0">
                <a:solidFill>
                  <a:srgbClr val="000000"/>
                </a:solidFill>
                <a:latin typeface="Arial" panose="020B0604020202020204" pitchFamily="34" charset="0"/>
                <a:ea typeface="微软雅黑" panose="020B0503020204020204" pitchFamily="34" charset="-122"/>
                <a:cs typeface="Arial" panose="020B0604020202020204" pitchFamily="34" charset="0"/>
              </a:rPr>
              <a:t>时没有进行</a:t>
            </a:r>
            <a:r>
              <a:rPr lang="en-US" altLang="zh-CN" sz="1200" b="0" kern="0" dirty="0">
                <a:solidFill>
                  <a:srgbClr val="000000"/>
                </a:solidFill>
                <a:latin typeface="Arial" panose="020B0604020202020204" pitchFamily="34" charset="0"/>
                <a:ea typeface="微软雅黑" panose="020B0503020204020204" pitchFamily="34" charset="-122"/>
                <a:cs typeface="Arial" panose="020B0604020202020204" pitchFamily="34" charset="0"/>
              </a:rPr>
              <a:t>rescale</a:t>
            </a:r>
            <a:r>
              <a:rPr lang="zh-CN" altLang="en-US" sz="1200" b="0" kern="0" dirty="0">
                <a:solidFill>
                  <a:srgbClr val="000000"/>
                </a:solidFill>
                <a:latin typeface="Arial" panose="020B0604020202020204" pitchFamily="34" charset="0"/>
                <a:ea typeface="微软雅黑" panose="020B0503020204020204" pitchFamily="34" charset="-122"/>
                <a:cs typeface="Arial" panose="020B0604020202020204" pitchFamily="34" charset="0"/>
              </a:rPr>
              <a:t>操作，所以循环完成后得到的最终结果还需要进行</a:t>
            </a:r>
            <a:r>
              <a:rPr lang="en-US" altLang="zh-CN" sz="1200" b="0" kern="0" dirty="0">
                <a:solidFill>
                  <a:srgbClr val="000000"/>
                </a:solidFill>
                <a:latin typeface="Arial" panose="020B0604020202020204" pitchFamily="34" charset="0"/>
                <a:ea typeface="微软雅黑" panose="020B0503020204020204" pitchFamily="34" charset="-122"/>
                <a:cs typeface="Arial" panose="020B0604020202020204" pitchFamily="34" charset="0"/>
              </a:rPr>
              <a:t>rescale</a:t>
            </a:r>
            <a:r>
              <a:rPr lang="zh-CN" altLang="en-US" sz="1200" b="0" kern="0" dirty="0">
                <a:solidFill>
                  <a:srgbClr val="000000"/>
                </a:solidFill>
                <a:latin typeface="Arial" panose="020B0604020202020204" pitchFamily="34" charset="0"/>
                <a:ea typeface="微软雅黑" panose="020B0503020204020204" pitchFamily="34" charset="-122"/>
                <a:cs typeface="Arial" panose="020B0604020202020204" pitchFamily="34" charset="0"/>
              </a:rPr>
              <a:t>操作。庆幸的是在循环过程中程序不断更新</a:t>
            </a:r>
            <a:r>
              <a:rPr lang="en-US" altLang="zh-CN" sz="1200" b="0" kern="0" dirty="0" err="1">
                <a:solidFill>
                  <a:srgbClr val="000000"/>
                </a:solidFill>
                <a:latin typeface="Arial" panose="020B0604020202020204" pitchFamily="34" charset="0"/>
                <a:ea typeface="微软雅黑" panose="020B0503020204020204" pitchFamily="34" charset="-122"/>
                <a:cs typeface="Arial" panose="020B0604020202020204" pitchFamily="34" charset="0"/>
              </a:rPr>
              <a:t>Softmax</a:t>
            </a:r>
            <a:r>
              <a:rPr lang="zh-CN" altLang="en-US" sz="1200" b="0" kern="0" dirty="0">
                <a:solidFill>
                  <a:srgbClr val="000000"/>
                </a:solidFill>
                <a:latin typeface="Arial" panose="020B0604020202020204" pitchFamily="34" charset="0"/>
                <a:ea typeface="微软雅黑" panose="020B0503020204020204" pitchFamily="34" charset="-122"/>
                <a:cs typeface="Arial" panose="020B0604020202020204" pitchFamily="34" charset="0"/>
              </a:rPr>
              <a:t>的归一化参数行的和 </a:t>
            </a:r>
            <a:r>
              <a:rPr lang="en-US" altLang="zh-CN" sz="1200" b="0" i="1" kern="0" dirty="0">
                <a:solidFill>
                  <a:srgbClr val="000000"/>
                </a:solidFill>
                <a:latin typeface="Arial" panose="020B0604020202020204" pitchFamily="34" charset="0"/>
                <a:ea typeface="微软雅黑" panose="020B0503020204020204" pitchFamily="34" charset="-122"/>
                <a:cs typeface="Arial" panose="020B0604020202020204" pitchFamily="34" charset="0"/>
              </a:rPr>
              <a:t>d</a:t>
            </a:r>
            <a:r>
              <a:rPr lang="zh-CN" altLang="en-US" sz="1200" b="0" kern="0" dirty="0">
                <a:solidFill>
                  <a:srgbClr val="000000"/>
                </a:solidFill>
                <a:latin typeface="Arial" panose="020B0604020202020204" pitchFamily="34" charset="0"/>
                <a:ea typeface="微软雅黑" panose="020B0503020204020204" pitchFamily="34" charset="-122"/>
                <a:cs typeface="Arial" panose="020B0604020202020204" pitchFamily="34" charset="0"/>
              </a:rPr>
              <a:t>和行的最大值 </a:t>
            </a:r>
            <a:r>
              <a:rPr lang="en-US" altLang="zh-CN" sz="1200" b="0" i="1" kern="0" dirty="0">
                <a:solidFill>
                  <a:srgbClr val="000000"/>
                </a:solidFill>
                <a:latin typeface="Arial" panose="020B0604020202020204" pitchFamily="34" charset="0"/>
                <a:ea typeface="微软雅黑" panose="020B0503020204020204" pitchFamily="34" charset="-122"/>
                <a:cs typeface="Arial" panose="020B0604020202020204" pitchFamily="34" charset="0"/>
              </a:rPr>
              <a:t>m</a:t>
            </a:r>
            <a:r>
              <a:rPr lang="zh-CN" altLang="en-US" sz="1200" b="0" kern="0" dirty="0">
                <a:solidFill>
                  <a:srgbClr val="000000"/>
                </a:solidFill>
                <a:latin typeface="Arial" panose="020B0604020202020204" pitchFamily="34" charset="0"/>
                <a:ea typeface="微软雅黑" panose="020B0503020204020204" pitchFamily="34" charset="-122"/>
                <a:cs typeface="Arial" panose="020B0604020202020204" pitchFamily="34" charset="0"/>
              </a:rPr>
              <a:t>并存储，所以循环结束后，存储了完整且正确的</a:t>
            </a:r>
            <a:r>
              <a:rPr lang="en-US" altLang="zh-CN" sz="1200" b="0" kern="0" dirty="0" err="1">
                <a:solidFill>
                  <a:srgbClr val="000000"/>
                </a:solidFill>
                <a:latin typeface="Arial" panose="020B0604020202020204" pitchFamily="34" charset="0"/>
                <a:ea typeface="微软雅黑" panose="020B0503020204020204" pitchFamily="34" charset="-122"/>
                <a:cs typeface="Arial" panose="020B0604020202020204" pitchFamily="34" charset="0"/>
              </a:rPr>
              <a:t>Softmax</a:t>
            </a:r>
            <a:r>
              <a:rPr lang="zh-CN" altLang="en-US" sz="1200" b="0" kern="0" dirty="0">
                <a:solidFill>
                  <a:srgbClr val="000000"/>
                </a:solidFill>
                <a:latin typeface="Arial" panose="020B0604020202020204" pitchFamily="34" charset="0"/>
                <a:ea typeface="微软雅黑" panose="020B0503020204020204" pitchFamily="34" charset="-122"/>
                <a:cs typeface="Arial" panose="020B0604020202020204" pitchFamily="34" charset="0"/>
              </a:rPr>
              <a:t>归一化参数。所以用行的和 </a:t>
            </a:r>
            <a:r>
              <a:rPr lang="en-US" altLang="zh-CN" sz="1200" b="0" i="1" kern="0" dirty="0">
                <a:solidFill>
                  <a:srgbClr val="000000"/>
                </a:solidFill>
                <a:latin typeface="Arial" panose="020B0604020202020204" pitchFamily="34" charset="0"/>
                <a:ea typeface="微软雅黑" panose="020B0503020204020204" pitchFamily="34" charset="-122"/>
                <a:cs typeface="Arial" panose="020B0604020202020204" pitchFamily="34" charset="0"/>
              </a:rPr>
              <a:t>d</a:t>
            </a:r>
            <a:r>
              <a:rPr lang="zh-CN" altLang="en-US" sz="1200" b="0" kern="0" dirty="0">
                <a:solidFill>
                  <a:srgbClr val="000000"/>
                </a:solidFill>
                <a:latin typeface="Arial" panose="020B0604020202020204" pitchFamily="34" charset="0"/>
                <a:ea typeface="微软雅黑" panose="020B0503020204020204" pitchFamily="34" charset="-122"/>
                <a:cs typeface="Arial" panose="020B0604020202020204" pitchFamily="34" charset="0"/>
              </a:rPr>
              <a:t>对最终结果进行</a:t>
            </a:r>
            <a:r>
              <a:rPr lang="en-US" altLang="zh-CN" sz="1200" b="0" kern="0" dirty="0">
                <a:solidFill>
                  <a:srgbClr val="000000"/>
                </a:solidFill>
                <a:latin typeface="Arial" panose="020B0604020202020204" pitchFamily="34" charset="0"/>
                <a:ea typeface="微软雅黑" panose="020B0503020204020204" pitchFamily="34" charset="-122"/>
                <a:cs typeface="Arial" panose="020B0604020202020204" pitchFamily="34" charset="0"/>
              </a:rPr>
              <a:t>rescale</a:t>
            </a:r>
            <a:r>
              <a:rPr lang="zh-CN" altLang="en-US" sz="1200" b="0" kern="0" dirty="0">
                <a:solidFill>
                  <a:srgbClr val="000000"/>
                </a:solidFill>
                <a:latin typeface="Arial" panose="020B0604020202020204" pitchFamily="34" charset="0"/>
                <a:ea typeface="微软雅黑" panose="020B0503020204020204" pitchFamily="34" charset="-122"/>
                <a:cs typeface="Arial" panose="020B0604020202020204" pitchFamily="34" charset="0"/>
              </a:rPr>
              <a:t>操作。</a:t>
            </a:r>
            <a:endParaRPr lang="en-US" altLang="zh-CN" sz="1200" b="0" kern="0" dirty="0">
              <a:solidFill>
                <a:srgbClr val="000000"/>
              </a:solidFill>
              <a:latin typeface="Arial" panose="020B0604020202020204" pitchFamily="34" charset="0"/>
              <a:ea typeface="微软雅黑" panose="020B0503020204020204" pitchFamily="34" charset="-122"/>
              <a:cs typeface="Arial" panose="020B0604020202020204" pitchFamily="34" charset="0"/>
            </a:endParaRPr>
          </a:p>
        </p:txBody>
      </p:sp>
    </p:spTree>
    <p:extLst>
      <p:ext uri="{BB962C8B-B14F-4D97-AF65-F5344CB8AC3E}">
        <p14:creationId xmlns:p14="http://schemas.microsoft.com/office/powerpoint/2010/main" val="265467578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DA92FB8-4E7B-C183-2BE6-07CCACC9347B}"/>
            </a:ext>
          </a:extLst>
        </p:cNvPr>
        <p:cNvGrpSpPr/>
        <p:nvPr/>
      </p:nvGrpSpPr>
      <p:grpSpPr>
        <a:xfrm>
          <a:off x="0" y="0"/>
          <a:ext cx="0" cy="0"/>
          <a:chOff x="0" y="0"/>
          <a:chExt cx="0" cy="0"/>
        </a:xfrm>
      </p:grpSpPr>
      <p:sp>
        <p:nvSpPr>
          <p:cNvPr id="11" name="标题 1">
            <a:extLst>
              <a:ext uri="{FF2B5EF4-FFF2-40B4-BE49-F238E27FC236}">
                <a16:creationId xmlns:a16="http://schemas.microsoft.com/office/drawing/2014/main" id="{BCB72543-12A3-8BEF-50BD-CAAF838A7690}"/>
              </a:ext>
            </a:extLst>
          </p:cNvPr>
          <p:cNvSpPr txBox="1">
            <a:spLocks/>
          </p:cNvSpPr>
          <p:nvPr/>
        </p:nvSpPr>
        <p:spPr>
          <a:xfrm>
            <a:off x="5185309" y="411900"/>
            <a:ext cx="1826141" cy="584775"/>
          </a:xfrm>
          <a:prstGeom prst="rect">
            <a:avLst/>
          </a:prstGeom>
        </p:spPr>
        <p:txBody>
          <a:bodyPr wrap="none">
            <a:spAutoFit/>
          </a:bodyPr>
          <a:lstStyle>
            <a:lvl1pPr algn="l" defTabSz="1187798" rtl="0" eaLnBrk="1" latinLnBrk="0" hangingPunct="1">
              <a:lnSpc>
                <a:spcPct val="90000"/>
              </a:lnSpc>
              <a:spcBef>
                <a:spcPct val="0"/>
              </a:spcBef>
              <a:buNone/>
              <a:defRPr sz="5716" kern="1200">
                <a:solidFill>
                  <a:schemeClr val="tx1"/>
                </a:solidFill>
                <a:latin typeface="+mj-lt"/>
                <a:ea typeface="+mj-ea"/>
                <a:cs typeface="+mj-cs"/>
              </a:defRPr>
            </a:lvl1pPr>
          </a:lstStyle>
          <a:p>
            <a:pPr algn="ctr">
              <a:lnSpc>
                <a:spcPct val="100000"/>
              </a:lnSpc>
            </a:pPr>
            <a:r>
              <a:rPr lang="zh-CN" altLang="en-US" sz="3200" b="1" dirty="0">
                <a:solidFill>
                  <a:srgbClr val="000000"/>
                </a:solidFill>
                <a:latin typeface="Arial" panose="020B0604020202020204" pitchFamily="34" charset="0"/>
                <a:ea typeface="微软雅黑" panose="020B0503020204020204" pitchFamily="34" charset="-122"/>
                <a:cs typeface="Arial" panose="020B0604020202020204" pitchFamily="34" charset="0"/>
              </a:rPr>
              <a:t>本章内容</a:t>
            </a:r>
          </a:p>
        </p:txBody>
      </p:sp>
      <p:sp>
        <p:nvSpPr>
          <p:cNvPr id="21" name="矩形: 圆角 20">
            <a:extLst>
              <a:ext uri="{FF2B5EF4-FFF2-40B4-BE49-F238E27FC236}">
                <a16:creationId xmlns:a16="http://schemas.microsoft.com/office/drawing/2014/main" id="{F3106762-F3C5-BF31-7171-51648B1FE925}"/>
              </a:ext>
            </a:extLst>
          </p:cNvPr>
          <p:cNvSpPr/>
          <p:nvPr/>
        </p:nvSpPr>
        <p:spPr>
          <a:xfrm>
            <a:off x="3998601" y="2169545"/>
            <a:ext cx="457200" cy="457200"/>
          </a:xfrm>
          <a:prstGeom prst="roundRect">
            <a:avLst/>
          </a:prstGeom>
          <a:solidFill>
            <a:schemeClr val="bg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altLang="zh-CN" b="1" dirty="0">
                <a:solidFill>
                  <a:schemeClr val="bg1">
                    <a:lumMod val="60000"/>
                    <a:lumOff val="40000"/>
                  </a:schemeClr>
                </a:solidFill>
                <a:latin typeface="Arial" panose="020B0604020202020204" pitchFamily="34" charset="0"/>
                <a:ea typeface="微软雅黑" panose="020B0503020204020204" pitchFamily="34" charset="-122"/>
                <a:cs typeface="Arial" panose="020B0604020202020204" pitchFamily="34" charset="0"/>
              </a:rPr>
              <a:t>1</a:t>
            </a:r>
            <a:endParaRPr lang="zh-CN" altLang="en-US" b="1" dirty="0">
              <a:solidFill>
                <a:schemeClr val="bg1">
                  <a:lumMod val="60000"/>
                  <a:lumOff val="40000"/>
                </a:schemeClr>
              </a:solidFill>
              <a:latin typeface="Arial" panose="020B0604020202020204" pitchFamily="34" charset="0"/>
              <a:ea typeface="微软雅黑" panose="020B0503020204020204" pitchFamily="34" charset="-122"/>
              <a:cs typeface="Arial" panose="020B0604020202020204" pitchFamily="34" charset="0"/>
            </a:endParaRPr>
          </a:p>
        </p:txBody>
      </p:sp>
      <p:sp>
        <p:nvSpPr>
          <p:cNvPr id="22" name="文本框 21">
            <a:extLst>
              <a:ext uri="{FF2B5EF4-FFF2-40B4-BE49-F238E27FC236}">
                <a16:creationId xmlns:a16="http://schemas.microsoft.com/office/drawing/2014/main" id="{1F90CE1C-681D-0B0A-408B-09042F8CAEE3}"/>
              </a:ext>
            </a:extLst>
          </p:cNvPr>
          <p:cNvSpPr txBox="1"/>
          <p:nvPr/>
        </p:nvSpPr>
        <p:spPr>
          <a:xfrm>
            <a:off x="4551010" y="2213479"/>
            <a:ext cx="3647152" cy="369332"/>
          </a:xfrm>
          <a:prstGeom prst="rect">
            <a:avLst/>
          </a:prstGeom>
          <a:noFill/>
        </p:spPr>
        <p:txBody>
          <a:bodyPr wrap="none">
            <a:spAutoFit/>
          </a:bodyPr>
          <a:lstStyle/>
          <a:p>
            <a:pPr marL="642915" indent="-822915">
              <a:buSzTx/>
              <a:buNone/>
              <a:defRPr sz="3600">
                <a:solidFill>
                  <a:srgbClr val="FF2600"/>
                </a:solidFill>
              </a:defRPr>
            </a:pPr>
            <a:r>
              <a:rPr lang="zh-CN" altLang="en-US" sz="1800" dirty="0">
                <a:solidFill>
                  <a:schemeClr val="bg1">
                    <a:lumMod val="60000"/>
                    <a:lumOff val="40000"/>
                  </a:schemeClr>
                </a:solidFill>
                <a:latin typeface="Arial" panose="020B0604020202020204" pitchFamily="34" charset="0"/>
                <a:ea typeface="微软雅黑" panose="020B0503020204020204" pitchFamily="34" charset="-122"/>
                <a:cs typeface="Arial" panose="020B0604020202020204" pitchFamily="34" charset="0"/>
              </a:rPr>
              <a:t>大模型与自注意力算子的基础知识</a:t>
            </a:r>
          </a:p>
        </p:txBody>
      </p:sp>
      <p:sp>
        <p:nvSpPr>
          <p:cNvPr id="23" name="矩形: 圆角 22">
            <a:extLst>
              <a:ext uri="{FF2B5EF4-FFF2-40B4-BE49-F238E27FC236}">
                <a16:creationId xmlns:a16="http://schemas.microsoft.com/office/drawing/2014/main" id="{BC5D565B-ACF9-2C38-7B9B-80637AD38D05}"/>
              </a:ext>
            </a:extLst>
          </p:cNvPr>
          <p:cNvSpPr/>
          <p:nvPr/>
        </p:nvSpPr>
        <p:spPr>
          <a:xfrm>
            <a:off x="3998601" y="2856782"/>
            <a:ext cx="457200" cy="457200"/>
          </a:xfrm>
          <a:prstGeom prst="roundRect">
            <a:avLst/>
          </a:prstGeom>
          <a:solidFill>
            <a:schemeClr val="bg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altLang="zh-CN" b="1" dirty="0">
                <a:solidFill>
                  <a:schemeClr val="bg1">
                    <a:lumMod val="60000"/>
                    <a:lumOff val="40000"/>
                  </a:schemeClr>
                </a:solidFill>
                <a:latin typeface="Arial" panose="020B0604020202020204" pitchFamily="34" charset="0"/>
                <a:ea typeface="微软雅黑" panose="020B0503020204020204" pitchFamily="34" charset="-122"/>
                <a:cs typeface="Arial" panose="020B0604020202020204" pitchFamily="34" charset="0"/>
              </a:rPr>
              <a:t>2</a:t>
            </a:r>
            <a:endParaRPr lang="zh-CN" altLang="en-US" b="1" dirty="0">
              <a:solidFill>
                <a:schemeClr val="bg1">
                  <a:lumMod val="60000"/>
                  <a:lumOff val="40000"/>
                </a:schemeClr>
              </a:solidFill>
              <a:latin typeface="Arial" panose="020B0604020202020204" pitchFamily="34" charset="0"/>
              <a:ea typeface="微软雅黑" panose="020B0503020204020204" pitchFamily="34" charset="-122"/>
              <a:cs typeface="Arial" panose="020B0604020202020204" pitchFamily="34" charset="0"/>
            </a:endParaRPr>
          </a:p>
        </p:txBody>
      </p:sp>
      <p:sp>
        <p:nvSpPr>
          <p:cNvPr id="24" name="文本框 23">
            <a:extLst>
              <a:ext uri="{FF2B5EF4-FFF2-40B4-BE49-F238E27FC236}">
                <a16:creationId xmlns:a16="http://schemas.microsoft.com/office/drawing/2014/main" id="{73BF9399-8B6B-22E3-C619-628AE77B5CBC}"/>
              </a:ext>
            </a:extLst>
          </p:cNvPr>
          <p:cNvSpPr txBox="1"/>
          <p:nvPr/>
        </p:nvSpPr>
        <p:spPr>
          <a:xfrm>
            <a:off x="4551010" y="2900716"/>
            <a:ext cx="2723823" cy="369332"/>
          </a:xfrm>
          <a:prstGeom prst="rect">
            <a:avLst/>
          </a:prstGeom>
          <a:noFill/>
        </p:spPr>
        <p:txBody>
          <a:bodyPr wrap="none">
            <a:spAutoFit/>
          </a:bodyPr>
          <a:lstStyle/>
          <a:p>
            <a:pPr marL="642915" indent="-822915">
              <a:buSzTx/>
              <a:buNone/>
              <a:defRPr sz="3600">
                <a:solidFill>
                  <a:srgbClr val="FF2600"/>
                </a:solidFill>
              </a:defRPr>
            </a:pPr>
            <a:r>
              <a:rPr lang="zh-CN" altLang="en-US" sz="1800" dirty="0">
                <a:solidFill>
                  <a:schemeClr val="bg1">
                    <a:lumMod val="60000"/>
                    <a:lumOff val="40000"/>
                  </a:schemeClr>
                </a:solidFill>
                <a:latin typeface="Arial" panose="020B0604020202020204" pitchFamily="34" charset="0"/>
                <a:ea typeface="微软雅黑" panose="020B0503020204020204" pitchFamily="34" charset="-122"/>
                <a:cs typeface="Arial" panose="020B0604020202020204" pitchFamily="34" charset="0"/>
              </a:rPr>
              <a:t>自注意力算子的优化算法</a:t>
            </a:r>
          </a:p>
        </p:txBody>
      </p:sp>
      <p:sp>
        <p:nvSpPr>
          <p:cNvPr id="25" name="矩形: 圆角 24">
            <a:extLst>
              <a:ext uri="{FF2B5EF4-FFF2-40B4-BE49-F238E27FC236}">
                <a16:creationId xmlns:a16="http://schemas.microsoft.com/office/drawing/2014/main" id="{5ECFE78B-7A8F-9D1C-6261-AE0680749784}"/>
              </a:ext>
            </a:extLst>
          </p:cNvPr>
          <p:cNvSpPr/>
          <p:nvPr/>
        </p:nvSpPr>
        <p:spPr>
          <a:xfrm>
            <a:off x="3998601" y="3544019"/>
            <a:ext cx="457200" cy="457200"/>
          </a:xfrm>
          <a:prstGeom prst="round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altLang="zh-CN" b="1" dirty="0">
                <a:solidFill>
                  <a:schemeClr val="tx2"/>
                </a:solidFill>
                <a:latin typeface="Arial" panose="020B0604020202020204" pitchFamily="34" charset="0"/>
                <a:ea typeface="微软雅黑" panose="020B0503020204020204" pitchFamily="34" charset="-122"/>
                <a:cs typeface="Arial" panose="020B0604020202020204" pitchFamily="34" charset="0"/>
              </a:rPr>
              <a:t>3</a:t>
            </a:r>
            <a:endParaRPr lang="zh-CN" altLang="en-US" b="1" dirty="0">
              <a:solidFill>
                <a:schemeClr val="tx2"/>
              </a:solidFill>
              <a:latin typeface="Arial" panose="020B0604020202020204" pitchFamily="34" charset="0"/>
              <a:ea typeface="微软雅黑" panose="020B0503020204020204" pitchFamily="34" charset="-122"/>
              <a:cs typeface="Arial" panose="020B0604020202020204" pitchFamily="34" charset="0"/>
            </a:endParaRPr>
          </a:p>
        </p:txBody>
      </p:sp>
      <p:sp>
        <p:nvSpPr>
          <p:cNvPr id="26" name="文本框 25">
            <a:extLst>
              <a:ext uri="{FF2B5EF4-FFF2-40B4-BE49-F238E27FC236}">
                <a16:creationId xmlns:a16="http://schemas.microsoft.com/office/drawing/2014/main" id="{0C47D4F4-BDEE-C250-7552-4E5996BDC8AD}"/>
              </a:ext>
            </a:extLst>
          </p:cNvPr>
          <p:cNvSpPr txBox="1"/>
          <p:nvPr/>
        </p:nvSpPr>
        <p:spPr>
          <a:xfrm>
            <a:off x="4551010" y="3587953"/>
            <a:ext cx="3185487" cy="369332"/>
          </a:xfrm>
          <a:prstGeom prst="rect">
            <a:avLst/>
          </a:prstGeom>
          <a:noFill/>
        </p:spPr>
        <p:txBody>
          <a:bodyPr wrap="none">
            <a:spAutoFit/>
          </a:bodyPr>
          <a:lstStyle/>
          <a:p>
            <a:pPr marL="642915" indent="-822915">
              <a:buSzTx/>
              <a:buNone/>
              <a:defRPr sz="3600">
                <a:solidFill>
                  <a:srgbClr val="FF2600"/>
                </a:solidFill>
              </a:defRPr>
            </a:pPr>
            <a:r>
              <a:rPr lang="zh-CN" altLang="en-US" sz="1800" b="1" dirty="0">
                <a:solidFill>
                  <a:srgbClr val="C00000"/>
                </a:solidFill>
                <a:latin typeface="Arial" panose="020B0604020202020204" pitchFamily="34" charset="0"/>
                <a:ea typeface="微软雅黑" panose="020B0503020204020204" pitchFamily="34" charset="-122"/>
                <a:cs typeface="Arial" panose="020B0604020202020204" pitchFamily="34" charset="0"/>
              </a:rPr>
              <a:t>自注意力算子前向传播的实现</a:t>
            </a:r>
          </a:p>
        </p:txBody>
      </p:sp>
      <p:sp>
        <p:nvSpPr>
          <p:cNvPr id="27" name="矩形: 圆角 26">
            <a:extLst>
              <a:ext uri="{FF2B5EF4-FFF2-40B4-BE49-F238E27FC236}">
                <a16:creationId xmlns:a16="http://schemas.microsoft.com/office/drawing/2014/main" id="{5EC73BD5-3E77-962A-AD33-E4AE1CB9918C}"/>
              </a:ext>
            </a:extLst>
          </p:cNvPr>
          <p:cNvSpPr/>
          <p:nvPr/>
        </p:nvSpPr>
        <p:spPr>
          <a:xfrm>
            <a:off x="3998601" y="4231256"/>
            <a:ext cx="457200" cy="457200"/>
          </a:xfrm>
          <a:prstGeom prst="roundRect">
            <a:avLst/>
          </a:prstGeom>
          <a:solidFill>
            <a:schemeClr val="bg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altLang="zh-CN" b="1" dirty="0">
                <a:solidFill>
                  <a:schemeClr val="bg1">
                    <a:lumMod val="60000"/>
                    <a:lumOff val="40000"/>
                  </a:schemeClr>
                </a:solidFill>
                <a:latin typeface="Arial" panose="020B0604020202020204" pitchFamily="34" charset="0"/>
                <a:ea typeface="微软雅黑" panose="020B0503020204020204" pitchFamily="34" charset="-122"/>
                <a:cs typeface="Arial" panose="020B0604020202020204" pitchFamily="34" charset="0"/>
              </a:rPr>
              <a:t>4</a:t>
            </a:r>
            <a:endParaRPr lang="zh-CN" altLang="en-US" b="1" dirty="0">
              <a:solidFill>
                <a:schemeClr val="bg1">
                  <a:lumMod val="60000"/>
                  <a:lumOff val="40000"/>
                </a:schemeClr>
              </a:solidFill>
              <a:latin typeface="Arial" panose="020B0604020202020204" pitchFamily="34" charset="0"/>
              <a:ea typeface="微软雅黑" panose="020B0503020204020204" pitchFamily="34" charset="-122"/>
              <a:cs typeface="Arial" panose="020B0604020202020204" pitchFamily="34" charset="0"/>
            </a:endParaRPr>
          </a:p>
        </p:txBody>
      </p:sp>
      <p:sp>
        <p:nvSpPr>
          <p:cNvPr id="28" name="文本框 27">
            <a:extLst>
              <a:ext uri="{FF2B5EF4-FFF2-40B4-BE49-F238E27FC236}">
                <a16:creationId xmlns:a16="http://schemas.microsoft.com/office/drawing/2014/main" id="{AC67958A-AC2D-6C63-4F21-535DFE1069BD}"/>
              </a:ext>
            </a:extLst>
          </p:cNvPr>
          <p:cNvSpPr txBox="1"/>
          <p:nvPr/>
        </p:nvSpPr>
        <p:spPr>
          <a:xfrm>
            <a:off x="4551010" y="4275190"/>
            <a:ext cx="2031325" cy="369332"/>
          </a:xfrm>
          <a:prstGeom prst="rect">
            <a:avLst/>
          </a:prstGeom>
          <a:noFill/>
        </p:spPr>
        <p:txBody>
          <a:bodyPr wrap="none">
            <a:spAutoFit/>
          </a:bodyPr>
          <a:lstStyle/>
          <a:p>
            <a:pPr marL="642915" indent="-822915">
              <a:buSzTx/>
              <a:buNone/>
              <a:defRPr sz="3600">
                <a:solidFill>
                  <a:srgbClr val="0433FF"/>
                </a:solidFill>
              </a:defRPr>
            </a:pPr>
            <a:r>
              <a:rPr lang="zh-CN" altLang="en-US" sz="1800" dirty="0">
                <a:solidFill>
                  <a:schemeClr val="bg1">
                    <a:lumMod val="60000"/>
                    <a:lumOff val="40000"/>
                  </a:schemeClr>
                </a:solidFill>
                <a:latin typeface="Arial" panose="020B0604020202020204" pitchFamily="34" charset="0"/>
                <a:ea typeface="微软雅黑" panose="020B0503020204020204" pitchFamily="34" charset="-122"/>
                <a:cs typeface="Arial" panose="020B0604020202020204" pitchFamily="34" charset="0"/>
              </a:rPr>
              <a:t>自注意力算子测试</a:t>
            </a:r>
          </a:p>
        </p:txBody>
      </p:sp>
    </p:spTree>
    <p:extLst>
      <p:ext uri="{BB962C8B-B14F-4D97-AF65-F5344CB8AC3E}">
        <p14:creationId xmlns:p14="http://schemas.microsoft.com/office/powerpoint/2010/main" val="160288364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BE79C0F-7F74-C01E-B6B9-D7B8B1529301}"/>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502AC8DC-251C-C0B6-31E5-B878E5BD042C}"/>
              </a:ext>
            </a:extLst>
          </p:cNvPr>
          <p:cNvSpPr txBox="1">
            <a:spLocks/>
          </p:cNvSpPr>
          <p:nvPr/>
        </p:nvSpPr>
        <p:spPr>
          <a:xfrm>
            <a:off x="3775468" y="411900"/>
            <a:ext cx="4645824" cy="584775"/>
          </a:xfrm>
          <a:prstGeom prst="rect">
            <a:avLst/>
          </a:prstGeom>
        </p:spPr>
        <p:txBody>
          <a:bodyPr wrap="none">
            <a:spAutoFit/>
          </a:bodyPr>
          <a:lstStyle>
            <a:lvl1pPr algn="l" defTabSz="1187798" rtl="0" eaLnBrk="1" latinLnBrk="0" hangingPunct="1">
              <a:lnSpc>
                <a:spcPct val="90000"/>
              </a:lnSpc>
              <a:spcBef>
                <a:spcPct val="0"/>
              </a:spcBef>
              <a:buNone/>
              <a:defRPr sz="5716" kern="1200">
                <a:solidFill>
                  <a:schemeClr val="tx1"/>
                </a:solidFill>
                <a:latin typeface="+mj-lt"/>
                <a:ea typeface="+mj-ea"/>
                <a:cs typeface="+mj-cs"/>
              </a:defRPr>
            </a:lvl1pPr>
          </a:lstStyle>
          <a:p>
            <a:pPr algn="ctr">
              <a:lnSpc>
                <a:spcPct val="100000"/>
              </a:lnSpc>
            </a:pPr>
            <a:r>
              <a:rPr lang="en-US" altLang="zh-CN" sz="3200" b="1" dirty="0">
                <a:solidFill>
                  <a:srgbClr val="000000"/>
                </a:solidFill>
                <a:latin typeface="Arial" panose="020B0604020202020204" pitchFamily="34" charset="0"/>
                <a:ea typeface="微软雅黑" panose="020B0503020204020204" pitchFamily="34" charset="-122"/>
                <a:cs typeface="Arial" panose="020B0604020202020204" pitchFamily="34" charset="0"/>
              </a:rPr>
              <a:t>FlashAttention-2</a:t>
            </a:r>
            <a:r>
              <a:rPr lang="zh-CN" altLang="en-US" sz="3200" b="1" dirty="0">
                <a:solidFill>
                  <a:srgbClr val="000000"/>
                </a:solidFill>
                <a:latin typeface="Arial" panose="020B0604020202020204" pitchFamily="34" charset="0"/>
                <a:ea typeface="微软雅黑" panose="020B0503020204020204" pitchFamily="34" charset="-122"/>
                <a:cs typeface="Arial" panose="020B0604020202020204" pitchFamily="34" charset="0"/>
              </a:rPr>
              <a:t>简易版</a:t>
            </a:r>
          </a:p>
        </p:txBody>
      </p:sp>
      <mc:AlternateContent xmlns:mc="http://schemas.openxmlformats.org/markup-compatibility/2006">
        <mc:Choice xmlns:a14="http://schemas.microsoft.com/office/drawing/2010/main" Requires="a14">
          <p:sp>
            <p:nvSpPr>
              <p:cNvPr id="3" name="文本占位符 2">
                <a:extLst>
                  <a:ext uri="{FF2B5EF4-FFF2-40B4-BE49-F238E27FC236}">
                    <a16:creationId xmlns:a16="http://schemas.microsoft.com/office/drawing/2014/main" id="{4A1FF10E-FA4E-1727-1B59-91FA9D5416CE}"/>
                  </a:ext>
                </a:extLst>
              </p:cNvPr>
              <p:cNvSpPr txBox="1">
                <a:spLocks/>
              </p:cNvSpPr>
              <p:nvPr/>
            </p:nvSpPr>
            <p:spPr>
              <a:xfrm>
                <a:off x="2658793" y="2706132"/>
                <a:ext cx="3853820" cy="1726370"/>
              </a:xfrm>
              <a:prstGeom prst="rect">
                <a:avLst/>
              </a:prstGeom>
            </p:spPr>
            <p:txBody>
              <a:bodyPr wrap="square">
                <a:spAutoFit/>
              </a:bodyPr>
              <a:lstStyle>
                <a:lvl1pPr marL="296950" indent="-296950" algn="l" defTabSz="1187798" rtl="0" eaLnBrk="1" latinLnBrk="0" hangingPunct="1">
                  <a:lnSpc>
                    <a:spcPct val="90000"/>
                  </a:lnSpc>
                  <a:spcBef>
                    <a:spcPts val="1299"/>
                  </a:spcBef>
                  <a:buFont typeface="Arial" panose="020B0604020202020204" pitchFamily="34" charset="0"/>
                  <a:buChar char="•"/>
                  <a:defRPr sz="3636" kern="1200">
                    <a:solidFill>
                      <a:schemeClr val="tx1"/>
                    </a:solidFill>
                    <a:latin typeface="+mn-lt"/>
                    <a:ea typeface="+mn-ea"/>
                    <a:cs typeface="+mn-cs"/>
                  </a:defRPr>
                </a:lvl1pPr>
                <a:lvl2pPr marL="890849" indent="-296950" algn="l" defTabSz="1187798" rtl="0" eaLnBrk="1" latinLnBrk="0" hangingPunct="1">
                  <a:lnSpc>
                    <a:spcPct val="90000"/>
                  </a:lnSpc>
                  <a:spcBef>
                    <a:spcPts val="650"/>
                  </a:spcBef>
                  <a:buFont typeface="Arial" panose="020B0604020202020204" pitchFamily="34" charset="0"/>
                  <a:buChar char="•"/>
                  <a:defRPr sz="3118" kern="1200">
                    <a:solidFill>
                      <a:schemeClr val="tx1"/>
                    </a:solidFill>
                    <a:latin typeface="+mn-lt"/>
                    <a:ea typeface="+mn-ea"/>
                    <a:cs typeface="+mn-cs"/>
                  </a:defRPr>
                </a:lvl2pPr>
                <a:lvl3pPr marL="1484748" indent="-296950" algn="l" defTabSz="1187798" rtl="0" eaLnBrk="1" latinLnBrk="0" hangingPunct="1">
                  <a:lnSpc>
                    <a:spcPct val="90000"/>
                  </a:lnSpc>
                  <a:spcBef>
                    <a:spcPts val="650"/>
                  </a:spcBef>
                  <a:buFont typeface="Arial" panose="020B0604020202020204" pitchFamily="34" charset="0"/>
                  <a:buChar char="•"/>
                  <a:defRPr sz="2598" kern="1200">
                    <a:solidFill>
                      <a:schemeClr val="tx1"/>
                    </a:solidFill>
                    <a:latin typeface="+mn-lt"/>
                    <a:ea typeface="+mn-ea"/>
                    <a:cs typeface="+mn-cs"/>
                  </a:defRPr>
                </a:lvl3pPr>
                <a:lvl4pPr marL="2078648" indent="-296950" algn="l" defTabSz="1187798" rtl="0" eaLnBrk="1" latinLnBrk="0" hangingPunct="1">
                  <a:lnSpc>
                    <a:spcPct val="90000"/>
                  </a:lnSpc>
                  <a:spcBef>
                    <a:spcPts val="650"/>
                  </a:spcBef>
                  <a:buFont typeface="Arial" panose="020B0604020202020204" pitchFamily="34" charset="0"/>
                  <a:buChar char="•"/>
                  <a:defRPr sz="2338" kern="1200">
                    <a:solidFill>
                      <a:schemeClr val="tx1"/>
                    </a:solidFill>
                    <a:latin typeface="+mn-lt"/>
                    <a:ea typeface="+mn-ea"/>
                    <a:cs typeface="+mn-cs"/>
                  </a:defRPr>
                </a:lvl4pPr>
                <a:lvl5pPr marL="2672547" indent="-296950" algn="l" defTabSz="1187798" rtl="0" eaLnBrk="1" latinLnBrk="0" hangingPunct="1">
                  <a:lnSpc>
                    <a:spcPct val="90000"/>
                  </a:lnSpc>
                  <a:spcBef>
                    <a:spcPts val="650"/>
                  </a:spcBef>
                  <a:buFont typeface="Arial" panose="020B0604020202020204" pitchFamily="34" charset="0"/>
                  <a:buChar char="•"/>
                  <a:defRPr sz="2338" kern="1200">
                    <a:solidFill>
                      <a:schemeClr val="tx1"/>
                    </a:solidFill>
                    <a:latin typeface="+mn-lt"/>
                    <a:ea typeface="+mn-ea"/>
                    <a:cs typeface="+mn-cs"/>
                  </a:defRPr>
                </a:lvl5pPr>
                <a:lvl6pPr marL="3266447" indent="-296950" algn="l" defTabSz="1187798" rtl="0" eaLnBrk="1" latinLnBrk="0" hangingPunct="1">
                  <a:lnSpc>
                    <a:spcPct val="90000"/>
                  </a:lnSpc>
                  <a:spcBef>
                    <a:spcPts val="650"/>
                  </a:spcBef>
                  <a:buFont typeface="Arial" panose="020B0604020202020204" pitchFamily="34" charset="0"/>
                  <a:buChar char="•"/>
                  <a:defRPr sz="2338" kern="1200">
                    <a:solidFill>
                      <a:schemeClr val="tx1"/>
                    </a:solidFill>
                    <a:latin typeface="+mn-lt"/>
                    <a:ea typeface="+mn-ea"/>
                    <a:cs typeface="+mn-cs"/>
                  </a:defRPr>
                </a:lvl6pPr>
                <a:lvl7pPr marL="3860346" indent="-296950" algn="l" defTabSz="1187798" rtl="0" eaLnBrk="1" latinLnBrk="0" hangingPunct="1">
                  <a:lnSpc>
                    <a:spcPct val="90000"/>
                  </a:lnSpc>
                  <a:spcBef>
                    <a:spcPts val="650"/>
                  </a:spcBef>
                  <a:buFont typeface="Arial" panose="020B0604020202020204" pitchFamily="34" charset="0"/>
                  <a:buChar char="•"/>
                  <a:defRPr sz="2338" kern="1200">
                    <a:solidFill>
                      <a:schemeClr val="tx1"/>
                    </a:solidFill>
                    <a:latin typeface="+mn-lt"/>
                    <a:ea typeface="+mn-ea"/>
                    <a:cs typeface="+mn-cs"/>
                  </a:defRPr>
                </a:lvl7pPr>
                <a:lvl8pPr marL="4454245" indent="-296950" algn="l" defTabSz="1187798" rtl="0" eaLnBrk="1" latinLnBrk="0" hangingPunct="1">
                  <a:lnSpc>
                    <a:spcPct val="90000"/>
                  </a:lnSpc>
                  <a:spcBef>
                    <a:spcPts val="650"/>
                  </a:spcBef>
                  <a:buFont typeface="Arial" panose="020B0604020202020204" pitchFamily="34" charset="0"/>
                  <a:buChar char="•"/>
                  <a:defRPr sz="2338" kern="1200">
                    <a:solidFill>
                      <a:schemeClr val="tx1"/>
                    </a:solidFill>
                    <a:latin typeface="+mn-lt"/>
                    <a:ea typeface="+mn-ea"/>
                    <a:cs typeface="+mn-cs"/>
                  </a:defRPr>
                </a:lvl8pPr>
                <a:lvl9pPr marL="5048144" indent="-296950" algn="l" defTabSz="1187798" rtl="0" eaLnBrk="1" latinLnBrk="0" hangingPunct="1">
                  <a:lnSpc>
                    <a:spcPct val="90000"/>
                  </a:lnSpc>
                  <a:spcBef>
                    <a:spcPts val="650"/>
                  </a:spcBef>
                  <a:buFont typeface="Arial" panose="020B0604020202020204" pitchFamily="34" charset="0"/>
                  <a:buChar char="•"/>
                  <a:defRPr sz="2338" kern="1200">
                    <a:solidFill>
                      <a:schemeClr val="tx1"/>
                    </a:solidFill>
                    <a:latin typeface="+mn-lt"/>
                    <a:ea typeface="+mn-ea"/>
                    <a:cs typeface="+mn-cs"/>
                  </a:defRPr>
                </a:lvl9pPr>
              </a:lstStyle>
              <a:p>
                <a:pPr marL="0" indent="0">
                  <a:lnSpc>
                    <a:spcPct val="150000"/>
                  </a:lnSpc>
                  <a:spcBef>
                    <a:spcPts val="0"/>
                  </a:spcBef>
                  <a:buFont typeface="Arial" panose="020B0604020202020204" pitchFamily="34" charset="0"/>
                  <a:buNone/>
                  <a:defRPr>
                    <a:solidFill>
                      <a:srgbClr val="0432FF"/>
                    </a:solidFill>
                  </a:defRPr>
                </a:pPr>
                <a:r>
                  <a:rPr lang="zh-CN" altLang="en-US" sz="1200" dirty="0">
                    <a:solidFill>
                      <a:srgbClr val="000000"/>
                    </a:solidFill>
                    <a:latin typeface="Arial" panose="020B0604020202020204" pitchFamily="34" charset="0"/>
                    <a:ea typeface="微软雅黑" panose="020B0503020204020204" pitchFamily="34" charset="-122"/>
                    <a:cs typeface="Arial" panose="020B0604020202020204" pitchFamily="34" charset="0"/>
                  </a:rPr>
                  <a:t>为更好的阐述加速方案，本小节描述一个简易版自注意力算子的实现，即不包含</a:t>
                </a:r>
                <a:r>
                  <a:rPr lang="en-US" altLang="zh-CN" sz="1200" dirty="0">
                    <a:solidFill>
                      <a:srgbClr val="000000"/>
                    </a:solidFill>
                    <a:latin typeface="Arial" panose="020B0604020202020204" pitchFamily="34" charset="0"/>
                    <a:ea typeface="微软雅黑" panose="020B0503020204020204" pitchFamily="34" charset="-122"/>
                    <a:cs typeface="Arial" panose="020B0604020202020204" pitchFamily="34" charset="0"/>
                  </a:rPr>
                  <a:t>mask</a:t>
                </a:r>
                <a:r>
                  <a:rPr lang="zh-CN" altLang="en-US" sz="1200" dirty="0">
                    <a:solidFill>
                      <a:srgbClr val="000000"/>
                    </a:solidFill>
                    <a:latin typeface="Arial" panose="020B0604020202020204" pitchFamily="34" charset="0"/>
                    <a:ea typeface="微软雅黑" panose="020B0503020204020204" pitchFamily="34" charset="-122"/>
                    <a:cs typeface="Arial" panose="020B0604020202020204" pitchFamily="34" charset="0"/>
                  </a:rPr>
                  <a:t>操作、</a:t>
                </a:r>
                <a:r>
                  <a:rPr lang="en-US" altLang="zh-CN" sz="1200" dirty="0">
                    <a:solidFill>
                      <a:srgbClr val="000000"/>
                    </a:solidFill>
                    <a:latin typeface="Arial" panose="020B0604020202020204" pitchFamily="34" charset="0"/>
                    <a:ea typeface="微软雅黑" panose="020B0503020204020204" pitchFamily="34" charset="-122"/>
                    <a:cs typeface="Arial" panose="020B0604020202020204" pitchFamily="34" charset="0"/>
                  </a:rPr>
                  <a:t>dropout</a:t>
                </a:r>
                <a:r>
                  <a:rPr lang="zh-CN" altLang="en-US" sz="1200" dirty="0">
                    <a:solidFill>
                      <a:srgbClr val="000000"/>
                    </a:solidFill>
                    <a:latin typeface="Arial" panose="020B0604020202020204" pitchFamily="34" charset="0"/>
                    <a:ea typeface="微软雅黑" panose="020B0503020204020204" pitchFamily="34" charset="-122"/>
                    <a:cs typeface="Arial" panose="020B0604020202020204" pitchFamily="34" charset="0"/>
                  </a:rPr>
                  <a:t>操作、</a:t>
                </a:r>
                <a:r>
                  <a:rPr lang="en-US" altLang="zh-CN" sz="1200" dirty="0" err="1">
                    <a:solidFill>
                      <a:srgbClr val="000000"/>
                    </a:solidFill>
                    <a:latin typeface="Arial" panose="020B0604020202020204" pitchFamily="34" charset="0"/>
                    <a:ea typeface="微软雅黑" panose="020B0503020204020204" pitchFamily="34" charset="-122"/>
                    <a:cs typeface="Arial" panose="020B0604020202020204" pitchFamily="34" charset="0"/>
                  </a:rPr>
                  <a:t>pse</a:t>
                </a:r>
                <a:r>
                  <a:rPr lang="zh-CN" altLang="en-US" sz="1200" dirty="0">
                    <a:solidFill>
                      <a:srgbClr val="000000"/>
                    </a:solidFill>
                    <a:latin typeface="Arial" panose="020B0604020202020204" pitchFamily="34" charset="0"/>
                    <a:ea typeface="微软雅黑" panose="020B0503020204020204" pitchFamily="34" charset="-122"/>
                    <a:cs typeface="Arial" panose="020B0604020202020204" pitchFamily="34" charset="0"/>
                  </a:rPr>
                  <a:t>操作，且输入</a:t>
                </a:r>
                <a:r>
                  <a:rPr lang="en-US" altLang="zh-CN" sz="1200" i="1" dirty="0">
                    <a:solidFill>
                      <a:srgbClr val="000000"/>
                    </a:solidFill>
                    <a:latin typeface="Arial" panose="020B0604020202020204" pitchFamily="34" charset="0"/>
                    <a:ea typeface="微软雅黑" panose="020B0503020204020204" pitchFamily="34" charset="-122"/>
                    <a:cs typeface="Arial" panose="020B0604020202020204" pitchFamily="34" charset="0"/>
                  </a:rPr>
                  <a:t>Q</a:t>
                </a:r>
                <a:r>
                  <a:rPr lang="zh-CN" altLang="en-US" sz="1200" dirty="0">
                    <a:solidFill>
                      <a:srgbClr val="000000"/>
                    </a:solidFill>
                    <a:latin typeface="Arial" panose="020B0604020202020204" pitchFamily="34" charset="0"/>
                    <a:ea typeface="微软雅黑" panose="020B0503020204020204" pitchFamily="34" charset="-122"/>
                    <a:cs typeface="Arial" panose="020B0604020202020204" pitchFamily="34" charset="0"/>
                  </a:rPr>
                  <a:t>和</a:t>
                </a:r>
                <a:r>
                  <a:rPr lang="en-US" altLang="zh-CN" sz="1200" i="1" dirty="0">
                    <a:solidFill>
                      <a:srgbClr val="000000"/>
                    </a:solidFill>
                    <a:latin typeface="Arial" panose="020B0604020202020204" pitchFamily="34" charset="0"/>
                    <a:ea typeface="微软雅黑" panose="020B0503020204020204" pitchFamily="34" charset="-122"/>
                    <a:cs typeface="Arial" panose="020B0604020202020204" pitchFamily="34" charset="0"/>
                  </a:rPr>
                  <a:t>KV</a:t>
                </a:r>
                <a:r>
                  <a:rPr lang="zh-CN" altLang="en-US" sz="1200" dirty="0">
                    <a:solidFill>
                      <a:srgbClr val="000000"/>
                    </a:solidFill>
                    <a:latin typeface="Arial" panose="020B0604020202020204" pitchFamily="34" charset="0"/>
                    <a:ea typeface="微软雅黑" panose="020B0503020204020204" pitchFamily="34" charset="-122"/>
                    <a:cs typeface="Arial" panose="020B0604020202020204" pitchFamily="34" charset="0"/>
                  </a:rPr>
                  <a:t>的序列长度相同。本小节将该算子的计算流程分成四部分，分别是矩阵切分、矩阵乘法</a:t>
                </a:r>
                <a14:m>
                  <m:oMath xmlns:m="http://schemas.openxmlformats.org/officeDocument/2006/math">
                    <m:sSup>
                      <m:sSupPr>
                        <m:ctrlPr>
                          <a:rPr lang="en-US" altLang="zh-CN" sz="1200" i="1" smtClean="0">
                            <a:solidFill>
                              <a:srgbClr val="000000"/>
                            </a:solidFill>
                            <a:latin typeface="Cambria Math" panose="02040503050406030204" pitchFamily="18" charset="0"/>
                          </a:rPr>
                        </m:ctrlPr>
                      </m:sSupPr>
                      <m:e>
                        <m:r>
                          <a:rPr lang="en-US" altLang="zh-CN" sz="1200" b="1" i="1" smtClean="0">
                            <a:solidFill>
                              <a:srgbClr val="000000"/>
                            </a:solidFill>
                            <a:latin typeface="Cambria Math" panose="02040503050406030204" pitchFamily="18" charset="0"/>
                          </a:rPr>
                          <m:t>𝑸𝑲</m:t>
                        </m:r>
                      </m:e>
                      <m:sup>
                        <m:r>
                          <m:rPr>
                            <m:sty m:val="p"/>
                          </m:rPr>
                          <a:rPr lang="en-US" altLang="zh-CN" sz="1200" smtClean="0">
                            <a:solidFill>
                              <a:srgbClr val="000000"/>
                            </a:solidFill>
                            <a:latin typeface="Cambria Math" panose="02040503050406030204" pitchFamily="18" charset="0"/>
                          </a:rPr>
                          <m:t>T</m:t>
                        </m:r>
                      </m:sup>
                    </m:sSup>
                  </m:oMath>
                </a14:m>
                <a:r>
                  <a:rPr lang="zh-CN" altLang="en-US" sz="1200" dirty="0">
                    <a:solidFill>
                      <a:srgbClr val="000000"/>
                    </a:solidFill>
                    <a:latin typeface="Arial" panose="020B0604020202020204" pitchFamily="34" charset="0"/>
                    <a:ea typeface="微软雅黑" panose="020B0503020204020204" pitchFamily="34" charset="-122"/>
                    <a:cs typeface="Arial" panose="020B0604020202020204" pitchFamily="34" charset="0"/>
                  </a:rPr>
                  <a:t>计算、</a:t>
                </a:r>
                <a:r>
                  <a:rPr lang="en-US" altLang="zh-CN" sz="1200" dirty="0" err="1">
                    <a:solidFill>
                      <a:srgbClr val="000000"/>
                    </a:solidFill>
                    <a:latin typeface="Arial" panose="020B0604020202020204" pitchFamily="34" charset="0"/>
                    <a:ea typeface="微软雅黑" panose="020B0503020204020204" pitchFamily="34" charset="-122"/>
                    <a:cs typeface="Arial" panose="020B0604020202020204" pitchFamily="34" charset="0"/>
                  </a:rPr>
                  <a:t>Softmax</a:t>
                </a:r>
                <a:r>
                  <a:rPr lang="zh-CN" altLang="en-US" sz="1200" dirty="0">
                    <a:solidFill>
                      <a:srgbClr val="000000"/>
                    </a:solidFill>
                    <a:latin typeface="Arial" panose="020B0604020202020204" pitchFamily="34" charset="0"/>
                    <a:ea typeface="微软雅黑" panose="020B0503020204020204" pitchFamily="34" charset="-122"/>
                    <a:cs typeface="Arial" panose="020B0604020202020204" pitchFamily="34" charset="0"/>
                  </a:rPr>
                  <a:t>计算、第二次矩阵乘法以及输出合并计算。简易版主要架构图如图所示。</a:t>
                </a:r>
                <a:endParaRPr lang="en-US" sz="1200" dirty="0">
                  <a:solidFill>
                    <a:srgbClr val="000000"/>
                  </a:solidFill>
                  <a:latin typeface="Arial" panose="020B0604020202020204" pitchFamily="34" charset="0"/>
                  <a:ea typeface="微软雅黑" panose="020B0503020204020204" pitchFamily="34" charset="-122"/>
                  <a:cs typeface="Arial" panose="020B0604020202020204" pitchFamily="34" charset="0"/>
                </a:endParaRPr>
              </a:p>
            </p:txBody>
          </p:sp>
        </mc:Choice>
        <mc:Fallback>
          <p:sp>
            <p:nvSpPr>
              <p:cNvPr id="3" name="文本占位符 2">
                <a:extLst>
                  <a:ext uri="{FF2B5EF4-FFF2-40B4-BE49-F238E27FC236}">
                    <a16:creationId xmlns:a16="http://schemas.microsoft.com/office/drawing/2014/main" id="{4A1FF10E-FA4E-1727-1B59-91FA9D5416CE}"/>
                  </a:ext>
                </a:extLst>
              </p:cNvPr>
              <p:cNvSpPr txBox="1">
                <a:spLocks noRot="1" noChangeAspect="1" noMove="1" noResize="1" noEditPoints="1" noAdjustHandles="1" noChangeArrowheads="1" noChangeShapeType="1" noTextEdit="1"/>
              </p:cNvSpPr>
              <p:nvPr/>
            </p:nvSpPr>
            <p:spPr>
              <a:xfrm>
                <a:off x="2658793" y="2706132"/>
                <a:ext cx="3853820" cy="1726370"/>
              </a:xfrm>
              <a:prstGeom prst="rect">
                <a:avLst/>
              </a:prstGeom>
              <a:blipFill>
                <a:blip r:embed="rId2"/>
                <a:stretch>
                  <a:fillRect b="-2120"/>
                </a:stretch>
              </a:blipFill>
            </p:spPr>
            <p:txBody>
              <a:bodyPr/>
              <a:lstStyle/>
              <a:p>
                <a:r>
                  <a:rPr lang="zh-CN" altLang="en-US">
                    <a:noFill/>
                  </a:rPr>
                  <a:t> </a:t>
                </a:r>
              </a:p>
            </p:txBody>
          </p:sp>
        </mc:Fallback>
      </mc:AlternateContent>
      <p:pic>
        <p:nvPicPr>
          <p:cNvPr id="4" name="图片 3">
            <a:extLst>
              <a:ext uri="{FF2B5EF4-FFF2-40B4-BE49-F238E27FC236}">
                <a16:creationId xmlns:a16="http://schemas.microsoft.com/office/drawing/2014/main" id="{D9FCC0F4-9608-FC14-0A79-7FF488C9DAE3}"/>
              </a:ext>
            </a:extLst>
          </p:cNvPr>
          <p:cNvPicPr>
            <a:picLocks noChangeAspect="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604269" y="2422237"/>
            <a:ext cx="2933700" cy="2294160"/>
          </a:xfrm>
          <a:prstGeom prst="rect">
            <a:avLst/>
          </a:prstGeom>
          <a:noFill/>
        </p:spPr>
      </p:pic>
    </p:spTree>
    <p:extLst>
      <p:ext uri="{BB962C8B-B14F-4D97-AF65-F5344CB8AC3E}">
        <p14:creationId xmlns:p14="http://schemas.microsoft.com/office/powerpoint/2010/main" val="409262070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0A2E5BD-162F-54E7-21B0-4895E510361C}"/>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E0751531-7672-BF39-93B4-B7EAB5ED8C7B}"/>
              </a:ext>
            </a:extLst>
          </p:cNvPr>
          <p:cNvSpPr txBox="1">
            <a:spLocks/>
          </p:cNvSpPr>
          <p:nvPr/>
        </p:nvSpPr>
        <p:spPr>
          <a:xfrm>
            <a:off x="5185309" y="411900"/>
            <a:ext cx="1826141" cy="584775"/>
          </a:xfrm>
          <a:prstGeom prst="rect">
            <a:avLst/>
          </a:prstGeom>
        </p:spPr>
        <p:txBody>
          <a:bodyPr wrap="none">
            <a:spAutoFit/>
          </a:bodyPr>
          <a:lstStyle>
            <a:lvl1pPr algn="l" defTabSz="1187798" rtl="0" eaLnBrk="1" latinLnBrk="0" hangingPunct="1">
              <a:lnSpc>
                <a:spcPct val="90000"/>
              </a:lnSpc>
              <a:spcBef>
                <a:spcPct val="0"/>
              </a:spcBef>
              <a:buNone/>
              <a:defRPr sz="5716" kern="1200">
                <a:solidFill>
                  <a:schemeClr val="tx1"/>
                </a:solidFill>
                <a:latin typeface="+mj-lt"/>
                <a:ea typeface="+mj-ea"/>
                <a:cs typeface="+mj-cs"/>
              </a:defRPr>
            </a:lvl1pPr>
          </a:lstStyle>
          <a:p>
            <a:pPr algn="ctr">
              <a:lnSpc>
                <a:spcPct val="100000"/>
              </a:lnSpc>
            </a:pPr>
            <a:r>
              <a:rPr lang="zh-CN" altLang="en-US" sz="3200" b="1" dirty="0">
                <a:solidFill>
                  <a:srgbClr val="000000"/>
                </a:solidFill>
                <a:latin typeface="微软雅黑" panose="020B0503020204020204" pitchFamily="34" charset="-122"/>
                <a:ea typeface="微软雅黑" panose="020B0503020204020204" pitchFamily="34" charset="-122"/>
              </a:rPr>
              <a:t>矩阵切分</a:t>
            </a:r>
          </a:p>
        </p:txBody>
      </p:sp>
      <p:sp>
        <p:nvSpPr>
          <p:cNvPr id="4" name="文本框 3">
            <a:extLst>
              <a:ext uri="{FF2B5EF4-FFF2-40B4-BE49-F238E27FC236}">
                <a16:creationId xmlns:a16="http://schemas.microsoft.com/office/drawing/2014/main" id="{2ECB9FED-D6E8-B479-6956-DA0891672E75}"/>
              </a:ext>
            </a:extLst>
          </p:cNvPr>
          <p:cNvSpPr txBox="1"/>
          <p:nvPr/>
        </p:nvSpPr>
        <p:spPr>
          <a:xfrm>
            <a:off x="1785031" y="2222067"/>
            <a:ext cx="8626701" cy="2413866"/>
          </a:xfrm>
          <a:prstGeom prst="rect">
            <a:avLst/>
          </a:prstGeom>
          <a:noFill/>
        </p:spPr>
        <p:txBody>
          <a:bodyPr wrap="square">
            <a:spAutoFit/>
          </a:bodyPr>
          <a:lstStyle/>
          <a:p>
            <a:pPr marL="0" indent="0">
              <a:lnSpc>
                <a:spcPct val="150000"/>
              </a:lnSpc>
              <a:buNone/>
              <a:defRPr>
                <a:solidFill>
                  <a:srgbClr val="0432FF"/>
                </a:solidFill>
              </a:defRPr>
            </a:pPr>
            <a:r>
              <a:rPr lang="zh-CN" altLang="en-US" b="1" dirty="0">
                <a:solidFill>
                  <a:srgbClr val="C00000"/>
                </a:solidFill>
                <a:latin typeface="Arial" panose="020B0604020202020204" pitchFamily="34" charset="0"/>
                <a:ea typeface="微软雅黑" panose="020B0503020204020204" pitchFamily="34" charset="-122"/>
                <a:cs typeface="Arial" panose="020B0604020202020204" pitchFamily="34" charset="0"/>
              </a:rPr>
              <a:t>矩阵切分的目的是计算出每个</a:t>
            </a:r>
            <a:r>
              <a:rPr lang="en-US" altLang="zh-CN" b="1" dirty="0">
                <a:solidFill>
                  <a:srgbClr val="C00000"/>
                </a:solidFill>
                <a:latin typeface="Arial" panose="020B0604020202020204" pitchFamily="34" charset="0"/>
                <a:ea typeface="微软雅黑" panose="020B0503020204020204" pitchFamily="34" charset="-122"/>
                <a:cs typeface="Arial" panose="020B0604020202020204" pitchFamily="34" charset="0"/>
              </a:rPr>
              <a:t>AI Core</a:t>
            </a:r>
            <a:r>
              <a:rPr lang="zh-CN" altLang="en-US" b="1" dirty="0">
                <a:solidFill>
                  <a:srgbClr val="C00000"/>
                </a:solidFill>
                <a:latin typeface="Arial" panose="020B0604020202020204" pitchFamily="34" charset="0"/>
                <a:ea typeface="微软雅黑" panose="020B0503020204020204" pitchFamily="34" charset="-122"/>
                <a:cs typeface="Arial" panose="020B0604020202020204" pitchFamily="34" charset="0"/>
              </a:rPr>
              <a:t>计算的数据量，以及计算完这些数据量所需要的次数，即内外循环的次数。除此之外，根据</a:t>
            </a:r>
            <a:r>
              <a:rPr lang="en-US" altLang="zh-CN" b="1" dirty="0">
                <a:solidFill>
                  <a:srgbClr val="C00000"/>
                </a:solidFill>
                <a:latin typeface="Arial" panose="020B0604020202020204" pitchFamily="34" charset="0"/>
                <a:ea typeface="微软雅黑" panose="020B0503020204020204" pitchFamily="34" charset="-122"/>
                <a:cs typeface="Arial" panose="020B0604020202020204" pitchFamily="34" charset="0"/>
              </a:rPr>
              <a:t>AI Core</a:t>
            </a:r>
            <a:r>
              <a:rPr lang="zh-CN" altLang="en-US" b="1" dirty="0">
                <a:solidFill>
                  <a:srgbClr val="C00000"/>
                </a:solidFill>
                <a:latin typeface="Arial" panose="020B0604020202020204" pitchFamily="34" charset="0"/>
                <a:ea typeface="微软雅黑" panose="020B0503020204020204" pitchFamily="34" charset="-122"/>
                <a:cs typeface="Arial" panose="020B0604020202020204" pitchFamily="34" charset="0"/>
              </a:rPr>
              <a:t>的</a:t>
            </a:r>
            <a:r>
              <a:rPr lang="en-US" altLang="zh-CN" b="1" dirty="0">
                <a:solidFill>
                  <a:srgbClr val="C00000"/>
                </a:solidFill>
                <a:latin typeface="Arial" panose="020B0604020202020204" pitchFamily="34" charset="0"/>
                <a:ea typeface="微软雅黑" panose="020B0503020204020204" pitchFamily="34" charset="-122"/>
                <a:cs typeface="Arial" panose="020B0604020202020204" pitchFamily="34" charset="0"/>
              </a:rPr>
              <a:t>ID</a:t>
            </a:r>
            <a:r>
              <a:rPr lang="zh-CN" altLang="en-US" b="1" dirty="0">
                <a:solidFill>
                  <a:srgbClr val="C00000"/>
                </a:solidFill>
                <a:latin typeface="Arial" panose="020B0604020202020204" pitchFamily="34" charset="0"/>
                <a:ea typeface="微软雅黑" panose="020B0503020204020204" pitchFamily="34" charset="-122"/>
                <a:cs typeface="Arial" panose="020B0604020202020204" pitchFamily="34" charset="0"/>
              </a:rPr>
              <a:t>以及当前的轮数也可以轻易地计算输入数据的偏移量，方便读取正确的输入进行计算。其主要切分流程如下：</a:t>
            </a:r>
            <a:endParaRPr lang="en-US" altLang="zh-CN" b="1" dirty="0">
              <a:solidFill>
                <a:srgbClr val="C00000"/>
              </a:solidFill>
              <a:latin typeface="Arial" panose="020B0604020202020204" pitchFamily="34" charset="0"/>
              <a:ea typeface="微软雅黑" panose="020B0503020204020204" pitchFamily="34" charset="-122"/>
              <a:cs typeface="Arial" panose="020B0604020202020204" pitchFamily="34" charset="0"/>
            </a:endParaRPr>
          </a:p>
          <a:p>
            <a:pPr marL="126000" lvl="1" indent="-126000" latinLnBrk="1">
              <a:lnSpc>
                <a:spcPct val="150000"/>
              </a:lnSpc>
              <a:buFont typeface="Arial" panose="020B0604020202020204" pitchFamily="34" charset="0"/>
              <a:buChar char="•"/>
              <a:defRPr>
                <a:solidFill>
                  <a:srgbClr val="0432FF"/>
                </a:solidFill>
              </a:defRPr>
            </a:pPr>
            <a:r>
              <a:rPr lang="zh-CN" altLang="en-US" sz="1200" b="0" dirty="0">
                <a:solidFill>
                  <a:srgbClr val="000000"/>
                </a:solidFill>
                <a:latin typeface="Arial" panose="020B0604020202020204" pitchFamily="34" charset="0"/>
                <a:ea typeface="微软雅黑" panose="020B0503020204020204" pitchFamily="34" charset="-122"/>
                <a:cs typeface="Arial" panose="020B0604020202020204" pitchFamily="34" charset="0"/>
              </a:rPr>
              <a:t>第一步根据输入的形状和硬件大小限制分别计算出单核一次计算的</a:t>
            </a:r>
            <a:r>
              <a:rPr lang="en-US" altLang="zh-CN" sz="1200" i="1" dirty="0">
                <a:solidFill>
                  <a:srgbClr val="000000"/>
                </a:solidFill>
                <a:latin typeface="Arial" panose="020B0604020202020204" pitchFamily="34" charset="0"/>
                <a:ea typeface="微软雅黑" panose="020B0503020204020204" pitchFamily="34" charset="-122"/>
                <a:cs typeface="Arial" panose="020B0604020202020204" pitchFamily="34" charset="0"/>
              </a:rPr>
              <a:t>Q</a:t>
            </a:r>
            <a:r>
              <a:rPr lang="zh-CN" altLang="en-US" sz="1200" b="0" dirty="0">
                <a:solidFill>
                  <a:srgbClr val="000000"/>
                </a:solidFill>
                <a:latin typeface="Arial" panose="020B0604020202020204" pitchFamily="34" charset="0"/>
                <a:ea typeface="微软雅黑" panose="020B0503020204020204" pitchFamily="34" charset="-122"/>
                <a:cs typeface="Arial" panose="020B0604020202020204" pitchFamily="34" charset="0"/>
              </a:rPr>
              <a:t>和</a:t>
            </a:r>
            <a:r>
              <a:rPr lang="en-US" altLang="zh-CN" sz="1200" i="1" dirty="0">
                <a:solidFill>
                  <a:srgbClr val="000000"/>
                </a:solidFill>
                <a:latin typeface="Arial" panose="020B0604020202020204" pitchFamily="34" charset="0"/>
                <a:ea typeface="微软雅黑" panose="020B0503020204020204" pitchFamily="34" charset="-122"/>
                <a:cs typeface="Arial" panose="020B0604020202020204" pitchFamily="34" charset="0"/>
              </a:rPr>
              <a:t>KV</a:t>
            </a:r>
            <a:r>
              <a:rPr lang="zh-CN" altLang="en-US" sz="1200" b="0" dirty="0">
                <a:solidFill>
                  <a:srgbClr val="000000"/>
                </a:solidFill>
                <a:latin typeface="Arial" panose="020B0604020202020204" pitchFamily="34" charset="0"/>
                <a:ea typeface="微软雅黑" panose="020B0503020204020204" pitchFamily="34" charset="-122"/>
                <a:cs typeface="Arial" panose="020B0604020202020204" pitchFamily="34" charset="0"/>
              </a:rPr>
              <a:t>的序列长度大小，分别记为</a:t>
            </a:r>
            <a:r>
              <a:rPr lang="en-US" altLang="zh-CN" sz="1200" b="0" dirty="0" err="1">
                <a:solidFill>
                  <a:srgbClr val="000000"/>
                </a:solidFill>
                <a:latin typeface="Arial" panose="020B0604020202020204" pitchFamily="34" charset="0"/>
                <a:ea typeface="微软雅黑" panose="020B0503020204020204" pitchFamily="34" charset="-122"/>
                <a:cs typeface="Arial" panose="020B0604020202020204" pitchFamily="34" charset="0"/>
              </a:rPr>
              <a:t>sOuter</a:t>
            </a:r>
            <a:r>
              <a:rPr lang="zh-CN" altLang="en-US" sz="1200" b="0" dirty="0">
                <a:solidFill>
                  <a:srgbClr val="000000"/>
                </a:solidFill>
                <a:latin typeface="Arial" panose="020B0604020202020204" pitchFamily="34" charset="0"/>
                <a:ea typeface="微软雅黑" panose="020B0503020204020204" pitchFamily="34" charset="-122"/>
                <a:cs typeface="Arial" panose="020B0604020202020204" pitchFamily="34" charset="0"/>
              </a:rPr>
              <a:t>和</a:t>
            </a:r>
            <a:r>
              <a:rPr lang="en-US" altLang="zh-CN" sz="1200" b="0" dirty="0" err="1">
                <a:solidFill>
                  <a:srgbClr val="000000"/>
                </a:solidFill>
                <a:latin typeface="Arial" panose="020B0604020202020204" pitchFamily="34" charset="0"/>
                <a:ea typeface="微软雅黑" panose="020B0503020204020204" pitchFamily="34" charset="-122"/>
                <a:cs typeface="Arial" panose="020B0604020202020204" pitchFamily="34" charset="0"/>
              </a:rPr>
              <a:t>sInner</a:t>
            </a:r>
            <a:r>
              <a:rPr lang="zh-CN" altLang="en-US" sz="1200" b="0" dirty="0">
                <a:solidFill>
                  <a:srgbClr val="000000"/>
                </a:solidFill>
                <a:latin typeface="Arial" panose="020B0604020202020204" pitchFamily="34" charset="0"/>
                <a:ea typeface="微软雅黑" panose="020B0503020204020204" pitchFamily="34" charset="-122"/>
                <a:cs typeface="Arial" panose="020B0604020202020204" pitchFamily="34" charset="0"/>
              </a:rPr>
              <a:t>。</a:t>
            </a:r>
            <a:endParaRPr lang="en-US" altLang="zh-CN" sz="1200" b="0" dirty="0">
              <a:solidFill>
                <a:srgbClr val="000000"/>
              </a:solidFill>
              <a:latin typeface="Arial" panose="020B0604020202020204" pitchFamily="34" charset="0"/>
              <a:ea typeface="微软雅黑" panose="020B0503020204020204" pitchFamily="34" charset="-122"/>
              <a:cs typeface="Arial" panose="020B0604020202020204" pitchFamily="34" charset="0"/>
            </a:endParaRPr>
          </a:p>
          <a:p>
            <a:pPr marL="126000" lvl="1" indent="-126000" latinLnBrk="1">
              <a:lnSpc>
                <a:spcPct val="150000"/>
              </a:lnSpc>
              <a:buFont typeface="Arial" panose="020B0604020202020204" pitchFamily="34" charset="0"/>
              <a:buChar char="•"/>
              <a:defRPr>
                <a:solidFill>
                  <a:srgbClr val="0432FF"/>
                </a:solidFill>
              </a:defRPr>
            </a:pPr>
            <a:r>
              <a:rPr lang="zh-CN" altLang="en-US" sz="1200" b="0" dirty="0">
                <a:solidFill>
                  <a:srgbClr val="000000"/>
                </a:solidFill>
                <a:latin typeface="Arial" panose="020B0604020202020204" pitchFamily="34" charset="0"/>
                <a:ea typeface="微软雅黑" panose="020B0503020204020204" pitchFamily="34" charset="-122"/>
                <a:cs typeface="Arial" panose="020B0604020202020204" pitchFamily="34" charset="0"/>
              </a:rPr>
              <a:t>第二步判断是按照</a:t>
            </a:r>
            <a:r>
              <a:rPr lang="en-US" altLang="zh-CN" sz="1200" b="0" dirty="0">
                <a:solidFill>
                  <a:srgbClr val="000000"/>
                </a:solidFill>
                <a:latin typeface="Arial" panose="020B0604020202020204" pitchFamily="34" charset="0"/>
                <a:ea typeface="微软雅黑" panose="020B0503020204020204" pitchFamily="34" charset="-122"/>
                <a:cs typeface="Arial" panose="020B0604020202020204" pitchFamily="34" charset="0"/>
              </a:rPr>
              <a:t>Batch</a:t>
            </a:r>
            <a:r>
              <a:rPr lang="zh-CN" altLang="en-US" sz="1200" b="0" dirty="0">
                <a:solidFill>
                  <a:srgbClr val="000000"/>
                </a:solidFill>
                <a:latin typeface="Arial" panose="020B0604020202020204" pitchFamily="34" charset="0"/>
                <a:ea typeface="微软雅黑" panose="020B0503020204020204" pitchFamily="34" charset="-122"/>
                <a:cs typeface="Arial" panose="020B0604020202020204" pitchFamily="34" charset="0"/>
              </a:rPr>
              <a:t>和多头数进行切分还是按照</a:t>
            </a:r>
            <a:r>
              <a:rPr lang="en-US" altLang="zh-CN" sz="1200" b="0" dirty="0">
                <a:solidFill>
                  <a:srgbClr val="000000"/>
                </a:solidFill>
                <a:latin typeface="Arial" panose="020B0604020202020204" pitchFamily="34" charset="0"/>
                <a:ea typeface="微软雅黑" panose="020B0503020204020204" pitchFamily="34" charset="-122"/>
                <a:cs typeface="Arial" panose="020B0604020202020204" pitchFamily="34" charset="0"/>
              </a:rPr>
              <a:t>Batch</a:t>
            </a:r>
            <a:r>
              <a:rPr lang="zh-CN" altLang="en-US" sz="1200" b="0" dirty="0">
                <a:solidFill>
                  <a:srgbClr val="000000"/>
                </a:solidFill>
                <a:latin typeface="Arial" panose="020B0604020202020204" pitchFamily="34" charset="0"/>
                <a:ea typeface="微软雅黑" panose="020B0503020204020204" pitchFamily="34" charset="-122"/>
                <a:cs typeface="Arial" panose="020B0604020202020204" pitchFamily="34" charset="0"/>
              </a:rPr>
              <a:t>、多头数以及</a:t>
            </a:r>
            <a:r>
              <a:rPr lang="en-US" altLang="zh-CN" sz="1200" b="0" dirty="0">
                <a:solidFill>
                  <a:srgbClr val="000000"/>
                </a:solidFill>
                <a:latin typeface="Arial" panose="020B0604020202020204" pitchFamily="34" charset="0"/>
                <a:ea typeface="微软雅黑" panose="020B0503020204020204" pitchFamily="34" charset="-122"/>
                <a:cs typeface="Arial" panose="020B0604020202020204" pitchFamily="34" charset="0"/>
              </a:rPr>
              <a:t>Query</a:t>
            </a:r>
            <a:r>
              <a:rPr lang="zh-CN" altLang="en-US" sz="1200" b="0" dirty="0">
                <a:solidFill>
                  <a:srgbClr val="000000"/>
                </a:solidFill>
                <a:latin typeface="Arial" panose="020B0604020202020204" pitchFamily="34" charset="0"/>
                <a:ea typeface="微软雅黑" panose="020B0503020204020204" pitchFamily="34" charset="-122"/>
                <a:cs typeface="Arial" panose="020B0604020202020204" pitchFamily="34" charset="0"/>
              </a:rPr>
              <a:t>的序列长度进行切分。分别记为按 </a:t>
            </a:r>
            <a:r>
              <a:rPr lang="en-US" altLang="zh-CN" sz="1200" b="0" dirty="0">
                <a:solidFill>
                  <a:srgbClr val="000000"/>
                </a:solidFill>
                <a:latin typeface="Arial" panose="020B0604020202020204" pitchFamily="34" charset="0"/>
                <a:ea typeface="微软雅黑" panose="020B0503020204020204" pitchFamily="34" charset="-122"/>
                <a:cs typeface="Arial" panose="020B0604020202020204" pitchFamily="34" charset="0"/>
              </a:rPr>
              <a:t>bn </a:t>
            </a:r>
            <a:r>
              <a:rPr lang="zh-CN" altLang="en-US" sz="1200" b="0" dirty="0">
                <a:solidFill>
                  <a:srgbClr val="000000"/>
                </a:solidFill>
                <a:latin typeface="Arial" panose="020B0604020202020204" pitchFamily="34" charset="0"/>
                <a:ea typeface="微软雅黑" panose="020B0503020204020204" pitchFamily="34" charset="-122"/>
                <a:cs typeface="Arial" panose="020B0604020202020204" pitchFamily="34" charset="0"/>
              </a:rPr>
              <a:t>切分和按</a:t>
            </a:r>
            <a:r>
              <a:rPr lang="en-US" altLang="zh-CN" sz="1200" b="0" dirty="0" err="1">
                <a:solidFill>
                  <a:srgbClr val="000000"/>
                </a:solidFill>
                <a:latin typeface="Arial" panose="020B0604020202020204" pitchFamily="34" charset="0"/>
                <a:ea typeface="微软雅黑" panose="020B0503020204020204" pitchFamily="34" charset="-122"/>
                <a:cs typeface="Arial" panose="020B0604020202020204" pitchFamily="34" charset="0"/>
              </a:rPr>
              <a:t>bns</a:t>
            </a:r>
            <a:r>
              <a:rPr lang="zh-CN" altLang="en-US" sz="1200" b="0" dirty="0">
                <a:solidFill>
                  <a:srgbClr val="000000"/>
                </a:solidFill>
                <a:latin typeface="Arial" panose="020B0604020202020204" pitchFamily="34" charset="0"/>
                <a:ea typeface="微软雅黑" panose="020B0503020204020204" pitchFamily="34" charset="-122"/>
                <a:cs typeface="Arial" panose="020B0604020202020204" pitchFamily="34" charset="0"/>
              </a:rPr>
              <a:t>切分，其中</a:t>
            </a:r>
            <a:r>
              <a:rPr lang="en-US" altLang="zh-CN" sz="1200" b="0" dirty="0">
                <a:solidFill>
                  <a:srgbClr val="000000"/>
                </a:solidFill>
                <a:latin typeface="Arial" panose="020B0604020202020204" pitchFamily="34" charset="0"/>
                <a:ea typeface="微软雅黑" panose="020B0503020204020204" pitchFamily="34" charset="-122"/>
                <a:cs typeface="Arial" panose="020B0604020202020204" pitchFamily="34" charset="0"/>
              </a:rPr>
              <a:t>b</a:t>
            </a:r>
            <a:r>
              <a:rPr lang="zh-CN" altLang="en-US" sz="1200" b="0" dirty="0">
                <a:solidFill>
                  <a:srgbClr val="000000"/>
                </a:solidFill>
                <a:latin typeface="Arial" panose="020B0604020202020204" pitchFamily="34" charset="0"/>
                <a:ea typeface="微软雅黑" panose="020B0503020204020204" pitchFamily="34" charset="-122"/>
                <a:cs typeface="Arial" panose="020B0604020202020204" pitchFamily="34" charset="0"/>
              </a:rPr>
              <a:t>表示</a:t>
            </a:r>
            <a:r>
              <a:rPr lang="en-US" altLang="zh-CN" sz="1200" b="0" dirty="0">
                <a:solidFill>
                  <a:srgbClr val="000000"/>
                </a:solidFill>
                <a:latin typeface="Arial" panose="020B0604020202020204" pitchFamily="34" charset="0"/>
                <a:ea typeface="微软雅黑" panose="020B0503020204020204" pitchFamily="34" charset="-122"/>
                <a:cs typeface="Arial" panose="020B0604020202020204" pitchFamily="34" charset="0"/>
              </a:rPr>
              <a:t>batch</a:t>
            </a:r>
            <a:r>
              <a:rPr lang="zh-CN" altLang="en-US" sz="1200" b="0" dirty="0">
                <a:solidFill>
                  <a:srgbClr val="000000"/>
                </a:solidFill>
                <a:latin typeface="Arial" panose="020B0604020202020204" pitchFamily="34" charset="0"/>
                <a:ea typeface="微软雅黑" panose="020B0503020204020204" pitchFamily="34" charset="-122"/>
                <a:cs typeface="Arial" panose="020B0604020202020204" pitchFamily="34" charset="0"/>
              </a:rPr>
              <a:t>，</a:t>
            </a:r>
            <a:r>
              <a:rPr lang="en-US" altLang="zh-CN" sz="1200" b="0" dirty="0">
                <a:solidFill>
                  <a:srgbClr val="000000"/>
                </a:solidFill>
                <a:latin typeface="Arial" panose="020B0604020202020204" pitchFamily="34" charset="0"/>
                <a:ea typeface="微软雅黑" panose="020B0503020204020204" pitchFamily="34" charset="-122"/>
                <a:cs typeface="Arial" panose="020B0604020202020204" pitchFamily="34" charset="0"/>
              </a:rPr>
              <a:t>n</a:t>
            </a:r>
            <a:r>
              <a:rPr lang="zh-CN" altLang="en-US" sz="1200" b="0" dirty="0">
                <a:solidFill>
                  <a:srgbClr val="000000"/>
                </a:solidFill>
                <a:latin typeface="Arial" panose="020B0604020202020204" pitchFamily="34" charset="0"/>
                <a:ea typeface="微软雅黑" panose="020B0503020204020204" pitchFamily="34" charset="-122"/>
                <a:cs typeface="Arial" panose="020B0604020202020204" pitchFamily="34" charset="0"/>
              </a:rPr>
              <a:t>表示多头数，</a:t>
            </a:r>
            <a:r>
              <a:rPr lang="en-US" altLang="zh-CN" sz="1200" b="0" dirty="0">
                <a:solidFill>
                  <a:srgbClr val="000000"/>
                </a:solidFill>
                <a:latin typeface="Arial" panose="020B0604020202020204" pitchFamily="34" charset="0"/>
                <a:ea typeface="微软雅黑" panose="020B0503020204020204" pitchFamily="34" charset="-122"/>
                <a:cs typeface="Arial" panose="020B0604020202020204" pitchFamily="34" charset="0"/>
              </a:rPr>
              <a:t>s</a:t>
            </a:r>
            <a:r>
              <a:rPr lang="zh-CN" altLang="en-US" sz="1200" b="0" dirty="0">
                <a:solidFill>
                  <a:srgbClr val="000000"/>
                </a:solidFill>
                <a:latin typeface="Arial" panose="020B0604020202020204" pitchFamily="34" charset="0"/>
                <a:ea typeface="微软雅黑" panose="020B0503020204020204" pitchFamily="34" charset="-122"/>
                <a:cs typeface="Arial" panose="020B0604020202020204" pitchFamily="34" charset="0"/>
              </a:rPr>
              <a:t>表示</a:t>
            </a:r>
            <a:r>
              <a:rPr lang="en-US" altLang="zh-CN" sz="1200" b="0" dirty="0">
                <a:solidFill>
                  <a:srgbClr val="000000"/>
                </a:solidFill>
                <a:latin typeface="Arial" panose="020B0604020202020204" pitchFamily="34" charset="0"/>
                <a:ea typeface="微软雅黑" panose="020B0503020204020204" pitchFamily="34" charset="-122"/>
                <a:cs typeface="Arial" panose="020B0604020202020204" pitchFamily="34" charset="0"/>
              </a:rPr>
              <a:t>Q</a:t>
            </a:r>
            <a:r>
              <a:rPr lang="zh-CN" altLang="en-US" sz="1200" b="0" dirty="0">
                <a:solidFill>
                  <a:srgbClr val="000000"/>
                </a:solidFill>
                <a:latin typeface="Arial" panose="020B0604020202020204" pitchFamily="34" charset="0"/>
                <a:ea typeface="微软雅黑" panose="020B0503020204020204" pitchFamily="34" charset="-122"/>
                <a:cs typeface="Arial" panose="020B0604020202020204" pitchFamily="34" charset="0"/>
              </a:rPr>
              <a:t>的序列长度。</a:t>
            </a:r>
            <a:endParaRPr lang="en-US" altLang="zh-CN" sz="1200" b="0" dirty="0">
              <a:solidFill>
                <a:srgbClr val="000000"/>
              </a:solidFill>
              <a:latin typeface="Arial" panose="020B0604020202020204" pitchFamily="34" charset="0"/>
              <a:ea typeface="微软雅黑" panose="020B0503020204020204" pitchFamily="34" charset="-122"/>
              <a:cs typeface="Arial" panose="020B0604020202020204" pitchFamily="34" charset="0"/>
            </a:endParaRPr>
          </a:p>
          <a:p>
            <a:pPr marL="126000" lvl="1" indent="-126000" latinLnBrk="1">
              <a:lnSpc>
                <a:spcPct val="150000"/>
              </a:lnSpc>
              <a:buFont typeface="Arial" panose="020B0604020202020204" pitchFamily="34" charset="0"/>
              <a:buChar char="•"/>
              <a:defRPr>
                <a:solidFill>
                  <a:srgbClr val="0432FF"/>
                </a:solidFill>
              </a:defRPr>
            </a:pPr>
            <a:r>
              <a:rPr lang="zh-CN" altLang="en-US" sz="1200" b="0" dirty="0">
                <a:solidFill>
                  <a:srgbClr val="000000"/>
                </a:solidFill>
                <a:latin typeface="Arial" panose="020B0604020202020204" pitchFamily="34" charset="0"/>
                <a:ea typeface="微软雅黑" panose="020B0503020204020204" pitchFamily="34" charset="-122"/>
                <a:cs typeface="Arial" panose="020B0604020202020204" pitchFamily="34" charset="0"/>
              </a:rPr>
              <a:t>第三步：依据第二步的判断，进行按</a:t>
            </a:r>
            <a:r>
              <a:rPr lang="en-US" altLang="zh-CN" sz="1200" b="0" dirty="0">
                <a:solidFill>
                  <a:srgbClr val="000000"/>
                </a:solidFill>
                <a:latin typeface="Arial" panose="020B0604020202020204" pitchFamily="34" charset="0"/>
                <a:ea typeface="微软雅黑" panose="020B0503020204020204" pitchFamily="34" charset="-122"/>
                <a:cs typeface="Arial" panose="020B0604020202020204" pitchFamily="34" charset="0"/>
              </a:rPr>
              <a:t>bn</a:t>
            </a:r>
            <a:r>
              <a:rPr lang="zh-CN" altLang="en-US" sz="1200" b="0" dirty="0">
                <a:solidFill>
                  <a:srgbClr val="000000"/>
                </a:solidFill>
                <a:latin typeface="Arial" panose="020B0604020202020204" pitchFamily="34" charset="0"/>
                <a:ea typeface="微软雅黑" panose="020B0503020204020204" pitchFamily="34" charset="-122"/>
                <a:cs typeface="Arial" panose="020B0604020202020204" pitchFamily="34" charset="0"/>
              </a:rPr>
              <a:t>切分或按</a:t>
            </a:r>
            <a:r>
              <a:rPr lang="en-US" altLang="zh-CN" sz="1200" b="0" dirty="0" err="1">
                <a:solidFill>
                  <a:srgbClr val="000000"/>
                </a:solidFill>
                <a:latin typeface="Arial" panose="020B0604020202020204" pitchFamily="34" charset="0"/>
                <a:ea typeface="微软雅黑" panose="020B0503020204020204" pitchFamily="34" charset="-122"/>
                <a:cs typeface="Arial" panose="020B0604020202020204" pitchFamily="34" charset="0"/>
              </a:rPr>
              <a:t>bns</a:t>
            </a:r>
            <a:r>
              <a:rPr lang="zh-CN" altLang="en-US" sz="1200" b="0" dirty="0">
                <a:solidFill>
                  <a:srgbClr val="000000"/>
                </a:solidFill>
                <a:latin typeface="Arial" panose="020B0604020202020204" pitchFamily="34" charset="0"/>
                <a:ea typeface="微软雅黑" panose="020B0503020204020204" pitchFamily="34" charset="-122"/>
                <a:cs typeface="Arial" panose="020B0604020202020204" pitchFamily="34" charset="0"/>
              </a:rPr>
              <a:t>切分</a:t>
            </a:r>
            <a:endParaRPr lang="en-US" altLang="zh-CN" sz="1200" b="0" dirty="0">
              <a:solidFill>
                <a:srgbClr val="000000"/>
              </a:solidFill>
              <a:latin typeface="Arial" panose="020B0604020202020204" pitchFamily="34" charset="0"/>
              <a:ea typeface="微软雅黑" panose="020B0503020204020204" pitchFamily="34" charset="-122"/>
              <a:cs typeface="Arial" panose="020B0604020202020204" pitchFamily="34" charset="0"/>
            </a:endParaRPr>
          </a:p>
        </p:txBody>
      </p:sp>
    </p:spTree>
    <p:extLst>
      <p:ext uri="{BB962C8B-B14F-4D97-AF65-F5344CB8AC3E}">
        <p14:creationId xmlns:p14="http://schemas.microsoft.com/office/powerpoint/2010/main" val="312415736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1A4BE4D-976A-3376-F18E-3A8D64B3CF13}"/>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082FFD86-7F26-1F26-74A1-50DE00F0F1E8}"/>
              </a:ext>
            </a:extLst>
          </p:cNvPr>
          <p:cNvSpPr txBox="1">
            <a:spLocks/>
          </p:cNvSpPr>
          <p:nvPr/>
        </p:nvSpPr>
        <p:spPr>
          <a:xfrm>
            <a:off x="5185309" y="411900"/>
            <a:ext cx="1826141" cy="584775"/>
          </a:xfrm>
          <a:prstGeom prst="rect">
            <a:avLst/>
          </a:prstGeom>
        </p:spPr>
        <p:txBody>
          <a:bodyPr wrap="none">
            <a:spAutoFit/>
          </a:bodyPr>
          <a:lstStyle>
            <a:lvl1pPr algn="l" defTabSz="1187798" rtl="0" eaLnBrk="1" latinLnBrk="0" hangingPunct="1">
              <a:lnSpc>
                <a:spcPct val="90000"/>
              </a:lnSpc>
              <a:spcBef>
                <a:spcPct val="0"/>
              </a:spcBef>
              <a:buNone/>
              <a:defRPr sz="5716" kern="1200">
                <a:solidFill>
                  <a:schemeClr val="tx1"/>
                </a:solidFill>
                <a:latin typeface="+mj-lt"/>
                <a:ea typeface="+mj-ea"/>
                <a:cs typeface="+mj-cs"/>
              </a:defRPr>
            </a:lvl1pPr>
          </a:lstStyle>
          <a:p>
            <a:pPr algn="ctr">
              <a:lnSpc>
                <a:spcPct val="100000"/>
              </a:lnSpc>
            </a:pPr>
            <a:r>
              <a:rPr lang="zh-CN" altLang="en-US" sz="3200" b="1" dirty="0">
                <a:solidFill>
                  <a:srgbClr val="000000"/>
                </a:solidFill>
                <a:latin typeface="微软雅黑" panose="020B0503020204020204" pitchFamily="34" charset="-122"/>
                <a:ea typeface="微软雅黑" panose="020B0503020204020204" pitchFamily="34" charset="-122"/>
              </a:rPr>
              <a:t>矩阵切分</a:t>
            </a:r>
          </a:p>
        </p:txBody>
      </p:sp>
      <p:sp>
        <p:nvSpPr>
          <p:cNvPr id="4" name="文本框 3">
            <a:extLst>
              <a:ext uri="{FF2B5EF4-FFF2-40B4-BE49-F238E27FC236}">
                <a16:creationId xmlns:a16="http://schemas.microsoft.com/office/drawing/2014/main" id="{DFF97E04-53F6-F921-3EEF-43E4C237F3FF}"/>
              </a:ext>
            </a:extLst>
          </p:cNvPr>
          <p:cNvSpPr txBox="1"/>
          <p:nvPr/>
        </p:nvSpPr>
        <p:spPr>
          <a:xfrm>
            <a:off x="956072" y="1993851"/>
            <a:ext cx="10284619" cy="3183307"/>
          </a:xfrm>
          <a:prstGeom prst="rect">
            <a:avLst/>
          </a:prstGeom>
          <a:noFill/>
        </p:spPr>
        <p:txBody>
          <a:bodyPr wrap="square">
            <a:spAutoFit/>
          </a:bodyPr>
          <a:lstStyle/>
          <a:p>
            <a:pPr marL="36000" lvl="1" latinLnBrk="1">
              <a:lnSpc>
                <a:spcPct val="150000"/>
              </a:lnSpc>
              <a:defRPr>
                <a:solidFill>
                  <a:srgbClr val="0432FF"/>
                </a:solidFill>
              </a:defRPr>
            </a:pPr>
            <a:r>
              <a:rPr lang="zh-CN" altLang="en-US" b="1" dirty="0">
                <a:solidFill>
                  <a:srgbClr val="C00000"/>
                </a:solidFill>
                <a:latin typeface="Arial" panose="020B0604020202020204" pitchFamily="34" charset="0"/>
                <a:ea typeface="微软雅黑" panose="020B0503020204020204" pitchFamily="34" charset="-122"/>
                <a:cs typeface="Arial" panose="020B0604020202020204" pitchFamily="34" charset="0"/>
              </a:rPr>
              <a:t>如果按照</a:t>
            </a:r>
            <a:r>
              <a:rPr lang="en-US" altLang="zh-CN" b="1" dirty="0">
                <a:solidFill>
                  <a:srgbClr val="C00000"/>
                </a:solidFill>
                <a:latin typeface="Arial" panose="020B0604020202020204" pitchFamily="34" charset="0"/>
                <a:ea typeface="微软雅黑" panose="020B0503020204020204" pitchFamily="34" charset="-122"/>
                <a:cs typeface="Arial" panose="020B0604020202020204" pitchFamily="34" charset="0"/>
              </a:rPr>
              <a:t>bn</a:t>
            </a:r>
            <a:r>
              <a:rPr lang="zh-CN" altLang="en-US" b="1" dirty="0">
                <a:solidFill>
                  <a:srgbClr val="C00000"/>
                </a:solidFill>
                <a:latin typeface="Arial" panose="020B0604020202020204" pitchFamily="34" charset="0"/>
                <a:ea typeface="微软雅黑" panose="020B0503020204020204" pitchFamily="34" charset="-122"/>
                <a:cs typeface="Arial" panose="020B0604020202020204" pitchFamily="34" charset="0"/>
              </a:rPr>
              <a:t>切分，其主要的切分逻辑为两步：</a:t>
            </a:r>
            <a:endParaRPr lang="en-US" altLang="zh-CN" b="1" dirty="0">
              <a:solidFill>
                <a:srgbClr val="C00000"/>
              </a:solidFill>
              <a:latin typeface="Arial" panose="020B0604020202020204" pitchFamily="34" charset="0"/>
              <a:ea typeface="微软雅黑" panose="020B0503020204020204" pitchFamily="34" charset="-122"/>
              <a:cs typeface="Arial" panose="020B0604020202020204" pitchFamily="34" charset="0"/>
            </a:endParaRPr>
          </a:p>
          <a:p>
            <a:pPr marL="126000" lvl="2" indent="-126000" latinLnBrk="1">
              <a:lnSpc>
                <a:spcPct val="150000"/>
              </a:lnSpc>
              <a:buFont typeface="Arial" panose="020B0604020202020204" pitchFamily="34" charset="0"/>
              <a:buChar char="•"/>
              <a:defRPr>
                <a:solidFill>
                  <a:srgbClr val="0432FF"/>
                </a:solidFill>
              </a:defRPr>
            </a:pPr>
            <a:r>
              <a:rPr lang="zh-CN" altLang="en-US" sz="1200" b="0" dirty="0">
                <a:solidFill>
                  <a:srgbClr val="000000"/>
                </a:solidFill>
                <a:latin typeface="Arial" panose="020B0604020202020204" pitchFamily="34" charset="0"/>
                <a:ea typeface="微软雅黑" panose="020B0503020204020204" pitchFamily="34" charset="-122"/>
                <a:cs typeface="Arial" panose="020B0604020202020204" pitchFamily="34" charset="0"/>
              </a:rPr>
              <a:t>从</a:t>
            </a:r>
            <a:r>
              <a:rPr lang="en-US" altLang="zh-CN" sz="1200" b="0" i="1" dirty="0">
                <a:solidFill>
                  <a:srgbClr val="000000"/>
                </a:solidFill>
                <a:latin typeface="Arial" panose="020B0604020202020204" pitchFamily="34" charset="0"/>
                <a:ea typeface="微软雅黑" panose="020B0503020204020204" pitchFamily="34" charset="-122"/>
                <a:cs typeface="Arial" panose="020B0604020202020204" pitchFamily="34" charset="0"/>
              </a:rPr>
              <a:t>b</a:t>
            </a:r>
            <a:r>
              <a:rPr lang="zh-CN" altLang="en-US" sz="1200" b="0" dirty="0">
                <a:solidFill>
                  <a:srgbClr val="000000"/>
                </a:solidFill>
                <a:latin typeface="Arial" panose="020B0604020202020204" pitchFamily="34" charset="0"/>
                <a:ea typeface="微软雅黑" panose="020B0503020204020204" pitchFamily="34" charset="-122"/>
                <a:cs typeface="Arial" panose="020B0604020202020204" pitchFamily="34" charset="0"/>
              </a:rPr>
              <a:t>维度进行切分，计算</a:t>
            </a:r>
            <a:r>
              <a:rPr lang="en-US" altLang="zh-CN" sz="1200" b="0" i="1" dirty="0">
                <a:solidFill>
                  <a:srgbClr val="000000"/>
                </a:solidFill>
                <a:latin typeface="Arial" panose="020B0604020202020204" pitchFamily="34" charset="0"/>
                <a:ea typeface="微软雅黑" panose="020B0503020204020204" pitchFamily="34" charset="-122"/>
                <a:cs typeface="Arial" panose="020B0604020202020204" pitchFamily="34" charset="0"/>
              </a:rPr>
              <a:t>b</a:t>
            </a:r>
            <a:r>
              <a:rPr lang="zh-CN" altLang="en-US" sz="1200" b="0" dirty="0">
                <a:solidFill>
                  <a:srgbClr val="000000"/>
                </a:solidFill>
                <a:latin typeface="Arial" panose="020B0604020202020204" pitchFamily="34" charset="0"/>
                <a:ea typeface="微软雅黑" panose="020B0503020204020204" pitchFamily="34" charset="-122"/>
                <a:cs typeface="Arial" panose="020B0604020202020204" pitchFamily="34" charset="0"/>
              </a:rPr>
              <a:t>与</a:t>
            </a:r>
            <a:r>
              <a:rPr lang="en-US" altLang="zh-CN" sz="1200" b="0" dirty="0">
                <a:solidFill>
                  <a:srgbClr val="000000"/>
                </a:solidFill>
                <a:latin typeface="Arial" panose="020B0604020202020204" pitchFamily="34" charset="0"/>
                <a:ea typeface="微软雅黑" panose="020B0503020204020204" pitchFamily="34" charset="-122"/>
                <a:cs typeface="Arial" panose="020B0604020202020204" pitchFamily="34" charset="0"/>
              </a:rPr>
              <a:t>AI Core</a:t>
            </a:r>
            <a:r>
              <a:rPr lang="zh-CN" altLang="en-US" sz="1200" b="0" dirty="0">
                <a:solidFill>
                  <a:srgbClr val="000000"/>
                </a:solidFill>
                <a:latin typeface="Arial" panose="020B0604020202020204" pitchFamily="34" charset="0"/>
                <a:ea typeface="微软雅黑" panose="020B0503020204020204" pitchFamily="34" charset="-122"/>
                <a:cs typeface="Arial" panose="020B0604020202020204" pitchFamily="34" charset="0"/>
              </a:rPr>
              <a:t>数量的最大公约数</a:t>
            </a:r>
            <a:r>
              <a:rPr lang="en-US" altLang="zh-CN" sz="1200" b="0" i="1" dirty="0">
                <a:solidFill>
                  <a:srgbClr val="000000"/>
                </a:solidFill>
                <a:latin typeface="Arial" panose="020B0604020202020204" pitchFamily="34" charset="0"/>
                <a:ea typeface="微软雅黑" panose="020B0503020204020204" pitchFamily="34" charset="-122"/>
                <a:cs typeface="Arial" panose="020B0604020202020204" pitchFamily="34" charset="0"/>
              </a:rPr>
              <a:t>b</a:t>
            </a:r>
            <a:r>
              <a:rPr lang="en-US" altLang="zh-CN" sz="1200" b="0" dirty="0">
                <a:solidFill>
                  <a:srgbClr val="000000"/>
                </a:solidFill>
                <a:latin typeface="Arial" panose="020B0604020202020204" pitchFamily="34" charset="0"/>
                <a:ea typeface="微软雅黑" panose="020B0503020204020204" pitchFamily="34" charset="-122"/>
                <a:cs typeface="Arial" panose="020B0604020202020204" pitchFamily="34" charset="0"/>
              </a:rPr>
              <a:t>1</a:t>
            </a:r>
            <a:r>
              <a:rPr lang="zh-CN" altLang="en-US" sz="1200" b="0" dirty="0">
                <a:solidFill>
                  <a:srgbClr val="000000"/>
                </a:solidFill>
                <a:latin typeface="Arial" panose="020B0604020202020204" pitchFamily="34" charset="0"/>
                <a:ea typeface="微软雅黑" panose="020B0503020204020204" pitchFamily="34" charset="-122"/>
                <a:cs typeface="Arial" panose="020B0604020202020204" pitchFamily="34" charset="0"/>
              </a:rPr>
              <a:t>，即为</a:t>
            </a:r>
            <a:r>
              <a:rPr lang="en-US" altLang="zh-CN" sz="1200" b="0" i="1" dirty="0">
                <a:solidFill>
                  <a:srgbClr val="000000"/>
                </a:solidFill>
                <a:latin typeface="Arial" panose="020B0604020202020204" pitchFamily="34" charset="0"/>
                <a:ea typeface="微软雅黑" panose="020B0503020204020204" pitchFamily="34" charset="-122"/>
                <a:cs typeface="Arial" panose="020B0604020202020204" pitchFamily="34" charset="0"/>
              </a:rPr>
              <a:t>b</a:t>
            </a:r>
            <a:r>
              <a:rPr lang="zh-CN" altLang="en-US" sz="1200" b="0" dirty="0">
                <a:solidFill>
                  <a:srgbClr val="000000"/>
                </a:solidFill>
                <a:latin typeface="Arial" panose="020B0604020202020204" pitchFamily="34" charset="0"/>
                <a:ea typeface="微软雅黑" panose="020B0503020204020204" pitchFamily="34" charset="-122"/>
                <a:cs typeface="Arial" panose="020B0604020202020204" pitchFamily="34" charset="0"/>
              </a:rPr>
              <a:t>维度的分块数，将</a:t>
            </a:r>
            <a:r>
              <a:rPr lang="en-US" altLang="zh-CN" sz="1200" b="0" i="1" dirty="0">
                <a:solidFill>
                  <a:srgbClr val="000000"/>
                </a:solidFill>
                <a:latin typeface="Arial" panose="020B0604020202020204" pitchFamily="34" charset="0"/>
                <a:ea typeface="微软雅黑" panose="020B0503020204020204" pitchFamily="34" charset="-122"/>
                <a:cs typeface="Arial" panose="020B0604020202020204" pitchFamily="34" charset="0"/>
              </a:rPr>
              <a:t>b</a:t>
            </a:r>
            <a:r>
              <a:rPr lang="zh-CN" altLang="en-US" sz="1200" b="0" dirty="0">
                <a:solidFill>
                  <a:srgbClr val="000000"/>
                </a:solidFill>
                <a:latin typeface="Arial" panose="020B0604020202020204" pitchFamily="34" charset="0"/>
                <a:ea typeface="微软雅黑" panose="020B0503020204020204" pitchFamily="34" charset="-122"/>
                <a:cs typeface="Arial" panose="020B0604020202020204" pitchFamily="34" charset="0"/>
              </a:rPr>
              <a:t>和</a:t>
            </a:r>
            <a:r>
              <a:rPr lang="en-US" altLang="zh-CN" sz="1200" b="0" dirty="0">
                <a:solidFill>
                  <a:srgbClr val="000000"/>
                </a:solidFill>
                <a:latin typeface="Arial" panose="020B0604020202020204" pitchFamily="34" charset="0"/>
                <a:ea typeface="微软雅黑" panose="020B0503020204020204" pitchFamily="34" charset="-122"/>
                <a:cs typeface="Arial" panose="020B0604020202020204" pitchFamily="34" charset="0"/>
              </a:rPr>
              <a:t>AI Core</a:t>
            </a:r>
            <a:r>
              <a:rPr lang="zh-CN" altLang="en-US" sz="1200" b="0" dirty="0">
                <a:solidFill>
                  <a:srgbClr val="000000"/>
                </a:solidFill>
                <a:latin typeface="Arial" panose="020B0604020202020204" pitchFamily="34" charset="0"/>
                <a:ea typeface="微软雅黑" panose="020B0503020204020204" pitchFamily="34" charset="-122"/>
                <a:cs typeface="Arial" panose="020B0604020202020204" pitchFamily="34" charset="0"/>
              </a:rPr>
              <a:t>按照最大公约数</a:t>
            </a:r>
            <a:r>
              <a:rPr lang="en-US" altLang="zh-CN" sz="1200" b="0" i="1" dirty="0">
                <a:solidFill>
                  <a:srgbClr val="000000"/>
                </a:solidFill>
                <a:latin typeface="Arial" panose="020B0604020202020204" pitchFamily="34" charset="0"/>
                <a:ea typeface="微软雅黑" panose="020B0503020204020204" pitchFamily="34" charset="-122"/>
                <a:cs typeface="Arial" panose="020B0604020202020204" pitchFamily="34" charset="0"/>
              </a:rPr>
              <a:t>b</a:t>
            </a:r>
            <a:r>
              <a:rPr lang="en-US" altLang="zh-CN" sz="1200" b="0" dirty="0">
                <a:solidFill>
                  <a:srgbClr val="000000"/>
                </a:solidFill>
                <a:latin typeface="Arial" panose="020B0604020202020204" pitchFamily="34" charset="0"/>
                <a:ea typeface="微软雅黑" panose="020B0503020204020204" pitchFamily="34" charset="-122"/>
                <a:cs typeface="Arial" panose="020B0604020202020204" pitchFamily="34" charset="0"/>
              </a:rPr>
              <a:t>1</a:t>
            </a:r>
            <a:r>
              <a:rPr lang="zh-CN" altLang="en-US" sz="1200" b="0" dirty="0">
                <a:solidFill>
                  <a:srgbClr val="000000"/>
                </a:solidFill>
                <a:latin typeface="Arial" panose="020B0604020202020204" pitchFamily="34" charset="0"/>
                <a:ea typeface="微软雅黑" panose="020B0503020204020204" pitchFamily="34" charset="-122"/>
                <a:cs typeface="Arial" panose="020B0604020202020204" pitchFamily="34" charset="0"/>
              </a:rPr>
              <a:t>切分；</a:t>
            </a:r>
          </a:p>
          <a:p>
            <a:pPr marL="126000" lvl="2" indent="-126000" latinLnBrk="1">
              <a:lnSpc>
                <a:spcPct val="150000"/>
              </a:lnSpc>
              <a:spcAft>
                <a:spcPts val="600"/>
              </a:spcAft>
              <a:buFont typeface="Arial" panose="020B0604020202020204" pitchFamily="34" charset="0"/>
              <a:buChar char="•"/>
              <a:defRPr>
                <a:solidFill>
                  <a:srgbClr val="0432FF"/>
                </a:solidFill>
              </a:defRPr>
            </a:pPr>
            <a:r>
              <a:rPr lang="zh-CN" altLang="en-US" sz="1200" b="0" dirty="0">
                <a:solidFill>
                  <a:srgbClr val="000000"/>
                </a:solidFill>
                <a:latin typeface="Arial" panose="020B0604020202020204" pitchFamily="34" charset="0"/>
                <a:ea typeface="微软雅黑" panose="020B0503020204020204" pitchFamily="34" charset="-122"/>
                <a:cs typeface="Arial" panose="020B0604020202020204" pitchFamily="34" charset="0"/>
              </a:rPr>
              <a:t>从</a:t>
            </a:r>
            <a:r>
              <a:rPr lang="en-US" altLang="zh-CN" sz="1200" b="0" i="1" dirty="0">
                <a:solidFill>
                  <a:srgbClr val="000000"/>
                </a:solidFill>
                <a:latin typeface="Arial" panose="020B0604020202020204" pitchFamily="34" charset="0"/>
                <a:ea typeface="微软雅黑" panose="020B0503020204020204" pitchFamily="34" charset="-122"/>
                <a:cs typeface="Arial" panose="020B0604020202020204" pitchFamily="34" charset="0"/>
              </a:rPr>
              <a:t>n</a:t>
            </a:r>
            <a:r>
              <a:rPr lang="zh-CN" altLang="en-US" sz="1200" b="0" dirty="0">
                <a:solidFill>
                  <a:srgbClr val="000000"/>
                </a:solidFill>
                <a:latin typeface="Arial" panose="020B0604020202020204" pitchFamily="34" charset="0"/>
                <a:ea typeface="微软雅黑" panose="020B0503020204020204" pitchFamily="34" charset="-122"/>
                <a:cs typeface="Arial" panose="020B0604020202020204" pitchFamily="34" charset="0"/>
              </a:rPr>
              <a:t>维度进行切分，令</a:t>
            </a:r>
            <a:r>
              <a:rPr lang="en-US" altLang="zh-CN" sz="1200" b="0" i="1" dirty="0">
                <a:solidFill>
                  <a:srgbClr val="000000"/>
                </a:solidFill>
                <a:latin typeface="Arial" panose="020B0604020202020204" pitchFamily="34" charset="0"/>
                <a:ea typeface="微软雅黑" panose="020B0503020204020204" pitchFamily="34" charset="-122"/>
                <a:cs typeface="Arial" panose="020B0604020202020204" pitchFamily="34" charset="0"/>
              </a:rPr>
              <a:t>n</a:t>
            </a:r>
            <a:r>
              <a:rPr lang="en-US" altLang="zh-CN" sz="1200" b="0" dirty="0">
                <a:solidFill>
                  <a:srgbClr val="000000"/>
                </a:solidFill>
                <a:latin typeface="Arial" panose="020B0604020202020204" pitchFamily="34" charset="0"/>
                <a:ea typeface="微软雅黑" panose="020B0503020204020204" pitchFamily="34" charset="-122"/>
                <a:cs typeface="Arial" panose="020B0604020202020204" pitchFamily="34" charset="0"/>
              </a:rPr>
              <a:t>1 = AI Core</a:t>
            </a:r>
            <a:r>
              <a:rPr lang="zh-CN" altLang="en-US" sz="1200" b="0" dirty="0">
                <a:solidFill>
                  <a:srgbClr val="000000"/>
                </a:solidFill>
                <a:latin typeface="Arial" panose="020B0604020202020204" pitchFamily="34" charset="0"/>
                <a:ea typeface="微软雅黑" panose="020B0503020204020204" pitchFamily="34" charset="-122"/>
                <a:cs typeface="Arial" panose="020B0604020202020204" pitchFamily="34" charset="0"/>
              </a:rPr>
              <a:t>数量</a:t>
            </a:r>
            <a:r>
              <a:rPr lang="en-US" altLang="zh-CN" sz="1200" b="0" dirty="0">
                <a:solidFill>
                  <a:srgbClr val="000000"/>
                </a:solidFill>
                <a:latin typeface="Arial" panose="020B0604020202020204" pitchFamily="34" charset="0"/>
                <a:ea typeface="微软雅黑" panose="020B0503020204020204" pitchFamily="34" charset="-122"/>
                <a:cs typeface="Arial" panose="020B0604020202020204" pitchFamily="34" charset="0"/>
              </a:rPr>
              <a:t>/</a:t>
            </a:r>
            <a:r>
              <a:rPr lang="en-US" altLang="zh-CN" sz="1200" b="0" i="1" dirty="0">
                <a:solidFill>
                  <a:srgbClr val="000000"/>
                </a:solidFill>
                <a:latin typeface="Arial" panose="020B0604020202020204" pitchFamily="34" charset="0"/>
                <a:ea typeface="微软雅黑" panose="020B0503020204020204" pitchFamily="34" charset="-122"/>
                <a:cs typeface="Arial" panose="020B0604020202020204" pitchFamily="34" charset="0"/>
              </a:rPr>
              <a:t>b</a:t>
            </a:r>
            <a:r>
              <a:rPr lang="en-US" altLang="zh-CN" sz="1200" b="0" dirty="0">
                <a:solidFill>
                  <a:srgbClr val="000000"/>
                </a:solidFill>
                <a:latin typeface="Arial" panose="020B0604020202020204" pitchFamily="34" charset="0"/>
                <a:ea typeface="微软雅黑" panose="020B0503020204020204" pitchFamily="34" charset="-122"/>
                <a:cs typeface="Arial" panose="020B0604020202020204" pitchFamily="34" charset="0"/>
              </a:rPr>
              <a:t>1</a:t>
            </a:r>
            <a:r>
              <a:rPr lang="zh-CN" altLang="en-US" sz="1200" b="0" dirty="0">
                <a:solidFill>
                  <a:srgbClr val="000000"/>
                </a:solidFill>
                <a:latin typeface="Arial" panose="020B0604020202020204" pitchFamily="34" charset="0"/>
                <a:ea typeface="微软雅黑" panose="020B0503020204020204" pitchFamily="34" charset="-122"/>
                <a:cs typeface="Arial" panose="020B0604020202020204" pitchFamily="34" charset="0"/>
              </a:rPr>
              <a:t>。取</a:t>
            </a:r>
            <a:r>
              <a:rPr lang="en-US" altLang="zh-CN" sz="1200" b="0" i="1" dirty="0">
                <a:solidFill>
                  <a:srgbClr val="000000"/>
                </a:solidFill>
                <a:latin typeface="Arial" panose="020B0604020202020204" pitchFamily="34" charset="0"/>
                <a:ea typeface="微软雅黑" panose="020B0503020204020204" pitchFamily="34" charset="-122"/>
                <a:cs typeface="Arial" panose="020B0604020202020204" pitchFamily="34" charset="0"/>
              </a:rPr>
              <a:t>n</a:t>
            </a:r>
            <a:r>
              <a:rPr lang="en-US" altLang="zh-CN" sz="1200" b="0" dirty="0">
                <a:solidFill>
                  <a:srgbClr val="000000"/>
                </a:solidFill>
                <a:latin typeface="Arial" panose="020B0604020202020204" pitchFamily="34" charset="0"/>
                <a:ea typeface="微软雅黑" panose="020B0503020204020204" pitchFamily="34" charset="-122"/>
                <a:cs typeface="Arial" panose="020B0604020202020204" pitchFamily="34" charset="0"/>
              </a:rPr>
              <a:t>/</a:t>
            </a:r>
            <a:r>
              <a:rPr lang="en-US" altLang="zh-CN" sz="1200" b="0" i="1" dirty="0">
                <a:solidFill>
                  <a:srgbClr val="000000"/>
                </a:solidFill>
                <a:latin typeface="Arial" panose="020B0604020202020204" pitchFamily="34" charset="0"/>
                <a:ea typeface="微软雅黑" panose="020B0503020204020204" pitchFamily="34" charset="-122"/>
                <a:cs typeface="Arial" panose="020B0604020202020204" pitchFamily="34" charset="0"/>
              </a:rPr>
              <a:t>n</a:t>
            </a:r>
            <a:r>
              <a:rPr lang="en-US" altLang="zh-CN" sz="1200" b="0" dirty="0">
                <a:solidFill>
                  <a:srgbClr val="000000"/>
                </a:solidFill>
                <a:latin typeface="Arial" panose="020B0604020202020204" pitchFamily="34" charset="0"/>
                <a:ea typeface="微软雅黑" panose="020B0503020204020204" pitchFamily="34" charset="-122"/>
                <a:cs typeface="Arial" panose="020B0604020202020204" pitchFamily="34" charset="0"/>
              </a:rPr>
              <a:t>1</a:t>
            </a:r>
            <a:r>
              <a:rPr lang="zh-CN" altLang="en-US" sz="1200" b="0" dirty="0">
                <a:solidFill>
                  <a:srgbClr val="000000"/>
                </a:solidFill>
                <a:latin typeface="Arial" panose="020B0604020202020204" pitchFamily="34" charset="0"/>
                <a:ea typeface="微软雅黑" panose="020B0503020204020204" pitchFamily="34" charset="-122"/>
                <a:cs typeface="Arial" panose="020B0604020202020204" pitchFamily="34" charset="0"/>
              </a:rPr>
              <a:t>向下取整，得到这</a:t>
            </a:r>
            <a:r>
              <a:rPr lang="en-US" altLang="zh-CN" sz="1200" b="0" i="1" dirty="0">
                <a:solidFill>
                  <a:srgbClr val="000000"/>
                </a:solidFill>
                <a:latin typeface="Arial" panose="020B0604020202020204" pitchFamily="34" charset="0"/>
                <a:ea typeface="微软雅黑" panose="020B0503020204020204" pitchFamily="34" charset="-122"/>
                <a:cs typeface="Arial" panose="020B0604020202020204" pitchFamily="34" charset="0"/>
              </a:rPr>
              <a:t>n</a:t>
            </a:r>
            <a:r>
              <a:rPr lang="en-US" altLang="zh-CN" sz="1200" b="0" dirty="0">
                <a:solidFill>
                  <a:srgbClr val="000000"/>
                </a:solidFill>
                <a:latin typeface="Arial" panose="020B0604020202020204" pitchFamily="34" charset="0"/>
                <a:ea typeface="微软雅黑" panose="020B0503020204020204" pitchFamily="34" charset="-122"/>
                <a:cs typeface="Arial" panose="020B0604020202020204" pitchFamily="34" charset="0"/>
              </a:rPr>
              <a:t>1</a:t>
            </a:r>
            <a:r>
              <a:rPr lang="zh-CN" altLang="en-US" sz="1200" b="0" dirty="0">
                <a:solidFill>
                  <a:srgbClr val="000000"/>
                </a:solidFill>
                <a:latin typeface="Arial" panose="020B0604020202020204" pitchFamily="34" charset="0"/>
                <a:ea typeface="微软雅黑" panose="020B0503020204020204" pitchFamily="34" charset="-122"/>
                <a:cs typeface="Arial" panose="020B0604020202020204" pitchFamily="34" charset="0"/>
              </a:rPr>
              <a:t>块中每个</a:t>
            </a:r>
            <a:r>
              <a:rPr lang="en-US" altLang="zh-CN" sz="1200" b="0" dirty="0">
                <a:solidFill>
                  <a:srgbClr val="000000"/>
                </a:solidFill>
                <a:latin typeface="Arial" panose="020B0604020202020204" pitchFamily="34" charset="0"/>
                <a:ea typeface="微软雅黑" panose="020B0503020204020204" pitchFamily="34" charset="-122"/>
                <a:cs typeface="Arial" panose="020B0604020202020204" pitchFamily="34" charset="0"/>
              </a:rPr>
              <a:t>AI Core</a:t>
            </a:r>
            <a:r>
              <a:rPr lang="zh-CN" altLang="en-US" sz="1200" b="0" dirty="0">
                <a:solidFill>
                  <a:srgbClr val="000000"/>
                </a:solidFill>
                <a:latin typeface="Arial" panose="020B0604020202020204" pitchFamily="34" charset="0"/>
                <a:ea typeface="微软雅黑" panose="020B0503020204020204" pitchFamily="34" charset="-122"/>
                <a:cs typeface="Arial" panose="020B0604020202020204" pitchFamily="34" charset="0"/>
              </a:rPr>
              <a:t>计算的</a:t>
            </a:r>
            <a:r>
              <a:rPr lang="en-US" altLang="zh-CN" sz="1200" b="0" i="1" dirty="0">
                <a:solidFill>
                  <a:srgbClr val="000000"/>
                </a:solidFill>
                <a:latin typeface="Arial" panose="020B0604020202020204" pitchFamily="34" charset="0"/>
                <a:ea typeface="微软雅黑" panose="020B0503020204020204" pitchFamily="34" charset="-122"/>
                <a:cs typeface="Arial" panose="020B0604020202020204" pitchFamily="34" charset="0"/>
              </a:rPr>
              <a:t>n</a:t>
            </a:r>
            <a:r>
              <a:rPr lang="zh-CN" altLang="en-US" sz="1200" b="0" dirty="0">
                <a:solidFill>
                  <a:srgbClr val="000000"/>
                </a:solidFill>
                <a:latin typeface="Arial" panose="020B0604020202020204" pitchFamily="34" charset="0"/>
                <a:ea typeface="微软雅黑" panose="020B0503020204020204" pitchFamily="34" charset="-122"/>
                <a:cs typeface="Arial" panose="020B0604020202020204" pitchFamily="34" charset="0"/>
              </a:rPr>
              <a:t>数量，此时若有无法整除余下部分，就需要部分</a:t>
            </a:r>
            <a:r>
              <a:rPr lang="en-US" altLang="zh-CN" sz="1200" b="0" dirty="0">
                <a:solidFill>
                  <a:srgbClr val="000000"/>
                </a:solidFill>
                <a:latin typeface="Arial" panose="020B0604020202020204" pitchFamily="34" charset="0"/>
                <a:ea typeface="微软雅黑" panose="020B0503020204020204" pitchFamily="34" charset="-122"/>
                <a:cs typeface="Arial" panose="020B0604020202020204" pitchFamily="34" charset="0"/>
              </a:rPr>
              <a:t>AI Core</a:t>
            </a:r>
            <a:r>
              <a:rPr lang="zh-CN" altLang="en-US" sz="1200" b="0" dirty="0">
                <a:solidFill>
                  <a:srgbClr val="000000"/>
                </a:solidFill>
                <a:latin typeface="Arial" panose="020B0604020202020204" pitchFamily="34" charset="0"/>
                <a:ea typeface="微软雅黑" panose="020B0503020204020204" pitchFamily="34" charset="-122"/>
                <a:cs typeface="Arial" panose="020B0604020202020204" pitchFamily="34" charset="0"/>
              </a:rPr>
              <a:t>多处理一个头（</a:t>
            </a:r>
            <a:r>
              <a:rPr lang="en-US" altLang="zh-CN" sz="1200" b="0" dirty="0">
                <a:solidFill>
                  <a:srgbClr val="000000"/>
                </a:solidFill>
                <a:latin typeface="Arial" panose="020B0604020202020204" pitchFamily="34" charset="0"/>
                <a:ea typeface="微软雅黑" panose="020B0503020204020204" pitchFamily="34" charset="-122"/>
                <a:cs typeface="Arial" panose="020B0604020202020204" pitchFamily="34" charset="0"/>
              </a:rPr>
              <a:t>head</a:t>
            </a:r>
            <a:r>
              <a:rPr lang="zh-CN" altLang="en-US" sz="1200" b="0" dirty="0">
                <a:solidFill>
                  <a:srgbClr val="000000"/>
                </a:solidFill>
                <a:latin typeface="Arial" panose="020B0604020202020204" pitchFamily="34" charset="0"/>
                <a:ea typeface="微软雅黑" panose="020B0503020204020204" pitchFamily="34" charset="-122"/>
                <a:cs typeface="Arial" panose="020B0604020202020204" pitchFamily="34" charset="0"/>
              </a:rPr>
              <a:t>），将这部分核称为主核，而另一部分称为尾核。</a:t>
            </a:r>
            <a:endParaRPr lang="en-US" altLang="zh-CN" sz="1200" b="0" dirty="0">
              <a:solidFill>
                <a:srgbClr val="000000"/>
              </a:solidFill>
              <a:latin typeface="Arial" panose="020B0604020202020204" pitchFamily="34" charset="0"/>
              <a:ea typeface="微软雅黑" panose="020B0503020204020204" pitchFamily="34" charset="-122"/>
              <a:cs typeface="Arial" panose="020B0604020202020204" pitchFamily="34" charset="0"/>
            </a:endParaRPr>
          </a:p>
          <a:p>
            <a:pPr marL="36000" lvl="1" latinLnBrk="1">
              <a:lnSpc>
                <a:spcPct val="150000"/>
              </a:lnSpc>
              <a:defRPr>
                <a:solidFill>
                  <a:srgbClr val="0432FF"/>
                </a:solidFill>
              </a:defRPr>
            </a:pPr>
            <a:r>
              <a:rPr lang="zh-CN" altLang="en-US" b="1" dirty="0">
                <a:solidFill>
                  <a:srgbClr val="C00000"/>
                </a:solidFill>
                <a:latin typeface="Arial" panose="020B0604020202020204" pitchFamily="34" charset="0"/>
                <a:ea typeface="微软雅黑" panose="020B0503020204020204" pitchFamily="34" charset="-122"/>
                <a:cs typeface="Arial" panose="020B0604020202020204" pitchFamily="34" charset="0"/>
              </a:rPr>
              <a:t>如果按照</a:t>
            </a:r>
            <a:r>
              <a:rPr lang="en-US" altLang="zh-CN" b="1" dirty="0" err="1">
                <a:solidFill>
                  <a:srgbClr val="C00000"/>
                </a:solidFill>
                <a:latin typeface="Arial" panose="020B0604020202020204" pitchFamily="34" charset="0"/>
                <a:ea typeface="微软雅黑" panose="020B0503020204020204" pitchFamily="34" charset="-122"/>
                <a:cs typeface="Arial" panose="020B0604020202020204" pitchFamily="34" charset="0"/>
              </a:rPr>
              <a:t>bns</a:t>
            </a:r>
            <a:r>
              <a:rPr lang="zh-CN" altLang="en-US" b="1" dirty="0">
                <a:solidFill>
                  <a:srgbClr val="C00000"/>
                </a:solidFill>
                <a:latin typeface="Arial" panose="020B0604020202020204" pitchFamily="34" charset="0"/>
                <a:ea typeface="微软雅黑" panose="020B0503020204020204" pitchFamily="34" charset="-122"/>
                <a:cs typeface="Arial" panose="020B0604020202020204" pitchFamily="34" charset="0"/>
              </a:rPr>
              <a:t>切分，其主要的切分逻辑分为三步：</a:t>
            </a:r>
          </a:p>
          <a:p>
            <a:pPr marL="126000" lvl="2" indent="-126000" latinLnBrk="1">
              <a:lnSpc>
                <a:spcPct val="150000"/>
              </a:lnSpc>
              <a:buFont typeface="Arial" panose="020B0604020202020204" pitchFamily="34" charset="0"/>
              <a:buChar char="•"/>
              <a:defRPr>
                <a:solidFill>
                  <a:srgbClr val="0432FF"/>
                </a:solidFill>
              </a:defRPr>
            </a:pPr>
            <a:r>
              <a:rPr lang="zh-CN" altLang="en-US" sz="1200" b="0" dirty="0">
                <a:solidFill>
                  <a:srgbClr val="000000"/>
                </a:solidFill>
                <a:latin typeface="Arial" panose="020B0604020202020204" pitchFamily="34" charset="0"/>
                <a:ea typeface="微软雅黑" panose="020B0503020204020204" pitchFamily="34" charset="-122"/>
                <a:cs typeface="Arial" panose="020B0604020202020204" pitchFamily="34" charset="0"/>
              </a:rPr>
              <a:t>从</a:t>
            </a:r>
            <a:r>
              <a:rPr lang="en-US" altLang="zh-CN" sz="1200" b="0" i="1" dirty="0">
                <a:solidFill>
                  <a:srgbClr val="000000"/>
                </a:solidFill>
                <a:latin typeface="Arial" panose="020B0604020202020204" pitchFamily="34" charset="0"/>
                <a:ea typeface="微软雅黑" panose="020B0503020204020204" pitchFamily="34" charset="-122"/>
                <a:cs typeface="Arial" panose="020B0604020202020204" pitchFamily="34" charset="0"/>
              </a:rPr>
              <a:t>b</a:t>
            </a:r>
            <a:r>
              <a:rPr lang="zh-CN" altLang="en-US" sz="1200" b="0" dirty="0">
                <a:solidFill>
                  <a:srgbClr val="000000"/>
                </a:solidFill>
                <a:latin typeface="Arial" panose="020B0604020202020204" pitchFamily="34" charset="0"/>
                <a:ea typeface="微软雅黑" panose="020B0503020204020204" pitchFamily="34" charset="-122"/>
                <a:cs typeface="Arial" panose="020B0604020202020204" pitchFamily="34" charset="0"/>
              </a:rPr>
              <a:t>维度进行切分，计算</a:t>
            </a:r>
            <a:r>
              <a:rPr lang="en-US" altLang="zh-CN" sz="1200" b="0" i="1" dirty="0">
                <a:solidFill>
                  <a:srgbClr val="000000"/>
                </a:solidFill>
                <a:latin typeface="Arial" panose="020B0604020202020204" pitchFamily="34" charset="0"/>
                <a:ea typeface="微软雅黑" panose="020B0503020204020204" pitchFamily="34" charset="-122"/>
                <a:cs typeface="Arial" panose="020B0604020202020204" pitchFamily="34" charset="0"/>
              </a:rPr>
              <a:t>b</a:t>
            </a:r>
            <a:r>
              <a:rPr lang="zh-CN" altLang="en-US" sz="1200" b="0" dirty="0">
                <a:solidFill>
                  <a:srgbClr val="000000"/>
                </a:solidFill>
                <a:latin typeface="Arial" panose="020B0604020202020204" pitchFamily="34" charset="0"/>
                <a:ea typeface="微软雅黑" panose="020B0503020204020204" pitchFamily="34" charset="-122"/>
                <a:cs typeface="Arial" panose="020B0604020202020204" pitchFamily="34" charset="0"/>
              </a:rPr>
              <a:t>与</a:t>
            </a:r>
            <a:r>
              <a:rPr lang="en-US" altLang="zh-CN" sz="1200" b="0" dirty="0">
                <a:solidFill>
                  <a:srgbClr val="000000"/>
                </a:solidFill>
                <a:latin typeface="Arial" panose="020B0604020202020204" pitchFamily="34" charset="0"/>
                <a:ea typeface="微软雅黑" panose="020B0503020204020204" pitchFamily="34" charset="-122"/>
                <a:cs typeface="Arial" panose="020B0604020202020204" pitchFamily="34" charset="0"/>
              </a:rPr>
              <a:t>AI Core</a:t>
            </a:r>
            <a:r>
              <a:rPr lang="zh-CN" altLang="en-US" sz="1200" b="0" dirty="0">
                <a:solidFill>
                  <a:srgbClr val="000000"/>
                </a:solidFill>
                <a:latin typeface="Arial" panose="020B0604020202020204" pitchFamily="34" charset="0"/>
                <a:ea typeface="微软雅黑" panose="020B0503020204020204" pitchFamily="34" charset="-122"/>
                <a:cs typeface="Arial" panose="020B0604020202020204" pitchFamily="34" charset="0"/>
              </a:rPr>
              <a:t>数量的最大公约数</a:t>
            </a:r>
            <a:r>
              <a:rPr lang="en-US" altLang="zh-CN" sz="1200" b="0" i="1" dirty="0">
                <a:solidFill>
                  <a:srgbClr val="000000"/>
                </a:solidFill>
                <a:latin typeface="Arial" panose="020B0604020202020204" pitchFamily="34" charset="0"/>
                <a:ea typeface="微软雅黑" panose="020B0503020204020204" pitchFamily="34" charset="-122"/>
                <a:cs typeface="Arial" panose="020B0604020202020204" pitchFamily="34" charset="0"/>
              </a:rPr>
              <a:t>b</a:t>
            </a:r>
            <a:r>
              <a:rPr lang="en-US" altLang="zh-CN" sz="1200" b="0" dirty="0">
                <a:solidFill>
                  <a:srgbClr val="000000"/>
                </a:solidFill>
                <a:latin typeface="Arial" panose="020B0604020202020204" pitchFamily="34" charset="0"/>
                <a:ea typeface="微软雅黑" panose="020B0503020204020204" pitchFamily="34" charset="-122"/>
                <a:cs typeface="Arial" panose="020B0604020202020204" pitchFamily="34" charset="0"/>
              </a:rPr>
              <a:t>1</a:t>
            </a:r>
            <a:r>
              <a:rPr lang="zh-CN" altLang="en-US" sz="1200" b="0" dirty="0">
                <a:solidFill>
                  <a:srgbClr val="000000"/>
                </a:solidFill>
                <a:latin typeface="Arial" panose="020B0604020202020204" pitchFamily="34" charset="0"/>
                <a:ea typeface="微软雅黑" panose="020B0503020204020204" pitchFamily="34" charset="-122"/>
                <a:cs typeface="Arial" panose="020B0604020202020204" pitchFamily="34" charset="0"/>
              </a:rPr>
              <a:t>，即为</a:t>
            </a:r>
            <a:r>
              <a:rPr lang="en-US" altLang="zh-CN" sz="1200" b="0" i="1" dirty="0">
                <a:solidFill>
                  <a:srgbClr val="000000"/>
                </a:solidFill>
                <a:latin typeface="Arial" panose="020B0604020202020204" pitchFamily="34" charset="0"/>
                <a:ea typeface="微软雅黑" panose="020B0503020204020204" pitchFamily="34" charset="-122"/>
                <a:cs typeface="Arial" panose="020B0604020202020204" pitchFamily="34" charset="0"/>
              </a:rPr>
              <a:t>b</a:t>
            </a:r>
            <a:r>
              <a:rPr lang="zh-CN" altLang="en-US" sz="1200" b="0" dirty="0">
                <a:solidFill>
                  <a:srgbClr val="000000"/>
                </a:solidFill>
                <a:latin typeface="Arial" panose="020B0604020202020204" pitchFamily="34" charset="0"/>
                <a:ea typeface="微软雅黑" panose="020B0503020204020204" pitchFamily="34" charset="-122"/>
                <a:cs typeface="Arial" panose="020B0604020202020204" pitchFamily="34" charset="0"/>
              </a:rPr>
              <a:t>维度的分块数，将</a:t>
            </a:r>
            <a:r>
              <a:rPr lang="en-US" altLang="zh-CN" sz="1200" b="0" i="1" dirty="0">
                <a:solidFill>
                  <a:srgbClr val="000000"/>
                </a:solidFill>
                <a:latin typeface="Arial" panose="020B0604020202020204" pitchFamily="34" charset="0"/>
                <a:ea typeface="微软雅黑" panose="020B0503020204020204" pitchFamily="34" charset="-122"/>
                <a:cs typeface="Arial" panose="020B0604020202020204" pitchFamily="34" charset="0"/>
              </a:rPr>
              <a:t>b</a:t>
            </a:r>
            <a:r>
              <a:rPr lang="zh-CN" altLang="en-US" sz="1200" b="0" dirty="0">
                <a:solidFill>
                  <a:srgbClr val="000000"/>
                </a:solidFill>
                <a:latin typeface="Arial" panose="020B0604020202020204" pitchFamily="34" charset="0"/>
                <a:ea typeface="微软雅黑" panose="020B0503020204020204" pitchFamily="34" charset="-122"/>
                <a:cs typeface="Arial" panose="020B0604020202020204" pitchFamily="34" charset="0"/>
              </a:rPr>
              <a:t>和</a:t>
            </a:r>
            <a:r>
              <a:rPr lang="en-US" altLang="zh-CN" sz="1200" b="0" dirty="0">
                <a:solidFill>
                  <a:srgbClr val="000000"/>
                </a:solidFill>
                <a:latin typeface="Arial" panose="020B0604020202020204" pitchFamily="34" charset="0"/>
                <a:ea typeface="微软雅黑" panose="020B0503020204020204" pitchFamily="34" charset="-122"/>
                <a:cs typeface="Arial" panose="020B0604020202020204" pitchFamily="34" charset="0"/>
              </a:rPr>
              <a:t>AI Core</a:t>
            </a:r>
            <a:r>
              <a:rPr lang="zh-CN" altLang="en-US" sz="1200" b="0" dirty="0">
                <a:solidFill>
                  <a:srgbClr val="000000"/>
                </a:solidFill>
                <a:latin typeface="Arial" panose="020B0604020202020204" pitchFamily="34" charset="0"/>
                <a:ea typeface="微软雅黑" panose="020B0503020204020204" pitchFamily="34" charset="-122"/>
                <a:cs typeface="Arial" panose="020B0604020202020204" pitchFamily="34" charset="0"/>
              </a:rPr>
              <a:t>按照最大公约数</a:t>
            </a:r>
            <a:r>
              <a:rPr lang="en-US" altLang="zh-CN" sz="1200" b="0" i="1" dirty="0">
                <a:solidFill>
                  <a:srgbClr val="000000"/>
                </a:solidFill>
                <a:latin typeface="Arial" panose="020B0604020202020204" pitchFamily="34" charset="0"/>
                <a:ea typeface="微软雅黑" panose="020B0503020204020204" pitchFamily="34" charset="-122"/>
                <a:cs typeface="Arial" panose="020B0604020202020204" pitchFamily="34" charset="0"/>
              </a:rPr>
              <a:t>b</a:t>
            </a:r>
            <a:r>
              <a:rPr lang="en-US" altLang="zh-CN" sz="1200" b="0" dirty="0">
                <a:solidFill>
                  <a:srgbClr val="000000"/>
                </a:solidFill>
                <a:latin typeface="Arial" panose="020B0604020202020204" pitchFamily="34" charset="0"/>
                <a:ea typeface="微软雅黑" panose="020B0503020204020204" pitchFamily="34" charset="-122"/>
                <a:cs typeface="Arial" panose="020B0604020202020204" pitchFamily="34" charset="0"/>
              </a:rPr>
              <a:t>1</a:t>
            </a:r>
            <a:r>
              <a:rPr lang="zh-CN" altLang="en-US" sz="1200" b="0" dirty="0">
                <a:solidFill>
                  <a:srgbClr val="000000"/>
                </a:solidFill>
                <a:latin typeface="Arial" panose="020B0604020202020204" pitchFamily="34" charset="0"/>
                <a:ea typeface="微软雅黑" panose="020B0503020204020204" pitchFamily="34" charset="-122"/>
                <a:cs typeface="Arial" panose="020B0604020202020204" pitchFamily="34" charset="0"/>
              </a:rPr>
              <a:t>切分；</a:t>
            </a:r>
          </a:p>
          <a:p>
            <a:pPr marL="126000" lvl="2" indent="-126000" latinLnBrk="1">
              <a:lnSpc>
                <a:spcPct val="150000"/>
              </a:lnSpc>
              <a:buFont typeface="Arial" panose="020B0604020202020204" pitchFamily="34" charset="0"/>
              <a:buChar char="•"/>
              <a:defRPr>
                <a:solidFill>
                  <a:srgbClr val="0432FF"/>
                </a:solidFill>
              </a:defRPr>
            </a:pPr>
            <a:r>
              <a:rPr lang="zh-CN" altLang="en-US" sz="1200" b="0" dirty="0">
                <a:solidFill>
                  <a:srgbClr val="000000"/>
                </a:solidFill>
                <a:latin typeface="Arial" panose="020B0604020202020204" pitchFamily="34" charset="0"/>
                <a:ea typeface="微软雅黑" panose="020B0503020204020204" pitchFamily="34" charset="-122"/>
                <a:cs typeface="Arial" panose="020B0604020202020204" pitchFamily="34" charset="0"/>
              </a:rPr>
              <a:t>从</a:t>
            </a:r>
            <a:r>
              <a:rPr lang="en-US" altLang="zh-CN" sz="1200" b="0" i="1" dirty="0">
                <a:solidFill>
                  <a:srgbClr val="000000"/>
                </a:solidFill>
                <a:latin typeface="Arial" panose="020B0604020202020204" pitchFamily="34" charset="0"/>
                <a:ea typeface="微软雅黑" panose="020B0503020204020204" pitchFamily="34" charset="-122"/>
                <a:cs typeface="Arial" panose="020B0604020202020204" pitchFamily="34" charset="0"/>
              </a:rPr>
              <a:t>n</a:t>
            </a:r>
            <a:r>
              <a:rPr lang="zh-CN" altLang="en-US" sz="1200" b="0" dirty="0">
                <a:solidFill>
                  <a:srgbClr val="000000"/>
                </a:solidFill>
                <a:latin typeface="Arial" panose="020B0604020202020204" pitchFamily="34" charset="0"/>
                <a:ea typeface="微软雅黑" panose="020B0503020204020204" pitchFamily="34" charset="-122"/>
                <a:cs typeface="Arial" panose="020B0604020202020204" pitchFamily="34" charset="0"/>
              </a:rPr>
              <a:t>维度进行切分，</a:t>
            </a:r>
            <a:r>
              <a:rPr lang="en-US" altLang="zh-CN" sz="1200" b="0" dirty="0">
                <a:solidFill>
                  <a:srgbClr val="000000"/>
                </a:solidFill>
                <a:latin typeface="Arial" panose="020B0604020202020204" pitchFamily="34" charset="0"/>
                <a:ea typeface="微软雅黑" panose="020B0503020204020204" pitchFamily="34" charset="-122"/>
                <a:cs typeface="Arial" panose="020B0604020202020204" pitchFamily="34" charset="0"/>
              </a:rPr>
              <a:t> </a:t>
            </a:r>
            <a:r>
              <a:rPr lang="zh-CN" altLang="en-US" sz="1200" b="0" dirty="0">
                <a:solidFill>
                  <a:srgbClr val="000000"/>
                </a:solidFill>
                <a:latin typeface="Arial" panose="020B0604020202020204" pitchFamily="34" charset="0"/>
                <a:ea typeface="微软雅黑" panose="020B0503020204020204" pitchFamily="34" charset="-122"/>
                <a:cs typeface="Arial" panose="020B0604020202020204" pitchFamily="34" charset="0"/>
              </a:rPr>
              <a:t>计算</a:t>
            </a:r>
            <a:r>
              <a:rPr lang="en-US" altLang="zh-CN" sz="1200" b="0" i="1" dirty="0">
                <a:solidFill>
                  <a:srgbClr val="000000"/>
                </a:solidFill>
                <a:latin typeface="Arial" panose="020B0604020202020204" pitchFamily="34" charset="0"/>
                <a:ea typeface="微软雅黑" panose="020B0503020204020204" pitchFamily="34" charset="-122"/>
                <a:cs typeface="Arial" panose="020B0604020202020204" pitchFamily="34" charset="0"/>
              </a:rPr>
              <a:t>n</a:t>
            </a:r>
            <a:r>
              <a:rPr lang="zh-CN" altLang="en-US" sz="1200" b="0" dirty="0">
                <a:solidFill>
                  <a:srgbClr val="000000"/>
                </a:solidFill>
                <a:latin typeface="Arial" panose="020B0604020202020204" pitchFamily="34" charset="0"/>
                <a:ea typeface="微软雅黑" panose="020B0503020204020204" pitchFamily="34" charset="-122"/>
                <a:cs typeface="Arial" panose="020B0604020202020204" pitchFamily="34" charset="0"/>
              </a:rPr>
              <a:t>与</a:t>
            </a:r>
            <a:r>
              <a:rPr lang="en-US" altLang="zh-CN" sz="1200" b="0" dirty="0">
                <a:solidFill>
                  <a:srgbClr val="000000"/>
                </a:solidFill>
                <a:latin typeface="Arial" panose="020B0604020202020204" pitchFamily="34" charset="0"/>
                <a:ea typeface="微软雅黑" panose="020B0503020204020204" pitchFamily="34" charset="-122"/>
                <a:cs typeface="Arial" panose="020B0604020202020204" pitchFamily="34" charset="0"/>
              </a:rPr>
              <a:t>(AI Core</a:t>
            </a:r>
            <a:r>
              <a:rPr lang="zh-CN" altLang="en-US" sz="1200" b="0" dirty="0">
                <a:solidFill>
                  <a:srgbClr val="000000"/>
                </a:solidFill>
                <a:latin typeface="Arial" panose="020B0604020202020204" pitchFamily="34" charset="0"/>
                <a:ea typeface="微软雅黑" panose="020B0503020204020204" pitchFamily="34" charset="-122"/>
                <a:cs typeface="Arial" panose="020B0604020202020204" pitchFamily="34" charset="0"/>
              </a:rPr>
              <a:t>数量</a:t>
            </a:r>
            <a:r>
              <a:rPr lang="en-US" altLang="zh-CN" sz="1200" b="0" dirty="0">
                <a:solidFill>
                  <a:srgbClr val="000000"/>
                </a:solidFill>
                <a:latin typeface="Arial" panose="020B0604020202020204" pitchFamily="34" charset="0"/>
                <a:ea typeface="微软雅黑" panose="020B0503020204020204" pitchFamily="34" charset="-122"/>
                <a:cs typeface="Arial" panose="020B0604020202020204" pitchFamily="34" charset="0"/>
              </a:rPr>
              <a:t>/</a:t>
            </a:r>
            <a:r>
              <a:rPr lang="en-US" altLang="zh-CN" sz="1200" b="0" i="1" dirty="0">
                <a:solidFill>
                  <a:srgbClr val="000000"/>
                </a:solidFill>
                <a:latin typeface="Arial" panose="020B0604020202020204" pitchFamily="34" charset="0"/>
                <a:ea typeface="微软雅黑" panose="020B0503020204020204" pitchFamily="34" charset="-122"/>
                <a:cs typeface="Arial" panose="020B0604020202020204" pitchFamily="34" charset="0"/>
              </a:rPr>
              <a:t>b</a:t>
            </a:r>
            <a:r>
              <a:rPr lang="en-US" altLang="zh-CN" sz="1200" b="0" dirty="0">
                <a:solidFill>
                  <a:srgbClr val="000000"/>
                </a:solidFill>
                <a:latin typeface="Arial" panose="020B0604020202020204" pitchFamily="34" charset="0"/>
                <a:ea typeface="微软雅黑" panose="020B0503020204020204" pitchFamily="34" charset="-122"/>
                <a:cs typeface="Arial" panose="020B0604020202020204" pitchFamily="34" charset="0"/>
              </a:rPr>
              <a:t>1)</a:t>
            </a:r>
            <a:r>
              <a:rPr lang="zh-CN" altLang="en-US" sz="1200" b="0" dirty="0">
                <a:solidFill>
                  <a:srgbClr val="000000"/>
                </a:solidFill>
                <a:latin typeface="Arial" panose="020B0604020202020204" pitchFamily="34" charset="0"/>
                <a:ea typeface="微软雅黑" panose="020B0503020204020204" pitchFamily="34" charset="-122"/>
                <a:cs typeface="Arial" panose="020B0604020202020204" pitchFamily="34" charset="0"/>
              </a:rPr>
              <a:t>的最大公约数</a:t>
            </a:r>
            <a:r>
              <a:rPr lang="en-US" altLang="zh-CN" sz="1200" b="0" i="1" dirty="0">
                <a:solidFill>
                  <a:srgbClr val="000000"/>
                </a:solidFill>
                <a:latin typeface="Arial" panose="020B0604020202020204" pitchFamily="34" charset="0"/>
                <a:ea typeface="微软雅黑" panose="020B0503020204020204" pitchFamily="34" charset="-122"/>
                <a:cs typeface="Arial" panose="020B0604020202020204" pitchFamily="34" charset="0"/>
              </a:rPr>
              <a:t>n</a:t>
            </a:r>
            <a:r>
              <a:rPr lang="en-US" altLang="zh-CN" sz="1200" b="0" dirty="0">
                <a:solidFill>
                  <a:srgbClr val="000000"/>
                </a:solidFill>
                <a:latin typeface="Arial" panose="020B0604020202020204" pitchFamily="34" charset="0"/>
                <a:ea typeface="微软雅黑" panose="020B0503020204020204" pitchFamily="34" charset="-122"/>
                <a:cs typeface="Arial" panose="020B0604020202020204" pitchFamily="34" charset="0"/>
              </a:rPr>
              <a:t>1</a:t>
            </a:r>
            <a:r>
              <a:rPr lang="zh-CN" altLang="en-US" sz="1200" b="0" dirty="0">
                <a:solidFill>
                  <a:srgbClr val="000000"/>
                </a:solidFill>
                <a:latin typeface="Arial" panose="020B0604020202020204" pitchFamily="34" charset="0"/>
                <a:ea typeface="微软雅黑" panose="020B0503020204020204" pitchFamily="34" charset="-122"/>
                <a:cs typeface="Arial" panose="020B0604020202020204" pitchFamily="34" charset="0"/>
              </a:rPr>
              <a:t>，即为</a:t>
            </a:r>
            <a:r>
              <a:rPr lang="en-US" altLang="zh-CN" sz="1200" b="0" i="1" dirty="0">
                <a:solidFill>
                  <a:srgbClr val="000000"/>
                </a:solidFill>
                <a:latin typeface="Arial" panose="020B0604020202020204" pitchFamily="34" charset="0"/>
                <a:ea typeface="微软雅黑" panose="020B0503020204020204" pitchFamily="34" charset="-122"/>
                <a:cs typeface="Arial" panose="020B0604020202020204" pitchFamily="34" charset="0"/>
              </a:rPr>
              <a:t>n</a:t>
            </a:r>
            <a:r>
              <a:rPr lang="zh-CN" altLang="en-US" sz="1200" b="0" dirty="0">
                <a:solidFill>
                  <a:srgbClr val="000000"/>
                </a:solidFill>
                <a:latin typeface="Arial" panose="020B0604020202020204" pitchFamily="34" charset="0"/>
                <a:ea typeface="微软雅黑" panose="020B0503020204020204" pitchFamily="34" charset="-122"/>
                <a:cs typeface="Arial" panose="020B0604020202020204" pitchFamily="34" charset="0"/>
              </a:rPr>
              <a:t>维度的分块数，将</a:t>
            </a:r>
            <a:r>
              <a:rPr lang="en-US" altLang="zh-CN" sz="1200" b="0" i="1" dirty="0">
                <a:solidFill>
                  <a:srgbClr val="000000"/>
                </a:solidFill>
                <a:latin typeface="Arial" panose="020B0604020202020204" pitchFamily="34" charset="0"/>
                <a:ea typeface="微软雅黑" panose="020B0503020204020204" pitchFamily="34" charset="-122"/>
                <a:cs typeface="Arial" panose="020B0604020202020204" pitchFamily="34" charset="0"/>
              </a:rPr>
              <a:t>n</a:t>
            </a:r>
            <a:r>
              <a:rPr lang="zh-CN" altLang="en-US" sz="1200" b="0" dirty="0">
                <a:solidFill>
                  <a:srgbClr val="000000"/>
                </a:solidFill>
                <a:latin typeface="Arial" panose="020B0604020202020204" pitchFamily="34" charset="0"/>
                <a:ea typeface="微软雅黑" panose="020B0503020204020204" pitchFamily="34" charset="-122"/>
                <a:cs typeface="Arial" panose="020B0604020202020204" pitchFamily="34" charset="0"/>
              </a:rPr>
              <a:t>和进行</a:t>
            </a:r>
            <a:r>
              <a:rPr lang="en-US" altLang="zh-CN" sz="1200" b="0" i="1" dirty="0">
                <a:solidFill>
                  <a:srgbClr val="000000"/>
                </a:solidFill>
                <a:latin typeface="Arial" panose="020B0604020202020204" pitchFamily="34" charset="0"/>
                <a:ea typeface="微软雅黑" panose="020B0503020204020204" pitchFamily="34" charset="-122"/>
                <a:cs typeface="Arial" panose="020B0604020202020204" pitchFamily="34" charset="0"/>
              </a:rPr>
              <a:t>b</a:t>
            </a:r>
            <a:r>
              <a:rPr lang="zh-CN" altLang="en-US" sz="1200" b="0" dirty="0">
                <a:solidFill>
                  <a:srgbClr val="000000"/>
                </a:solidFill>
                <a:latin typeface="Arial" panose="020B0604020202020204" pitchFamily="34" charset="0"/>
                <a:ea typeface="微软雅黑" panose="020B0503020204020204" pitchFamily="34" charset="-122"/>
                <a:cs typeface="Arial" panose="020B0604020202020204" pitchFamily="34" charset="0"/>
              </a:rPr>
              <a:t>维度切分后的</a:t>
            </a:r>
            <a:r>
              <a:rPr lang="en-US" altLang="zh-CN" sz="1200" b="0" dirty="0">
                <a:solidFill>
                  <a:srgbClr val="000000"/>
                </a:solidFill>
                <a:latin typeface="Arial" panose="020B0604020202020204" pitchFamily="34" charset="0"/>
                <a:ea typeface="微软雅黑" panose="020B0503020204020204" pitchFamily="34" charset="-122"/>
                <a:cs typeface="Arial" panose="020B0604020202020204" pitchFamily="34" charset="0"/>
              </a:rPr>
              <a:t>AI Core</a:t>
            </a:r>
            <a:r>
              <a:rPr lang="zh-CN" altLang="en-US" sz="1200" b="0" dirty="0">
                <a:solidFill>
                  <a:srgbClr val="000000"/>
                </a:solidFill>
                <a:latin typeface="Arial" panose="020B0604020202020204" pitchFamily="34" charset="0"/>
                <a:ea typeface="微软雅黑" panose="020B0503020204020204" pitchFamily="34" charset="-122"/>
                <a:cs typeface="Arial" panose="020B0604020202020204" pitchFamily="34" charset="0"/>
              </a:rPr>
              <a:t>按照最大公约数</a:t>
            </a:r>
            <a:r>
              <a:rPr lang="en-US" altLang="zh-CN" sz="1200" b="0" i="1" dirty="0">
                <a:solidFill>
                  <a:srgbClr val="000000"/>
                </a:solidFill>
                <a:latin typeface="Arial" panose="020B0604020202020204" pitchFamily="34" charset="0"/>
                <a:ea typeface="微软雅黑" panose="020B0503020204020204" pitchFamily="34" charset="-122"/>
                <a:cs typeface="Arial" panose="020B0604020202020204" pitchFamily="34" charset="0"/>
              </a:rPr>
              <a:t>n</a:t>
            </a:r>
            <a:r>
              <a:rPr lang="en-US" altLang="zh-CN" sz="1200" b="0" dirty="0">
                <a:solidFill>
                  <a:srgbClr val="000000"/>
                </a:solidFill>
                <a:latin typeface="Arial" panose="020B0604020202020204" pitchFamily="34" charset="0"/>
                <a:ea typeface="微软雅黑" panose="020B0503020204020204" pitchFamily="34" charset="-122"/>
                <a:cs typeface="Arial" panose="020B0604020202020204" pitchFamily="34" charset="0"/>
              </a:rPr>
              <a:t>1</a:t>
            </a:r>
            <a:r>
              <a:rPr lang="zh-CN" altLang="en-US" sz="1200" b="0" dirty="0">
                <a:solidFill>
                  <a:srgbClr val="000000"/>
                </a:solidFill>
                <a:latin typeface="Arial" panose="020B0604020202020204" pitchFamily="34" charset="0"/>
                <a:ea typeface="微软雅黑" panose="020B0503020204020204" pitchFamily="34" charset="-122"/>
                <a:cs typeface="Arial" panose="020B0604020202020204" pitchFamily="34" charset="0"/>
              </a:rPr>
              <a:t>切分；</a:t>
            </a:r>
          </a:p>
          <a:p>
            <a:pPr marL="126000" lvl="2" indent="-126000" latinLnBrk="1">
              <a:lnSpc>
                <a:spcPct val="150000"/>
              </a:lnSpc>
              <a:buFont typeface="Arial" panose="020B0604020202020204" pitchFamily="34" charset="0"/>
              <a:buChar char="•"/>
              <a:defRPr>
                <a:solidFill>
                  <a:srgbClr val="0432FF"/>
                </a:solidFill>
              </a:defRPr>
            </a:pPr>
            <a:r>
              <a:rPr lang="zh-CN" altLang="en-US" sz="1200" b="0" dirty="0">
                <a:solidFill>
                  <a:srgbClr val="000000"/>
                </a:solidFill>
                <a:latin typeface="Arial" panose="020B0604020202020204" pitchFamily="34" charset="0"/>
                <a:ea typeface="微软雅黑" panose="020B0503020204020204" pitchFamily="34" charset="-122"/>
                <a:cs typeface="Arial" panose="020B0604020202020204" pitchFamily="34" charset="0"/>
              </a:rPr>
              <a:t>对</a:t>
            </a:r>
            <a:r>
              <a:rPr lang="en-US" altLang="zh-CN" sz="1200" i="1" dirty="0">
                <a:solidFill>
                  <a:srgbClr val="000000"/>
                </a:solidFill>
                <a:latin typeface="Arial" panose="020B0604020202020204" pitchFamily="34" charset="0"/>
                <a:ea typeface="微软雅黑" panose="020B0503020204020204" pitchFamily="34" charset="-122"/>
                <a:cs typeface="Arial" panose="020B0604020202020204" pitchFamily="34" charset="0"/>
              </a:rPr>
              <a:t>Q</a:t>
            </a:r>
            <a:r>
              <a:rPr lang="zh-CN" altLang="en-US" sz="1200" b="0" dirty="0">
                <a:solidFill>
                  <a:srgbClr val="000000"/>
                </a:solidFill>
                <a:latin typeface="Arial" panose="020B0604020202020204" pitchFamily="34" charset="0"/>
                <a:ea typeface="微软雅黑" panose="020B0503020204020204" pitchFamily="34" charset="-122"/>
                <a:cs typeface="Arial" panose="020B0604020202020204" pitchFamily="34" charset="0"/>
              </a:rPr>
              <a:t>的序列长度进行切分，令</a:t>
            </a:r>
            <a:r>
              <a:rPr lang="en-US" altLang="zh-CN" sz="1200" b="0" i="1" dirty="0">
                <a:solidFill>
                  <a:srgbClr val="000000"/>
                </a:solidFill>
                <a:latin typeface="Arial" panose="020B0604020202020204" pitchFamily="34" charset="0"/>
                <a:ea typeface="微软雅黑" panose="020B0503020204020204" pitchFamily="34" charset="-122"/>
                <a:cs typeface="Arial" panose="020B0604020202020204" pitchFamily="34" charset="0"/>
              </a:rPr>
              <a:t>s</a:t>
            </a:r>
            <a:r>
              <a:rPr lang="en-US" altLang="zh-CN" sz="1200" b="0" dirty="0">
                <a:solidFill>
                  <a:srgbClr val="000000"/>
                </a:solidFill>
                <a:latin typeface="Arial" panose="020B0604020202020204" pitchFamily="34" charset="0"/>
                <a:ea typeface="微软雅黑" panose="020B0503020204020204" pitchFamily="34" charset="-122"/>
                <a:cs typeface="Arial" panose="020B0604020202020204" pitchFamily="34" charset="0"/>
              </a:rPr>
              <a:t>1 = AI Core</a:t>
            </a:r>
            <a:r>
              <a:rPr lang="zh-CN" altLang="en-US" sz="1200" b="0" dirty="0">
                <a:solidFill>
                  <a:srgbClr val="000000"/>
                </a:solidFill>
                <a:latin typeface="Arial" panose="020B0604020202020204" pitchFamily="34" charset="0"/>
                <a:ea typeface="微软雅黑" panose="020B0503020204020204" pitchFamily="34" charset="-122"/>
                <a:cs typeface="Arial" panose="020B0604020202020204" pitchFamily="34" charset="0"/>
              </a:rPr>
              <a:t>数量</a:t>
            </a:r>
            <a:r>
              <a:rPr lang="en-US" altLang="zh-CN" sz="1200" b="0" dirty="0">
                <a:solidFill>
                  <a:srgbClr val="000000"/>
                </a:solidFill>
                <a:latin typeface="Arial" panose="020B0604020202020204" pitchFamily="34" charset="0"/>
                <a:ea typeface="微软雅黑" panose="020B0503020204020204" pitchFamily="34" charset="-122"/>
                <a:cs typeface="Arial" panose="020B0604020202020204" pitchFamily="34" charset="0"/>
              </a:rPr>
              <a:t>/</a:t>
            </a:r>
            <a:r>
              <a:rPr lang="en-US" altLang="zh-CN" sz="1200" b="0" i="1" dirty="0">
                <a:solidFill>
                  <a:srgbClr val="000000"/>
                </a:solidFill>
                <a:latin typeface="Arial" panose="020B0604020202020204" pitchFamily="34" charset="0"/>
                <a:ea typeface="微软雅黑" panose="020B0503020204020204" pitchFamily="34" charset="-122"/>
                <a:cs typeface="Arial" panose="020B0604020202020204" pitchFamily="34" charset="0"/>
              </a:rPr>
              <a:t>b</a:t>
            </a:r>
            <a:r>
              <a:rPr lang="en-US" altLang="zh-CN" sz="1200" b="0" dirty="0">
                <a:solidFill>
                  <a:srgbClr val="000000"/>
                </a:solidFill>
                <a:latin typeface="Arial" panose="020B0604020202020204" pitchFamily="34" charset="0"/>
                <a:ea typeface="微软雅黑" panose="020B0503020204020204" pitchFamily="34" charset="-122"/>
                <a:cs typeface="Arial" panose="020B0604020202020204" pitchFamily="34" charset="0"/>
              </a:rPr>
              <a:t>1/</a:t>
            </a:r>
            <a:r>
              <a:rPr lang="en-US" altLang="zh-CN" sz="1200" b="0" i="1" dirty="0">
                <a:solidFill>
                  <a:srgbClr val="000000"/>
                </a:solidFill>
                <a:latin typeface="Arial" panose="020B0604020202020204" pitchFamily="34" charset="0"/>
                <a:ea typeface="微软雅黑" panose="020B0503020204020204" pitchFamily="34" charset="-122"/>
                <a:cs typeface="Arial" panose="020B0604020202020204" pitchFamily="34" charset="0"/>
              </a:rPr>
              <a:t>n</a:t>
            </a:r>
            <a:r>
              <a:rPr lang="en-US" altLang="zh-CN" sz="1200" b="0" dirty="0">
                <a:solidFill>
                  <a:srgbClr val="000000"/>
                </a:solidFill>
                <a:latin typeface="Arial" panose="020B0604020202020204" pitchFamily="34" charset="0"/>
                <a:ea typeface="微软雅黑" panose="020B0503020204020204" pitchFamily="34" charset="-122"/>
                <a:cs typeface="Arial" panose="020B0604020202020204" pitchFamily="34" charset="0"/>
              </a:rPr>
              <a:t>1</a:t>
            </a:r>
            <a:r>
              <a:rPr lang="zh-CN" altLang="en-US" sz="1200" b="0" dirty="0">
                <a:solidFill>
                  <a:srgbClr val="000000"/>
                </a:solidFill>
                <a:latin typeface="Arial" panose="020B0604020202020204" pitchFamily="34" charset="0"/>
                <a:ea typeface="微软雅黑" panose="020B0503020204020204" pitchFamily="34" charset="-122"/>
                <a:cs typeface="Arial" panose="020B0604020202020204" pitchFamily="34" charset="0"/>
              </a:rPr>
              <a:t>。每个核上分到的</a:t>
            </a:r>
            <a:r>
              <a:rPr lang="en-US" altLang="zh-CN" sz="1200" b="0" i="1" dirty="0">
                <a:solidFill>
                  <a:srgbClr val="000000"/>
                </a:solidFill>
                <a:latin typeface="Arial" panose="020B0604020202020204" pitchFamily="34" charset="0"/>
                <a:ea typeface="微软雅黑" panose="020B0503020204020204" pitchFamily="34" charset="-122"/>
                <a:cs typeface="Arial" panose="020B0604020202020204" pitchFamily="34" charset="0"/>
              </a:rPr>
              <a:t>b</a:t>
            </a:r>
            <a:r>
              <a:rPr lang="zh-CN" altLang="en-US" sz="1200" b="0" dirty="0">
                <a:solidFill>
                  <a:srgbClr val="000000"/>
                </a:solidFill>
                <a:latin typeface="Arial" panose="020B0604020202020204" pitchFamily="34" charset="0"/>
                <a:ea typeface="微软雅黑" panose="020B0503020204020204" pitchFamily="34" charset="-122"/>
                <a:cs typeface="Arial" panose="020B0604020202020204" pitchFamily="34" charset="0"/>
              </a:rPr>
              <a:t>和</a:t>
            </a:r>
            <a:r>
              <a:rPr lang="en-US" altLang="zh-CN" sz="1200" b="0" i="1" dirty="0">
                <a:solidFill>
                  <a:srgbClr val="000000"/>
                </a:solidFill>
                <a:latin typeface="Arial" panose="020B0604020202020204" pitchFamily="34" charset="0"/>
                <a:ea typeface="微软雅黑" panose="020B0503020204020204" pitchFamily="34" charset="-122"/>
                <a:cs typeface="Arial" panose="020B0604020202020204" pitchFamily="34" charset="0"/>
              </a:rPr>
              <a:t>n</a:t>
            </a:r>
            <a:r>
              <a:rPr lang="zh-CN" altLang="en-US" sz="1200" b="0" dirty="0">
                <a:solidFill>
                  <a:srgbClr val="000000"/>
                </a:solidFill>
                <a:latin typeface="Arial" panose="020B0604020202020204" pitchFamily="34" charset="0"/>
                <a:ea typeface="微软雅黑" panose="020B0503020204020204" pitchFamily="34" charset="-122"/>
                <a:cs typeface="Arial" panose="020B0604020202020204" pitchFamily="34" charset="0"/>
              </a:rPr>
              <a:t>只要求为整数，但是序列长度要求必须为序列基本长度的倍数，所以对</a:t>
            </a:r>
            <a:r>
              <a:rPr lang="en-US" altLang="zh-CN" sz="1200" i="1" dirty="0">
                <a:solidFill>
                  <a:srgbClr val="000000"/>
                </a:solidFill>
                <a:latin typeface="Arial" panose="020B0604020202020204" pitchFamily="34" charset="0"/>
                <a:ea typeface="微软雅黑" panose="020B0503020204020204" pitchFamily="34" charset="-122"/>
                <a:cs typeface="Arial" panose="020B0604020202020204" pitchFamily="34" charset="0"/>
              </a:rPr>
              <a:t>Q</a:t>
            </a:r>
            <a:r>
              <a:rPr lang="zh-CN" altLang="en-US" sz="1200" b="0" dirty="0">
                <a:solidFill>
                  <a:srgbClr val="000000"/>
                </a:solidFill>
                <a:latin typeface="Arial" panose="020B0604020202020204" pitchFamily="34" charset="0"/>
                <a:ea typeface="微软雅黑" panose="020B0503020204020204" pitchFamily="34" charset="-122"/>
                <a:cs typeface="Arial" panose="020B0604020202020204" pitchFamily="34" charset="0"/>
              </a:rPr>
              <a:t>的序列长度进行切分需要考虑序列基本长度。取</a:t>
            </a:r>
            <a:r>
              <a:rPr lang="en-US" altLang="zh-CN" sz="1200" i="1" dirty="0">
                <a:solidFill>
                  <a:srgbClr val="000000"/>
                </a:solidFill>
                <a:latin typeface="Arial" panose="020B0604020202020204" pitchFamily="34" charset="0"/>
                <a:ea typeface="微软雅黑" panose="020B0503020204020204" pitchFamily="34" charset="-122"/>
                <a:cs typeface="Arial" panose="020B0604020202020204" pitchFamily="34" charset="0"/>
              </a:rPr>
              <a:t>Q</a:t>
            </a:r>
            <a:r>
              <a:rPr lang="zh-CN" altLang="en-US" sz="1200" b="0" dirty="0">
                <a:solidFill>
                  <a:srgbClr val="000000"/>
                </a:solidFill>
                <a:latin typeface="Arial" panose="020B0604020202020204" pitchFamily="34" charset="0"/>
                <a:ea typeface="微软雅黑" panose="020B0503020204020204" pitchFamily="34" charset="-122"/>
                <a:cs typeface="Arial" panose="020B0604020202020204" pitchFamily="34" charset="0"/>
              </a:rPr>
              <a:t>的序列长度</a:t>
            </a:r>
            <a:r>
              <a:rPr lang="en-US" altLang="zh-CN" sz="1200" b="0" dirty="0">
                <a:solidFill>
                  <a:srgbClr val="000000"/>
                </a:solidFill>
                <a:latin typeface="Arial" panose="020B0604020202020204" pitchFamily="34" charset="0"/>
                <a:ea typeface="微软雅黑" panose="020B0503020204020204" pitchFamily="34" charset="-122"/>
                <a:cs typeface="Arial" panose="020B0604020202020204" pitchFamily="34" charset="0"/>
              </a:rPr>
              <a:t>/</a:t>
            </a:r>
            <a:r>
              <a:rPr lang="zh-CN" altLang="en-US" sz="1200" b="0" dirty="0">
                <a:solidFill>
                  <a:srgbClr val="000000"/>
                </a:solidFill>
                <a:latin typeface="Arial" panose="020B0604020202020204" pitchFamily="34" charset="0"/>
                <a:ea typeface="微软雅黑" panose="020B0503020204020204" pitchFamily="34" charset="-122"/>
                <a:cs typeface="Arial" panose="020B0604020202020204" pitchFamily="34" charset="0"/>
              </a:rPr>
              <a:t>序列基本长度</a:t>
            </a:r>
            <a:r>
              <a:rPr lang="en-US" altLang="zh-CN" sz="1200" b="0" dirty="0">
                <a:solidFill>
                  <a:srgbClr val="000000"/>
                </a:solidFill>
                <a:latin typeface="Arial" panose="020B0604020202020204" pitchFamily="34" charset="0"/>
                <a:ea typeface="微软雅黑" panose="020B0503020204020204" pitchFamily="34" charset="-122"/>
                <a:cs typeface="Arial" panose="020B0604020202020204" pitchFamily="34" charset="0"/>
              </a:rPr>
              <a:t>/</a:t>
            </a:r>
            <a:r>
              <a:rPr lang="en-US" altLang="zh-CN" sz="1200" b="0" i="1" dirty="0">
                <a:solidFill>
                  <a:srgbClr val="000000"/>
                </a:solidFill>
                <a:latin typeface="Arial" panose="020B0604020202020204" pitchFamily="34" charset="0"/>
                <a:ea typeface="微软雅黑" panose="020B0503020204020204" pitchFamily="34" charset="-122"/>
                <a:cs typeface="Arial" panose="020B0604020202020204" pitchFamily="34" charset="0"/>
              </a:rPr>
              <a:t>s</a:t>
            </a:r>
            <a:r>
              <a:rPr lang="en-US" altLang="zh-CN" sz="1200" b="0" dirty="0">
                <a:solidFill>
                  <a:srgbClr val="000000"/>
                </a:solidFill>
                <a:latin typeface="Arial" panose="020B0604020202020204" pitchFamily="34" charset="0"/>
                <a:ea typeface="微软雅黑" panose="020B0503020204020204" pitchFamily="34" charset="-122"/>
                <a:cs typeface="Arial" panose="020B0604020202020204" pitchFamily="34" charset="0"/>
              </a:rPr>
              <a:t>1</a:t>
            </a:r>
            <a:r>
              <a:rPr lang="zh-CN" altLang="en-US" sz="1200" b="0" dirty="0">
                <a:solidFill>
                  <a:srgbClr val="000000"/>
                </a:solidFill>
                <a:latin typeface="Arial" panose="020B0604020202020204" pitchFamily="34" charset="0"/>
                <a:ea typeface="微软雅黑" panose="020B0503020204020204" pitchFamily="34" charset="-122"/>
                <a:cs typeface="Arial" panose="020B0604020202020204" pitchFamily="34" charset="0"/>
              </a:rPr>
              <a:t>，得到每个</a:t>
            </a:r>
            <a:r>
              <a:rPr lang="en-US" altLang="zh-CN" sz="1200" b="0" dirty="0">
                <a:solidFill>
                  <a:srgbClr val="000000"/>
                </a:solidFill>
                <a:latin typeface="Arial" panose="020B0604020202020204" pitchFamily="34" charset="0"/>
                <a:ea typeface="微软雅黑" panose="020B0503020204020204" pitchFamily="34" charset="-122"/>
                <a:cs typeface="Arial" panose="020B0604020202020204" pitchFamily="34" charset="0"/>
              </a:rPr>
              <a:t>AI Core</a:t>
            </a:r>
            <a:r>
              <a:rPr lang="zh-CN" altLang="en-US" sz="1200" b="0" dirty="0">
                <a:solidFill>
                  <a:srgbClr val="000000"/>
                </a:solidFill>
                <a:latin typeface="Arial" panose="020B0604020202020204" pitchFamily="34" charset="0"/>
                <a:ea typeface="微软雅黑" panose="020B0503020204020204" pitchFamily="34" charset="-122"/>
                <a:cs typeface="Arial" panose="020B0604020202020204" pitchFamily="34" charset="0"/>
              </a:rPr>
              <a:t>计算的基本序列数量，此时若有无法整除余下部分，就需要部分</a:t>
            </a:r>
            <a:r>
              <a:rPr lang="en-US" altLang="zh-CN" sz="1200" b="0" dirty="0">
                <a:solidFill>
                  <a:srgbClr val="000000"/>
                </a:solidFill>
                <a:latin typeface="Arial" panose="020B0604020202020204" pitchFamily="34" charset="0"/>
                <a:ea typeface="微软雅黑" panose="020B0503020204020204" pitchFamily="34" charset="-122"/>
                <a:cs typeface="Arial" panose="020B0604020202020204" pitchFamily="34" charset="0"/>
              </a:rPr>
              <a:t>AI Core</a:t>
            </a:r>
            <a:r>
              <a:rPr lang="zh-CN" altLang="en-US" sz="1200" b="0" dirty="0">
                <a:solidFill>
                  <a:srgbClr val="000000"/>
                </a:solidFill>
                <a:latin typeface="Arial" panose="020B0604020202020204" pitchFamily="34" charset="0"/>
                <a:ea typeface="微软雅黑" panose="020B0503020204020204" pitchFamily="34" charset="-122"/>
                <a:cs typeface="Arial" panose="020B0604020202020204" pitchFamily="34" charset="0"/>
              </a:rPr>
              <a:t>多处理一个基本序列，将这部分核称为主核，而另一部分称为尾核。</a:t>
            </a:r>
          </a:p>
        </p:txBody>
      </p:sp>
    </p:spTree>
    <p:extLst>
      <p:ext uri="{BB962C8B-B14F-4D97-AF65-F5344CB8AC3E}">
        <p14:creationId xmlns:p14="http://schemas.microsoft.com/office/powerpoint/2010/main" val="1713323798"/>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4651FE2-B220-B50B-6F37-D1E29348F107}"/>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9744C425-31BB-5B84-7978-AF75C55DA159}"/>
              </a:ext>
            </a:extLst>
          </p:cNvPr>
          <p:cNvSpPr txBox="1">
            <a:spLocks/>
          </p:cNvSpPr>
          <p:nvPr/>
        </p:nvSpPr>
        <p:spPr>
          <a:xfrm>
            <a:off x="5185309" y="411900"/>
            <a:ext cx="1826141" cy="584775"/>
          </a:xfrm>
          <a:prstGeom prst="rect">
            <a:avLst/>
          </a:prstGeom>
        </p:spPr>
        <p:txBody>
          <a:bodyPr wrap="none">
            <a:spAutoFit/>
          </a:bodyPr>
          <a:lstStyle>
            <a:lvl1pPr algn="l" defTabSz="1187798" rtl="0" eaLnBrk="1" latinLnBrk="0" hangingPunct="1">
              <a:lnSpc>
                <a:spcPct val="90000"/>
              </a:lnSpc>
              <a:spcBef>
                <a:spcPct val="0"/>
              </a:spcBef>
              <a:buNone/>
              <a:defRPr sz="5716" kern="1200">
                <a:solidFill>
                  <a:schemeClr val="tx1"/>
                </a:solidFill>
                <a:latin typeface="+mj-lt"/>
                <a:ea typeface="+mj-ea"/>
                <a:cs typeface="+mj-cs"/>
              </a:defRPr>
            </a:lvl1pPr>
          </a:lstStyle>
          <a:p>
            <a:pPr algn="ctr">
              <a:lnSpc>
                <a:spcPct val="100000"/>
              </a:lnSpc>
            </a:pPr>
            <a:r>
              <a:rPr lang="zh-CN" altLang="en-US" sz="3200" b="1" dirty="0">
                <a:solidFill>
                  <a:srgbClr val="000000"/>
                </a:solidFill>
                <a:latin typeface="微软雅黑" panose="020B0503020204020204" pitchFamily="34" charset="-122"/>
                <a:ea typeface="微软雅黑" panose="020B0503020204020204" pitchFamily="34" charset="-122"/>
              </a:rPr>
              <a:t>矩阵切分</a:t>
            </a:r>
          </a:p>
        </p:txBody>
      </p:sp>
      <p:sp>
        <p:nvSpPr>
          <p:cNvPr id="4" name="文本框 3">
            <a:extLst>
              <a:ext uri="{FF2B5EF4-FFF2-40B4-BE49-F238E27FC236}">
                <a16:creationId xmlns:a16="http://schemas.microsoft.com/office/drawing/2014/main" id="{E50807AB-31DC-4FA6-2E05-B6EDE784491C}"/>
              </a:ext>
            </a:extLst>
          </p:cNvPr>
          <p:cNvSpPr txBox="1"/>
          <p:nvPr/>
        </p:nvSpPr>
        <p:spPr>
          <a:xfrm>
            <a:off x="1456011" y="2992021"/>
            <a:ext cx="9284741" cy="873957"/>
          </a:xfrm>
          <a:prstGeom prst="rect">
            <a:avLst/>
          </a:prstGeom>
          <a:noFill/>
        </p:spPr>
        <p:txBody>
          <a:bodyPr wrap="square">
            <a:spAutoFit/>
          </a:bodyPr>
          <a:lstStyle/>
          <a:p>
            <a:pPr marL="0" lvl="1" algn="ctr" latinLnBrk="1">
              <a:lnSpc>
                <a:spcPct val="150000"/>
              </a:lnSpc>
              <a:defRPr>
                <a:solidFill>
                  <a:srgbClr val="0432FF"/>
                </a:solidFill>
              </a:defRPr>
            </a:pPr>
            <a:r>
              <a:rPr lang="zh-CN" altLang="en-US" b="1" dirty="0">
                <a:solidFill>
                  <a:srgbClr val="000000"/>
                </a:solidFill>
                <a:latin typeface="Arial" panose="020B0604020202020204" pitchFamily="34" charset="0"/>
                <a:ea typeface="微软雅黑" panose="020B0503020204020204" pitchFamily="34" charset="-122"/>
                <a:cs typeface="Arial" panose="020B0604020202020204" pitchFamily="34" charset="0"/>
              </a:rPr>
              <a:t>第四步计算单核计算完所有输入需要的次数。用单核上所需要计算的</a:t>
            </a:r>
            <a:r>
              <a:rPr lang="en-US" altLang="zh-CN" b="1" i="1" dirty="0">
                <a:solidFill>
                  <a:srgbClr val="000000"/>
                </a:solidFill>
                <a:latin typeface="Arial" panose="020B0604020202020204" pitchFamily="34" charset="0"/>
                <a:ea typeface="微软雅黑" panose="020B0503020204020204" pitchFamily="34" charset="-122"/>
                <a:cs typeface="Arial" panose="020B0604020202020204" pitchFamily="34" charset="0"/>
              </a:rPr>
              <a:t>Q</a:t>
            </a:r>
            <a:r>
              <a:rPr lang="zh-CN" altLang="en-US" b="1" dirty="0">
                <a:solidFill>
                  <a:srgbClr val="000000"/>
                </a:solidFill>
                <a:latin typeface="Arial" panose="020B0604020202020204" pitchFamily="34" charset="0"/>
                <a:ea typeface="微软雅黑" panose="020B0503020204020204" pitchFamily="34" charset="-122"/>
                <a:cs typeface="Arial" panose="020B0604020202020204" pitchFamily="34" charset="0"/>
              </a:rPr>
              <a:t>的序列长度和</a:t>
            </a:r>
            <a:r>
              <a:rPr lang="en-US" altLang="zh-CN" b="1" i="1" dirty="0">
                <a:solidFill>
                  <a:srgbClr val="000000"/>
                </a:solidFill>
                <a:latin typeface="Arial" panose="020B0604020202020204" pitchFamily="34" charset="0"/>
                <a:ea typeface="微软雅黑" panose="020B0503020204020204" pitchFamily="34" charset="-122"/>
                <a:cs typeface="Arial" panose="020B0604020202020204" pitchFamily="34" charset="0"/>
              </a:rPr>
              <a:t>K</a:t>
            </a:r>
            <a:r>
              <a:rPr lang="en-US" altLang="zh-CN" b="1" dirty="0">
                <a:solidFill>
                  <a:srgbClr val="000000"/>
                </a:solidFill>
                <a:latin typeface="Arial" panose="020B0604020202020204" pitchFamily="34" charset="0"/>
                <a:ea typeface="微软雅黑" panose="020B0503020204020204" pitchFamily="34" charset="-122"/>
                <a:cs typeface="Arial" panose="020B0604020202020204" pitchFamily="34" charset="0"/>
              </a:rPr>
              <a:t>/</a:t>
            </a:r>
            <a:r>
              <a:rPr lang="en-US" altLang="zh-CN" b="1" i="1" dirty="0">
                <a:solidFill>
                  <a:srgbClr val="000000"/>
                </a:solidFill>
                <a:latin typeface="Arial" panose="020B0604020202020204" pitchFamily="34" charset="0"/>
                <a:ea typeface="微软雅黑" panose="020B0503020204020204" pitchFamily="34" charset="-122"/>
                <a:cs typeface="Arial" panose="020B0604020202020204" pitchFamily="34" charset="0"/>
              </a:rPr>
              <a:t>V</a:t>
            </a:r>
            <a:r>
              <a:rPr lang="zh-CN" altLang="en-US" b="1" dirty="0">
                <a:solidFill>
                  <a:srgbClr val="000000"/>
                </a:solidFill>
                <a:latin typeface="Arial" panose="020B0604020202020204" pitchFamily="34" charset="0"/>
                <a:ea typeface="微软雅黑" panose="020B0503020204020204" pitchFamily="34" charset="-122"/>
                <a:cs typeface="Arial" panose="020B0604020202020204" pitchFamily="34" charset="0"/>
              </a:rPr>
              <a:t>的序列长度分别除以</a:t>
            </a:r>
            <a:r>
              <a:rPr lang="en-US" altLang="zh-CN" b="1" dirty="0" err="1">
                <a:solidFill>
                  <a:srgbClr val="000000"/>
                </a:solidFill>
                <a:latin typeface="Arial" panose="020B0604020202020204" pitchFamily="34" charset="0"/>
                <a:ea typeface="微软雅黑" panose="020B0503020204020204" pitchFamily="34" charset="-122"/>
                <a:cs typeface="Arial" panose="020B0604020202020204" pitchFamily="34" charset="0"/>
              </a:rPr>
              <a:t>sOuter</a:t>
            </a:r>
            <a:r>
              <a:rPr lang="zh-CN" altLang="en-US" b="1" dirty="0">
                <a:solidFill>
                  <a:srgbClr val="000000"/>
                </a:solidFill>
                <a:latin typeface="Arial" panose="020B0604020202020204" pitchFamily="34" charset="0"/>
                <a:ea typeface="微软雅黑" panose="020B0503020204020204" pitchFamily="34" charset="-122"/>
                <a:cs typeface="Arial" panose="020B0604020202020204" pitchFamily="34" charset="0"/>
              </a:rPr>
              <a:t>和</a:t>
            </a:r>
            <a:r>
              <a:rPr lang="en-US" altLang="zh-CN" b="1" dirty="0" err="1">
                <a:solidFill>
                  <a:srgbClr val="000000"/>
                </a:solidFill>
                <a:latin typeface="Arial" panose="020B0604020202020204" pitchFamily="34" charset="0"/>
                <a:ea typeface="微软雅黑" panose="020B0503020204020204" pitchFamily="34" charset="-122"/>
                <a:cs typeface="Arial" panose="020B0604020202020204" pitchFamily="34" charset="0"/>
              </a:rPr>
              <a:t>sInner</a:t>
            </a:r>
            <a:r>
              <a:rPr lang="zh-CN" altLang="en-US" b="1" dirty="0">
                <a:solidFill>
                  <a:srgbClr val="000000"/>
                </a:solidFill>
                <a:latin typeface="Arial" panose="020B0604020202020204" pitchFamily="34" charset="0"/>
                <a:ea typeface="微软雅黑" panose="020B0503020204020204" pitchFamily="34" charset="-122"/>
                <a:cs typeface="Arial" panose="020B0604020202020204" pitchFamily="34" charset="0"/>
              </a:rPr>
              <a:t>并向上取整，计算出单核计算完所有输入需要的次数。</a:t>
            </a:r>
          </a:p>
        </p:txBody>
      </p:sp>
    </p:spTree>
    <p:extLst>
      <p:ext uri="{BB962C8B-B14F-4D97-AF65-F5344CB8AC3E}">
        <p14:creationId xmlns:p14="http://schemas.microsoft.com/office/powerpoint/2010/main" val="1874685312"/>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27453B1-492C-8969-B419-D3272E539C33}"/>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A7AD6619-6314-E437-E38C-B951FDCCA741}"/>
              </a:ext>
            </a:extLst>
          </p:cNvPr>
          <p:cNvSpPr txBox="1">
            <a:spLocks/>
          </p:cNvSpPr>
          <p:nvPr/>
        </p:nvSpPr>
        <p:spPr>
          <a:xfrm>
            <a:off x="4335621" y="411900"/>
            <a:ext cx="3525517" cy="584775"/>
          </a:xfrm>
          <a:prstGeom prst="rect">
            <a:avLst/>
          </a:prstGeom>
        </p:spPr>
        <p:txBody>
          <a:bodyPr wrap="none">
            <a:spAutoFit/>
          </a:bodyPr>
          <a:lstStyle>
            <a:lvl1pPr algn="l" defTabSz="1187798" rtl="0" eaLnBrk="1" latinLnBrk="0" hangingPunct="1">
              <a:lnSpc>
                <a:spcPct val="90000"/>
              </a:lnSpc>
              <a:spcBef>
                <a:spcPct val="0"/>
              </a:spcBef>
              <a:buNone/>
              <a:defRPr sz="5716" kern="1200">
                <a:solidFill>
                  <a:schemeClr val="tx1"/>
                </a:solidFill>
                <a:latin typeface="+mj-lt"/>
                <a:ea typeface="+mj-ea"/>
                <a:cs typeface="+mj-cs"/>
              </a:defRPr>
            </a:lvl1pPr>
          </a:lstStyle>
          <a:p>
            <a:pPr algn="ctr">
              <a:lnSpc>
                <a:spcPct val="100000"/>
              </a:lnSpc>
            </a:pPr>
            <a:r>
              <a:rPr lang="zh-CN" altLang="en-US" sz="3200" b="1" dirty="0">
                <a:solidFill>
                  <a:srgbClr val="000000"/>
                </a:solidFill>
                <a:latin typeface="Arial" panose="020B0604020202020204" pitchFamily="34" charset="0"/>
                <a:ea typeface="微软雅黑" panose="020B0503020204020204" pitchFamily="34" charset="-122"/>
                <a:cs typeface="Arial" panose="020B0604020202020204" pitchFamily="34" charset="0"/>
              </a:rPr>
              <a:t>矩阵乘法</a:t>
            </a:r>
            <a:r>
              <a:rPr lang="en-US" altLang="zh-CN" sz="3200" b="1" dirty="0">
                <a:solidFill>
                  <a:srgbClr val="000000"/>
                </a:solidFill>
                <a:latin typeface="Arial" panose="020B0604020202020204" pitchFamily="34" charset="0"/>
                <a:ea typeface="微软雅黑" panose="020B0503020204020204" pitchFamily="34" charset="-122"/>
                <a:cs typeface="Arial" panose="020B0604020202020204" pitchFamily="34" charset="0"/>
              </a:rPr>
              <a:t>QKT</a:t>
            </a:r>
            <a:r>
              <a:rPr lang="zh-CN" altLang="en-US" sz="3200" b="1" dirty="0">
                <a:solidFill>
                  <a:srgbClr val="000000"/>
                </a:solidFill>
                <a:latin typeface="Arial" panose="020B0604020202020204" pitchFamily="34" charset="0"/>
                <a:ea typeface="微软雅黑" panose="020B0503020204020204" pitchFamily="34" charset="-122"/>
                <a:cs typeface="Arial" panose="020B0604020202020204" pitchFamily="34" charset="0"/>
              </a:rPr>
              <a:t>计算</a:t>
            </a:r>
          </a:p>
        </p:txBody>
      </p:sp>
      <p:grpSp>
        <p:nvGrpSpPr>
          <p:cNvPr id="10" name="组合 9">
            <a:extLst>
              <a:ext uri="{FF2B5EF4-FFF2-40B4-BE49-F238E27FC236}">
                <a16:creationId xmlns:a16="http://schemas.microsoft.com/office/drawing/2014/main" id="{81BF6263-6AD5-58DE-E1B5-87917E474654}"/>
              </a:ext>
            </a:extLst>
          </p:cNvPr>
          <p:cNvGrpSpPr/>
          <p:nvPr/>
        </p:nvGrpSpPr>
        <p:grpSpPr>
          <a:xfrm>
            <a:off x="2863201" y="1433305"/>
            <a:ext cx="6470361" cy="4413962"/>
            <a:chOff x="3322638" y="1278029"/>
            <a:chExt cx="6470361" cy="4413962"/>
          </a:xfrm>
        </p:grpSpPr>
        <mc:AlternateContent xmlns:mc="http://schemas.openxmlformats.org/markup-compatibility/2006">
          <mc:Choice xmlns:a14="http://schemas.microsoft.com/office/drawing/2010/main" Requires="a14">
            <p:sp>
              <p:nvSpPr>
                <p:cNvPr id="3" name="文本占位符 2">
                  <a:extLst>
                    <a:ext uri="{FF2B5EF4-FFF2-40B4-BE49-F238E27FC236}">
                      <a16:creationId xmlns:a16="http://schemas.microsoft.com/office/drawing/2014/main" id="{0D07A9AF-FDE9-A66A-529D-A57FB9C648ED}"/>
                    </a:ext>
                  </a:extLst>
                </p:cNvPr>
                <p:cNvSpPr txBox="1">
                  <a:spLocks/>
                </p:cNvSpPr>
                <p:nvPr/>
              </p:nvSpPr>
              <p:spPr>
                <a:xfrm>
                  <a:off x="3322638" y="1278029"/>
                  <a:ext cx="6470361" cy="3744743"/>
                </a:xfrm>
                <a:prstGeom prst="rect">
                  <a:avLst/>
                </a:prstGeom>
              </p:spPr>
              <p:txBody>
                <a:bodyPr wrap="none">
                  <a:spAutoFit/>
                </a:bodyPr>
                <a:lstStyle>
                  <a:lvl1pPr marL="296950" indent="-296950" algn="l" defTabSz="1187798" rtl="0" eaLnBrk="1" latinLnBrk="0" hangingPunct="1">
                    <a:lnSpc>
                      <a:spcPct val="90000"/>
                    </a:lnSpc>
                    <a:spcBef>
                      <a:spcPts val="1299"/>
                    </a:spcBef>
                    <a:buFont typeface="Arial" panose="020B0604020202020204" pitchFamily="34" charset="0"/>
                    <a:buChar char="•"/>
                    <a:defRPr sz="3636" kern="1200">
                      <a:solidFill>
                        <a:schemeClr val="tx1"/>
                      </a:solidFill>
                      <a:latin typeface="+mn-lt"/>
                      <a:ea typeface="+mn-ea"/>
                      <a:cs typeface="+mn-cs"/>
                    </a:defRPr>
                  </a:lvl1pPr>
                  <a:lvl2pPr marL="890849" indent="-296950" algn="l" defTabSz="1187798" rtl="0" eaLnBrk="1" latinLnBrk="0" hangingPunct="1">
                    <a:lnSpc>
                      <a:spcPct val="90000"/>
                    </a:lnSpc>
                    <a:spcBef>
                      <a:spcPts val="650"/>
                    </a:spcBef>
                    <a:buFont typeface="Arial" panose="020B0604020202020204" pitchFamily="34" charset="0"/>
                    <a:buChar char="•"/>
                    <a:defRPr sz="3118" kern="1200">
                      <a:solidFill>
                        <a:schemeClr val="tx1"/>
                      </a:solidFill>
                      <a:latin typeface="+mn-lt"/>
                      <a:ea typeface="+mn-ea"/>
                      <a:cs typeface="+mn-cs"/>
                    </a:defRPr>
                  </a:lvl2pPr>
                  <a:lvl3pPr marL="1484748" indent="-296950" algn="l" defTabSz="1187798" rtl="0" eaLnBrk="1" latinLnBrk="0" hangingPunct="1">
                    <a:lnSpc>
                      <a:spcPct val="90000"/>
                    </a:lnSpc>
                    <a:spcBef>
                      <a:spcPts val="650"/>
                    </a:spcBef>
                    <a:buFont typeface="Arial" panose="020B0604020202020204" pitchFamily="34" charset="0"/>
                    <a:buChar char="•"/>
                    <a:defRPr sz="2598" kern="1200">
                      <a:solidFill>
                        <a:schemeClr val="tx1"/>
                      </a:solidFill>
                      <a:latin typeface="+mn-lt"/>
                      <a:ea typeface="+mn-ea"/>
                      <a:cs typeface="+mn-cs"/>
                    </a:defRPr>
                  </a:lvl3pPr>
                  <a:lvl4pPr marL="2078648" indent="-296950" algn="l" defTabSz="1187798" rtl="0" eaLnBrk="1" latinLnBrk="0" hangingPunct="1">
                    <a:lnSpc>
                      <a:spcPct val="90000"/>
                    </a:lnSpc>
                    <a:spcBef>
                      <a:spcPts val="650"/>
                    </a:spcBef>
                    <a:buFont typeface="Arial" panose="020B0604020202020204" pitchFamily="34" charset="0"/>
                    <a:buChar char="•"/>
                    <a:defRPr sz="2338" kern="1200">
                      <a:solidFill>
                        <a:schemeClr val="tx1"/>
                      </a:solidFill>
                      <a:latin typeface="+mn-lt"/>
                      <a:ea typeface="+mn-ea"/>
                      <a:cs typeface="+mn-cs"/>
                    </a:defRPr>
                  </a:lvl4pPr>
                  <a:lvl5pPr marL="2672547" indent="-296950" algn="l" defTabSz="1187798" rtl="0" eaLnBrk="1" latinLnBrk="0" hangingPunct="1">
                    <a:lnSpc>
                      <a:spcPct val="90000"/>
                    </a:lnSpc>
                    <a:spcBef>
                      <a:spcPts val="650"/>
                    </a:spcBef>
                    <a:buFont typeface="Arial" panose="020B0604020202020204" pitchFamily="34" charset="0"/>
                    <a:buChar char="•"/>
                    <a:defRPr sz="2338" kern="1200">
                      <a:solidFill>
                        <a:schemeClr val="tx1"/>
                      </a:solidFill>
                      <a:latin typeface="+mn-lt"/>
                      <a:ea typeface="+mn-ea"/>
                      <a:cs typeface="+mn-cs"/>
                    </a:defRPr>
                  </a:lvl5pPr>
                  <a:lvl6pPr marL="3266447" indent="-296950" algn="l" defTabSz="1187798" rtl="0" eaLnBrk="1" latinLnBrk="0" hangingPunct="1">
                    <a:lnSpc>
                      <a:spcPct val="90000"/>
                    </a:lnSpc>
                    <a:spcBef>
                      <a:spcPts val="650"/>
                    </a:spcBef>
                    <a:buFont typeface="Arial" panose="020B0604020202020204" pitchFamily="34" charset="0"/>
                    <a:buChar char="•"/>
                    <a:defRPr sz="2338" kern="1200">
                      <a:solidFill>
                        <a:schemeClr val="tx1"/>
                      </a:solidFill>
                      <a:latin typeface="+mn-lt"/>
                      <a:ea typeface="+mn-ea"/>
                      <a:cs typeface="+mn-cs"/>
                    </a:defRPr>
                  </a:lvl6pPr>
                  <a:lvl7pPr marL="3860346" indent="-296950" algn="l" defTabSz="1187798" rtl="0" eaLnBrk="1" latinLnBrk="0" hangingPunct="1">
                    <a:lnSpc>
                      <a:spcPct val="90000"/>
                    </a:lnSpc>
                    <a:spcBef>
                      <a:spcPts val="650"/>
                    </a:spcBef>
                    <a:buFont typeface="Arial" panose="020B0604020202020204" pitchFamily="34" charset="0"/>
                    <a:buChar char="•"/>
                    <a:defRPr sz="2338" kern="1200">
                      <a:solidFill>
                        <a:schemeClr val="tx1"/>
                      </a:solidFill>
                      <a:latin typeface="+mn-lt"/>
                      <a:ea typeface="+mn-ea"/>
                      <a:cs typeface="+mn-cs"/>
                    </a:defRPr>
                  </a:lvl7pPr>
                  <a:lvl8pPr marL="4454245" indent="-296950" algn="l" defTabSz="1187798" rtl="0" eaLnBrk="1" latinLnBrk="0" hangingPunct="1">
                    <a:lnSpc>
                      <a:spcPct val="90000"/>
                    </a:lnSpc>
                    <a:spcBef>
                      <a:spcPts val="650"/>
                    </a:spcBef>
                    <a:buFont typeface="Arial" panose="020B0604020202020204" pitchFamily="34" charset="0"/>
                    <a:buChar char="•"/>
                    <a:defRPr sz="2338" kern="1200">
                      <a:solidFill>
                        <a:schemeClr val="tx1"/>
                      </a:solidFill>
                      <a:latin typeface="+mn-lt"/>
                      <a:ea typeface="+mn-ea"/>
                      <a:cs typeface="+mn-cs"/>
                    </a:defRPr>
                  </a:lvl8pPr>
                  <a:lvl9pPr marL="5048144" indent="-296950" algn="l" defTabSz="1187798" rtl="0" eaLnBrk="1" latinLnBrk="0" hangingPunct="1">
                    <a:lnSpc>
                      <a:spcPct val="90000"/>
                    </a:lnSpc>
                    <a:spcBef>
                      <a:spcPts val="650"/>
                    </a:spcBef>
                    <a:buFont typeface="Arial" panose="020B0604020202020204" pitchFamily="34" charset="0"/>
                    <a:buChar char="•"/>
                    <a:defRPr sz="2338" kern="1200">
                      <a:solidFill>
                        <a:schemeClr val="tx1"/>
                      </a:solidFill>
                      <a:latin typeface="+mn-lt"/>
                      <a:ea typeface="+mn-ea"/>
                      <a:cs typeface="+mn-cs"/>
                    </a:defRPr>
                  </a:lvl9pPr>
                </a:lstStyle>
                <a:p>
                  <a:pPr marL="0" indent="0">
                    <a:lnSpc>
                      <a:spcPct val="150000"/>
                    </a:lnSpc>
                    <a:spcBef>
                      <a:spcPts val="600"/>
                    </a:spcBef>
                    <a:buFont typeface="Arial" panose="020B0604020202020204" pitchFamily="34" charset="0"/>
                    <a:buNone/>
                    <a:defRPr>
                      <a:solidFill>
                        <a:srgbClr val="0432FF"/>
                      </a:solidFill>
                    </a:defRPr>
                  </a:pPr>
                  <a:r>
                    <a:rPr lang="zh-CN" altLang="en-US" sz="1800" b="1" dirty="0">
                      <a:solidFill>
                        <a:srgbClr val="C00000"/>
                      </a:solidFill>
                      <a:latin typeface="Arial" panose="020B0604020202020204" pitchFamily="34" charset="0"/>
                      <a:ea typeface="微软雅黑" panose="020B0503020204020204" pitchFamily="34" charset="-122"/>
                      <a:cs typeface="Arial" panose="020B0604020202020204" pitchFamily="34" charset="0"/>
                    </a:rPr>
                    <a:t>矩阵</a:t>
                  </a:r>
                  <a14:m>
                    <m:oMath xmlns:m="http://schemas.openxmlformats.org/officeDocument/2006/math">
                      <m:r>
                        <a:rPr lang="zh-CN" altLang="en-US" sz="1800" b="1" i="1" kern="100" smtClean="0">
                          <a:solidFill>
                            <a:srgbClr val="C00000"/>
                          </a:solidFill>
                          <a:latin typeface="Cambria Math" panose="02040503050406030204" pitchFamily="18" charset="0"/>
                          <a:ea typeface="宋体" panose="02010600030101010101" pitchFamily="2" charset="-122"/>
                          <a:cs typeface="Times New Roman" panose="02020603050405020304" pitchFamily="18" charset="0"/>
                        </a:rPr>
                        <m:t>𝑸</m:t>
                      </m:r>
                      <m:sSup>
                        <m:sSupPr>
                          <m:ctrlPr>
                            <a:rPr lang="zh-CN" altLang="en-US" sz="1800" b="1" i="1">
                              <a:solidFill>
                                <a:srgbClr val="C00000"/>
                              </a:solidFill>
                              <a:latin typeface="Cambria Math" panose="02040503050406030204" pitchFamily="18" charset="0"/>
                              <a:ea typeface="Cambria Math" panose="02040503050406030204" pitchFamily="18" charset="0"/>
                            </a:rPr>
                          </m:ctrlPr>
                        </m:sSupPr>
                        <m:e>
                          <m:r>
                            <a:rPr lang="zh-CN" altLang="en-US" sz="1800" b="1" i="1" kern="100">
                              <a:solidFill>
                                <a:srgbClr val="C00000"/>
                              </a:solidFill>
                              <a:latin typeface="Cambria Math" panose="02040503050406030204" pitchFamily="18" charset="0"/>
                              <a:ea typeface="宋体" panose="02010600030101010101" pitchFamily="2" charset="-122"/>
                              <a:cs typeface="Times New Roman" panose="02020603050405020304" pitchFamily="18" charset="0"/>
                            </a:rPr>
                            <m:t>𝑲</m:t>
                          </m:r>
                        </m:e>
                        <m:sup>
                          <m:r>
                            <a:rPr lang="en-US" altLang="zh-CN" sz="1800" b="1" i="1" kern="100">
                              <a:solidFill>
                                <a:srgbClr val="C00000"/>
                              </a:solidFill>
                              <a:latin typeface="Cambria Math" panose="02040503050406030204" pitchFamily="18" charset="0"/>
                              <a:ea typeface="宋体" panose="02010600030101010101" pitchFamily="2" charset="-122"/>
                              <a:cs typeface="Times New Roman" panose="02020603050405020304" pitchFamily="18" charset="0"/>
                            </a:rPr>
                            <m:t>𝐓</m:t>
                          </m:r>
                        </m:sup>
                      </m:sSup>
                    </m:oMath>
                  </a14:m>
                  <a:r>
                    <a:rPr lang="zh-CN" altLang="en-US" sz="1800" b="1" dirty="0">
                      <a:solidFill>
                        <a:srgbClr val="C00000"/>
                      </a:solidFill>
                      <a:latin typeface="Arial" panose="020B0604020202020204" pitchFamily="34" charset="0"/>
                      <a:ea typeface="微软雅黑" panose="020B0503020204020204" pitchFamily="34" charset="-122"/>
                      <a:cs typeface="Arial" panose="020B0604020202020204" pitchFamily="34" charset="0"/>
                    </a:rPr>
                    <a:t>计算：</a:t>
                  </a:r>
                </a:p>
                <a:p>
                  <a:pPr marL="126000" lvl="1" indent="-126000" latinLnBrk="1">
                    <a:lnSpc>
                      <a:spcPct val="150000"/>
                    </a:lnSpc>
                    <a:spcBef>
                      <a:spcPts val="600"/>
                    </a:spcBef>
                    <a:defRPr>
                      <a:solidFill>
                        <a:srgbClr val="0432FF"/>
                      </a:solidFill>
                    </a:defRPr>
                  </a:pPr>
                  <a:r>
                    <a:rPr lang="zh-CN" altLang="en-US" sz="1200" dirty="0">
                      <a:solidFill>
                        <a:srgbClr val="000000"/>
                      </a:solidFill>
                      <a:latin typeface="Arial" panose="020B0604020202020204" pitchFamily="34" charset="0"/>
                      <a:ea typeface="微软雅黑" panose="020B0503020204020204" pitchFamily="34" charset="-122"/>
                      <a:cs typeface="Arial" panose="020B0604020202020204" pitchFamily="34" charset="0"/>
                    </a:rPr>
                    <a:t>第一步，创建</a:t>
                  </a:r>
                  <a:r>
                    <a:rPr lang="en-US" altLang="zh-CN" sz="1200" dirty="0" err="1">
                      <a:solidFill>
                        <a:srgbClr val="000000"/>
                      </a:solidFill>
                      <a:latin typeface="Arial" panose="020B0604020202020204" pitchFamily="34" charset="0"/>
                      <a:ea typeface="微软雅黑" panose="020B0503020204020204" pitchFamily="34" charset="-122"/>
                      <a:cs typeface="Arial" panose="020B0604020202020204" pitchFamily="34" charset="0"/>
                    </a:rPr>
                    <a:t>matmul</a:t>
                  </a:r>
                  <a:r>
                    <a:rPr lang="zh-CN" altLang="en-US" sz="1200" dirty="0">
                      <a:solidFill>
                        <a:srgbClr val="000000"/>
                      </a:solidFill>
                      <a:latin typeface="Arial" panose="020B0604020202020204" pitchFamily="34" charset="0"/>
                      <a:ea typeface="微软雅黑" panose="020B0503020204020204" pitchFamily="34" charset="-122"/>
                      <a:cs typeface="Arial" panose="020B0604020202020204" pitchFamily="34" charset="0"/>
                    </a:rPr>
                    <a:t>对象 </a:t>
                  </a:r>
                  <a:r>
                    <a:rPr lang="en-US" altLang="zh-CN" sz="1200" dirty="0">
                      <a:solidFill>
                        <a:srgbClr val="000000"/>
                      </a:solidFill>
                      <a:latin typeface="Arial" panose="020B0604020202020204" pitchFamily="34" charset="0"/>
                      <a:ea typeface="微软雅黑" panose="020B0503020204020204" pitchFamily="34" charset="-122"/>
                      <a:cs typeface="Arial" panose="020B0604020202020204" pitchFamily="34" charset="0"/>
                    </a:rPr>
                    <a:t>mm</a:t>
                  </a:r>
                  <a:r>
                    <a:rPr lang="zh-CN" altLang="en-US" sz="1200" dirty="0">
                      <a:solidFill>
                        <a:srgbClr val="000000"/>
                      </a:solidFill>
                      <a:latin typeface="Arial" panose="020B0604020202020204" pitchFamily="34" charset="0"/>
                      <a:ea typeface="微软雅黑" panose="020B0503020204020204" pitchFamily="34" charset="-122"/>
                      <a:cs typeface="Arial" panose="020B0604020202020204" pitchFamily="34" charset="0"/>
                    </a:rPr>
                    <a:t> 。</a:t>
                  </a:r>
                  <a:endParaRPr lang="en-US" altLang="zh-CN" sz="1200" dirty="0">
                    <a:solidFill>
                      <a:srgbClr val="000000"/>
                    </a:solidFill>
                    <a:latin typeface="Arial" panose="020B0604020202020204" pitchFamily="34" charset="0"/>
                    <a:ea typeface="微软雅黑" panose="020B0503020204020204" pitchFamily="34" charset="-122"/>
                    <a:cs typeface="Arial" panose="020B0604020202020204" pitchFamily="34" charset="0"/>
                  </a:endParaRPr>
                </a:p>
                <a:p>
                  <a:pPr marL="126000" lvl="1" indent="-126000" latinLnBrk="1">
                    <a:lnSpc>
                      <a:spcPct val="150000"/>
                    </a:lnSpc>
                    <a:spcBef>
                      <a:spcPts val="600"/>
                    </a:spcBef>
                    <a:defRPr>
                      <a:solidFill>
                        <a:srgbClr val="0432FF"/>
                      </a:solidFill>
                    </a:defRPr>
                  </a:pPr>
                  <a:endParaRPr lang="en-US" altLang="zh-CN" sz="1200" dirty="0">
                    <a:solidFill>
                      <a:srgbClr val="000000"/>
                    </a:solidFill>
                    <a:latin typeface="Arial" panose="020B0604020202020204" pitchFamily="34" charset="0"/>
                    <a:ea typeface="微软雅黑" panose="020B0503020204020204" pitchFamily="34" charset="-122"/>
                    <a:cs typeface="Arial" panose="020B0604020202020204" pitchFamily="34" charset="0"/>
                  </a:endParaRPr>
                </a:p>
                <a:p>
                  <a:pPr marL="126000" lvl="1" indent="-126000" latinLnBrk="1">
                    <a:lnSpc>
                      <a:spcPct val="150000"/>
                    </a:lnSpc>
                    <a:spcBef>
                      <a:spcPts val="600"/>
                    </a:spcBef>
                    <a:defRPr>
                      <a:solidFill>
                        <a:srgbClr val="0432FF"/>
                      </a:solidFill>
                    </a:defRPr>
                  </a:pPr>
                  <a:endParaRPr lang="zh-CN" altLang="en-US" sz="1200" dirty="0">
                    <a:solidFill>
                      <a:srgbClr val="000000"/>
                    </a:solidFill>
                    <a:latin typeface="Arial" panose="020B0604020202020204" pitchFamily="34" charset="0"/>
                    <a:ea typeface="微软雅黑" panose="020B0503020204020204" pitchFamily="34" charset="-122"/>
                    <a:cs typeface="Arial" panose="020B0604020202020204" pitchFamily="34" charset="0"/>
                  </a:endParaRPr>
                </a:p>
                <a:p>
                  <a:pPr marL="0" lvl="1" indent="0" latinLnBrk="1">
                    <a:lnSpc>
                      <a:spcPct val="150000"/>
                    </a:lnSpc>
                    <a:spcBef>
                      <a:spcPts val="0"/>
                    </a:spcBef>
                    <a:buNone/>
                    <a:defRPr>
                      <a:solidFill>
                        <a:srgbClr val="0432FF"/>
                      </a:solidFill>
                    </a:defRPr>
                  </a:pPr>
                  <a:endParaRPr lang="zh-CN" altLang="en-US" sz="1200" dirty="0">
                    <a:solidFill>
                      <a:srgbClr val="000000"/>
                    </a:solidFill>
                    <a:latin typeface="Arial" panose="020B0604020202020204" pitchFamily="34" charset="0"/>
                    <a:ea typeface="微软雅黑" panose="020B0503020204020204" pitchFamily="34" charset="-122"/>
                    <a:cs typeface="Arial" panose="020B0604020202020204" pitchFamily="34" charset="0"/>
                  </a:endParaRPr>
                </a:p>
                <a:p>
                  <a:pPr marL="126000" lvl="1" indent="-126000" latinLnBrk="1">
                    <a:lnSpc>
                      <a:spcPct val="150000"/>
                    </a:lnSpc>
                    <a:spcBef>
                      <a:spcPts val="600"/>
                    </a:spcBef>
                    <a:defRPr>
                      <a:solidFill>
                        <a:srgbClr val="0432FF"/>
                      </a:solidFill>
                    </a:defRPr>
                  </a:pPr>
                  <a:r>
                    <a:rPr lang="zh-CN" altLang="en-US" sz="1200" dirty="0">
                      <a:solidFill>
                        <a:srgbClr val="000000"/>
                      </a:solidFill>
                      <a:latin typeface="Arial" panose="020B0604020202020204" pitchFamily="34" charset="0"/>
                      <a:ea typeface="微软雅黑" panose="020B0503020204020204" pitchFamily="34" charset="-122"/>
                      <a:cs typeface="Arial" panose="020B0604020202020204" pitchFamily="34" charset="0"/>
                    </a:rPr>
                    <a:t>第二步，设置矩阵运行的左右矩阵</a:t>
                  </a:r>
                  <a:endParaRPr lang="en-US" altLang="zh-CN" sz="1200" dirty="0">
                    <a:solidFill>
                      <a:srgbClr val="000000"/>
                    </a:solidFill>
                    <a:latin typeface="Arial" panose="020B0604020202020204" pitchFamily="34" charset="0"/>
                    <a:ea typeface="微软雅黑" panose="020B0503020204020204" pitchFamily="34" charset="-122"/>
                    <a:cs typeface="Arial" panose="020B0604020202020204" pitchFamily="34" charset="0"/>
                  </a:endParaRPr>
                </a:p>
                <a:p>
                  <a:pPr marL="0" lvl="1" indent="0" latinLnBrk="1">
                    <a:lnSpc>
                      <a:spcPct val="150000"/>
                    </a:lnSpc>
                    <a:spcBef>
                      <a:spcPts val="600"/>
                    </a:spcBef>
                    <a:spcAft>
                      <a:spcPts val="1200"/>
                    </a:spcAft>
                    <a:buNone/>
                    <a:defRPr>
                      <a:solidFill>
                        <a:srgbClr val="0432FF"/>
                      </a:solidFill>
                    </a:defRPr>
                  </a:pPr>
                  <a:endParaRPr lang="zh-CN" altLang="en-US" sz="1200" dirty="0">
                    <a:solidFill>
                      <a:srgbClr val="000000"/>
                    </a:solidFill>
                    <a:latin typeface="Arial" panose="020B0604020202020204" pitchFamily="34" charset="0"/>
                    <a:ea typeface="微软雅黑" panose="020B0503020204020204" pitchFamily="34" charset="-122"/>
                    <a:cs typeface="Arial" panose="020B0604020202020204" pitchFamily="34" charset="0"/>
                  </a:endParaRPr>
                </a:p>
                <a:p>
                  <a:pPr marL="126000" lvl="1" indent="-126000" latinLnBrk="1">
                    <a:lnSpc>
                      <a:spcPct val="150000"/>
                    </a:lnSpc>
                    <a:spcBef>
                      <a:spcPts val="600"/>
                    </a:spcBef>
                    <a:defRPr>
                      <a:solidFill>
                        <a:srgbClr val="0432FF"/>
                      </a:solidFill>
                    </a:defRPr>
                  </a:pPr>
                  <a:r>
                    <a:rPr lang="zh-CN" altLang="en-US" sz="1200" dirty="0">
                      <a:solidFill>
                        <a:srgbClr val="000000"/>
                      </a:solidFill>
                      <a:latin typeface="Arial" panose="020B0604020202020204" pitchFamily="34" charset="0"/>
                      <a:ea typeface="微软雅黑" panose="020B0503020204020204" pitchFamily="34" charset="-122"/>
                      <a:cs typeface="Arial" panose="020B0604020202020204" pitchFamily="34" charset="0"/>
                    </a:rPr>
                    <a:t>第三步，重新设置本次计算的</a:t>
                  </a:r>
                  <a:r>
                    <a:rPr lang="en-US" altLang="zh-CN" sz="1200" dirty="0" err="1">
                      <a:solidFill>
                        <a:srgbClr val="000000"/>
                      </a:solidFill>
                      <a:latin typeface="Arial" panose="020B0604020202020204" pitchFamily="34" charset="0"/>
                      <a:ea typeface="微软雅黑" panose="020B0503020204020204" pitchFamily="34" charset="-122"/>
                      <a:cs typeface="Arial" panose="020B0604020202020204" pitchFamily="34" charset="0"/>
                    </a:rPr>
                    <a:t>singleM</a:t>
                  </a:r>
                  <a:r>
                    <a:rPr lang="en-US" altLang="zh-CN" sz="1200" dirty="0">
                      <a:solidFill>
                        <a:srgbClr val="000000"/>
                      </a:solidFill>
                      <a:latin typeface="Arial" panose="020B0604020202020204" pitchFamily="34" charset="0"/>
                      <a:ea typeface="微软雅黑" panose="020B0503020204020204" pitchFamily="34" charset="-122"/>
                      <a:cs typeface="Arial" panose="020B0604020202020204" pitchFamily="34" charset="0"/>
                    </a:rPr>
                    <a:t>/</a:t>
                  </a:r>
                  <a:r>
                    <a:rPr lang="en-US" altLang="zh-CN" sz="1200" dirty="0" err="1">
                      <a:solidFill>
                        <a:srgbClr val="000000"/>
                      </a:solidFill>
                      <a:latin typeface="Arial" panose="020B0604020202020204" pitchFamily="34" charset="0"/>
                      <a:ea typeface="微软雅黑" panose="020B0503020204020204" pitchFamily="34" charset="-122"/>
                      <a:cs typeface="Arial" panose="020B0604020202020204" pitchFamily="34" charset="0"/>
                    </a:rPr>
                    <a:t>singleN</a:t>
                  </a:r>
                  <a:r>
                    <a:rPr lang="zh-CN" altLang="en-US" sz="1200" dirty="0">
                      <a:solidFill>
                        <a:srgbClr val="000000"/>
                      </a:solidFill>
                      <a:latin typeface="Arial" panose="020B0604020202020204" pitchFamily="34" charset="0"/>
                      <a:ea typeface="微软雅黑" panose="020B0503020204020204" pitchFamily="34" charset="-122"/>
                      <a:cs typeface="Arial" panose="020B0604020202020204" pitchFamily="34" charset="0"/>
                    </a:rPr>
                    <a:t>（主核和尾核参与计算的序列长度可能不同）</a:t>
                  </a:r>
                </a:p>
                <a:p>
                  <a:pPr marL="0" lvl="1" indent="0" latinLnBrk="1">
                    <a:lnSpc>
                      <a:spcPct val="150000"/>
                    </a:lnSpc>
                    <a:spcBef>
                      <a:spcPts val="600"/>
                    </a:spcBef>
                    <a:buNone/>
                    <a:defRPr>
                      <a:solidFill>
                        <a:srgbClr val="0432FF"/>
                      </a:solidFill>
                    </a:defRPr>
                  </a:pPr>
                  <a:endParaRPr lang="zh-CN" altLang="en-US" sz="1200" dirty="0">
                    <a:solidFill>
                      <a:srgbClr val="000000"/>
                    </a:solidFill>
                    <a:latin typeface="Arial" panose="020B0604020202020204" pitchFamily="34" charset="0"/>
                    <a:ea typeface="微软雅黑" panose="020B0503020204020204" pitchFamily="34" charset="-122"/>
                    <a:cs typeface="Arial" panose="020B0604020202020204" pitchFamily="34" charset="0"/>
                  </a:endParaRPr>
                </a:p>
                <a:p>
                  <a:pPr marL="126000" lvl="1" indent="-126000" latinLnBrk="1">
                    <a:lnSpc>
                      <a:spcPct val="150000"/>
                    </a:lnSpc>
                    <a:spcBef>
                      <a:spcPts val="600"/>
                    </a:spcBef>
                    <a:defRPr>
                      <a:solidFill>
                        <a:srgbClr val="0432FF"/>
                      </a:solidFill>
                    </a:defRPr>
                  </a:pPr>
                  <a:r>
                    <a:rPr lang="zh-CN" altLang="en-US" sz="1200" dirty="0">
                      <a:solidFill>
                        <a:srgbClr val="000000"/>
                      </a:solidFill>
                      <a:latin typeface="Arial" panose="020B0604020202020204" pitchFamily="34" charset="0"/>
                      <a:ea typeface="微软雅黑" panose="020B0503020204020204" pitchFamily="34" charset="-122"/>
                      <a:cs typeface="Arial" panose="020B0604020202020204" pitchFamily="34" charset="0"/>
                    </a:rPr>
                    <a:t>第四步，采用异步模式获取本次计算的结果</a:t>
                  </a:r>
                </a:p>
              </p:txBody>
            </p:sp>
          </mc:Choice>
          <mc:Fallback>
            <p:sp>
              <p:nvSpPr>
                <p:cNvPr id="3" name="文本占位符 2">
                  <a:extLst>
                    <a:ext uri="{FF2B5EF4-FFF2-40B4-BE49-F238E27FC236}">
                      <a16:creationId xmlns:a16="http://schemas.microsoft.com/office/drawing/2014/main" id="{0D07A9AF-FDE9-A66A-529D-A57FB9C648ED}"/>
                    </a:ext>
                  </a:extLst>
                </p:cNvPr>
                <p:cNvSpPr txBox="1">
                  <a:spLocks noRot="1" noChangeAspect="1" noMove="1" noResize="1" noEditPoints="1" noAdjustHandles="1" noChangeArrowheads="1" noChangeShapeType="1" noTextEdit="1"/>
                </p:cNvSpPr>
                <p:nvPr/>
              </p:nvSpPr>
              <p:spPr>
                <a:xfrm>
                  <a:off x="3322638" y="1278029"/>
                  <a:ext cx="6470361" cy="3744743"/>
                </a:xfrm>
                <a:prstGeom prst="rect">
                  <a:avLst/>
                </a:prstGeom>
                <a:blipFill>
                  <a:blip r:embed="rId2"/>
                  <a:stretch>
                    <a:fillRect l="-848" b="-326"/>
                  </a:stretch>
                </a:blipFill>
              </p:spPr>
              <p:txBody>
                <a:bodyPr/>
                <a:lstStyle/>
                <a:p>
                  <a:r>
                    <a:rPr lang="zh-CN" altLang="en-US">
                      <a:noFill/>
                    </a:rPr>
                    <a:t> </a:t>
                  </a:r>
                </a:p>
              </p:txBody>
            </p:sp>
          </mc:Fallback>
        </mc:AlternateContent>
        <p:pic>
          <p:nvPicPr>
            <p:cNvPr id="4" name="图片 3">
              <a:extLst>
                <a:ext uri="{FF2B5EF4-FFF2-40B4-BE49-F238E27FC236}">
                  <a16:creationId xmlns:a16="http://schemas.microsoft.com/office/drawing/2014/main" id="{79C8BD2B-22C9-BA28-C56C-A7A4902D3A83}"/>
                </a:ext>
              </a:extLst>
            </p:cNvPr>
            <p:cNvPicPr>
              <a:picLocks noChangeAspect="1"/>
            </p:cNvPicPr>
            <p:nvPr/>
          </p:nvPicPr>
          <p:blipFill>
            <a:blip r:embed="rId3"/>
            <a:stretch>
              <a:fillRect/>
            </a:stretch>
          </p:blipFill>
          <p:spPr>
            <a:xfrm>
              <a:off x="3407458" y="2147397"/>
              <a:ext cx="5466667" cy="876190"/>
            </a:xfrm>
            <a:prstGeom prst="rect">
              <a:avLst/>
            </a:prstGeom>
          </p:spPr>
        </p:pic>
        <p:pic>
          <p:nvPicPr>
            <p:cNvPr id="5" name="图片 4">
              <a:extLst>
                <a:ext uri="{FF2B5EF4-FFF2-40B4-BE49-F238E27FC236}">
                  <a16:creationId xmlns:a16="http://schemas.microsoft.com/office/drawing/2014/main" id="{5E47CDA2-9E47-A5CD-48CB-EC4599B27F34}"/>
                </a:ext>
              </a:extLst>
            </p:cNvPr>
            <p:cNvPicPr>
              <a:picLocks noChangeAspect="1"/>
            </p:cNvPicPr>
            <p:nvPr/>
          </p:nvPicPr>
          <p:blipFill>
            <a:blip r:embed="rId4"/>
            <a:stretch>
              <a:fillRect/>
            </a:stretch>
          </p:blipFill>
          <p:spPr>
            <a:xfrm>
              <a:off x="3407458" y="3473174"/>
              <a:ext cx="4552381" cy="409524"/>
            </a:xfrm>
            <a:prstGeom prst="rect">
              <a:avLst/>
            </a:prstGeom>
          </p:spPr>
        </p:pic>
        <p:pic>
          <p:nvPicPr>
            <p:cNvPr id="6" name="图片 5">
              <a:extLst>
                <a:ext uri="{FF2B5EF4-FFF2-40B4-BE49-F238E27FC236}">
                  <a16:creationId xmlns:a16="http://schemas.microsoft.com/office/drawing/2014/main" id="{E9DA0479-DC09-8FB1-8379-B9CCF11CEA6A}"/>
                </a:ext>
              </a:extLst>
            </p:cNvPr>
            <p:cNvPicPr>
              <a:picLocks noChangeAspect="1"/>
            </p:cNvPicPr>
            <p:nvPr/>
          </p:nvPicPr>
          <p:blipFill>
            <a:blip r:embed="rId5"/>
            <a:stretch>
              <a:fillRect/>
            </a:stretch>
          </p:blipFill>
          <p:spPr>
            <a:xfrm>
              <a:off x="3407458" y="4304584"/>
              <a:ext cx="4176869" cy="301797"/>
            </a:xfrm>
            <a:prstGeom prst="rect">
              <a:avLst/>
            </a:prstGeom>
          </p:spPr>
        </p:pic>
        <p:pic>
          <p:nvPicPr>
            <p:cNvPr id="7" name="图片 6">
              <a:extLst>
                <a:ext uri="{FF2B5EF4-FFF2-40B4-BE49-F238E27FC236}">
                  <a16:creationId xmlns:a16="http://schemas.microsoft.com/office/drawing/2014/main" id="{AB3A2E3A-AACB-4615-BFE7-6B75828C305B}"/>
                </a:ext>
              </a:extLst>
            </p:cNvPr>
            <p:cNvPicPr>
              <a:picLocks noChangeAspect="1"/>
            </p:cNvPicPr>
            <p:nvPr/>
          </p:nvPicPr>
          <p:blipFill>
            <a:blip r:embed="rId6"/>
            <a:stretch>
              <a:fillRect/>
            </a:stretch>
          </p:blipFill>
          <p:spPr>
            <a:xfrm>
              <a:off x="3407458" y="5032779"/>
              <a:ext cx="2613137" cy="302347"/>
            </a:xfrm>
            <a:prstGeom prst="rect">
              <a:avLst/>
            </a:prstGeom>
          </p:spPr>
        </p:pic>
        <p:pic>
          <p:nvPicPr>
            <p:cNvPr id="8" name="图片 7">
              <a:extLst>
                <a:ext uri="{FF2B5EF4-FFF2-40B4-BE49-F238E27FC236}">
                  <a16:creationId xmlns:a16="http://schemas.microsoft.com/office/drawing/2014/main" id="{3742B22A-11C7-F505-6BC4-15C8C18A84B2}"/>
                </a:ext>
              </a:extLst>
            </p:cNvPr>
            <p:cNvPicPr>
              <a:picLocks noChangeAspect="1"/>
            </p:cNvPicPr>
            <p:nvPr/>
          </p:nvPicPr>
          <p:blipFill>
            <a:blip r:embed="rId7"/>
            <a:stretch>
              <a:fillRect/>
            </a:stretch>
          </p:blipFill>
          <p:spPr>
            <a:xfrm>
              <a:off x="3407458" y="5413994"/>
              <a:ext cx="4480038" cy="277997"/>
            </a:xfrm>
            <a:prstGeom prst="rect">
              <a:avLst/>
            </a:prstGeom>
          </p:spPr>
        </p:pic>
      </p:grpSp>
    </p:spTree>
    <p:extLst>
      <p:ext uri="{BB962C8B-B14F-4D97-AF65-F5344CB8AC3E}">
        <p14:creationId xmlns:p14="http://schemas.microsoft.com/office/powerpoint/2010/main" val="1202981291"/>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261C8C1-A976-C1E8-BB00-518FF4DE5163}"/>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B0D09D2B-991F-71D1-1AFE-CBF9583AC389}"/>
              </a:ext>
            </a:extLst>
          </p:cNvPr>
          <p:cNvSpPr txBox="1">
            <a:spLocks/>
          </p:cNvSpPr>
          <p:nvPr/>
        </p:nvSpPr>
        <p:spPr>
          <a:xfrm>
            <a:off x="4786962" y="411900"/>
            <a:ext cx="2622834" cy="584775"/>
          </a:xfrm>
          <a:prstGeom prst="rect">
            <a:avLst/>
          </a:prstGeom>
        </p:spPr>
        <p:txBody>
          <a:bodyPr wrap="none">
            <a:spAutoFit/>
          </a:bodyPr>
          <a:lstStyle>
            <a:lvl1pPr algn="l" defTabSz="1187798" rtl="0" eaLnBrk="1" latinLnBrk="0" hangingPunct="1">
              <a:lnSpc>
                <a:spcPct val="90000"/>
              </a:lnSpc>
              <a:spcBef>
                <a:spcPct val="0"/>
              </a:spcBef>
              <a:buNone/>
              <a:defRPr sz="5716" kern="1200">
                <a:solidFill>
                  <a:schemeClr val="tx1"/>
                </a:solidFill>
                <a:latin typeface="+mj-lt"/>
                <a:ea typeface="+mj-ea"/>
                <a:cs typeface="+mj-cs"/>
              </a:defRPr>
            </a:lvl1pPr>
          </a:lstStyle>
          <a:p>
            <a:pPr algn="ctr">
              <a:lnSpc>
                <a:spcPct val="100000"/>
              </a:lnSpc>
            </a:pPr>
            <a:r>
              <a:rPr lang="en-US" altLang="zh-CN" sz="3200" b="1" dirty="0" err="1">
                <a:solidFill>
                  <a:srgbClr val="000000"/>
                </a:solidFill>
                <a:latin typeface="Arial" panose="020B0604020202020204" pitchFamily="34" charset="0"/>
                <a:ea typeface="微软雅黑" panose="020B0503020204020204" pitchFamily="34" charset="-122"/>
                <a:cs typeface="Arial" panose="020B0604020202020204" pitchFamily="34" charset="0"/>
              </a:rPr>
              <a:t>Softmax</a:t>
            </a:r>
            <a:r>
              <a:rPr lang="zh-CN" altLang="en-US" sz="3200" b="1" dirty="0">
                <a:solidFill>
                  <a:srgbClr val="000000"/>
                </a:solidFill>
                <a:latin typeface="Arial" panose="020B0604020202020204" pitchFamily="34" charset="0"/>
                <a:ea typeface="微软雅黑" panose="020B0503020204020204" pitchFamily="34" charset="-122"/>
                <a:cs typeface="Arial" panose="020B0604020202020204" pitchFamily="34" charset="0"/>
              </a:rPr>
              <a:t>计算</a:t>
            </a:r>
          </a:p>
        </p:txBody>
      </p:sp>
      <p:sp>
        <p:nvSpPr>
          <p:cNvPr id="3" name="文本占位符 2">
            <a:extLst>
              <a:ext uri="{FF2B5EF4-FFF2-40B4-BE49-F238E27FC236}">
                <a16:creationId xmlns:a16="http://schemas.microsoft.com/office/drawing/2014/main" id="{827DFB43-9398-033F-0A8F-37EAAE3C79ED}"/>
              </a:ext>
            </a:extLst>
          </p:cNvPr>
          <p:cNvSpPr txBox="1">
            <a:spLocks/>
          </p:cNvSpPr>
          <p:nvPr/>
        </p:nvSpPr>
        <p:spPr>
          <a:xfrm>
            <a:off x="2420069" y="1852672"/>
            <a:ext cx="5184753" cy="2124556"/>
          </a:xfrm>
          <a:prstGeom prst="rect">
            <a:avLst/>
          </a:prstGeom>
        </p:spPr>
        <p:txBody>
          <a:bodyPr wrap="none">
            <a:spAutoFit/>
          </a:bodyPr>
          <a:lstStyle>
            <a:lvl1pPr marL="296950" indent="-296950" algn="l" defTabSz="1187798" rtl="0" eaLnBrk="1" latinLnBrk="0" hangingPunct="1">
              <a:lnSpc>
                <a:spcPct val="90000"/>
              </a:lnSpc>
              <a:spcBef>
                <a:spcPts val="1299"/>
              </a:spcBef>
              <a:buFont typeface="Arial" panose="020B0604020202020204" pitchFamily="34" charset="0"/>
              <a:buChar char="•"/>
              <a:defRPr sz="3636" kern="1200">
                <a:solidFill>
                  <a:schemeClr val="tx1"/>
                </a:solidFill>
                <a:latin typeface="+mn-lt"/>
                <a:ea typeface="+mn-ea"/>
                <a:cs typeface="+mn-cs"/>
              </a:defRPr>
            </a:lvl1pPr>
            <a:lvl2pPr marL="890849" indent="-296950" algn="l" defTabSz="1187798" rtl="0" eaLnBrk="1" latinLnBrk="0" hangingPunct="1">
              <a:lnSpc>
                <a:spcPct val="90000"/>
              </a:lnSpc>
              <a:spcBef>
                <a:spcPts val="650"/>
              </a:spcBef>
              <a:buFont typeface="Arial" panose="020B0604020202020204" pitchFamily="34" charset="0"/>
              <a:buChar char="•"/>
              <a:defRPr sz="3118" kern="1200">
                <a:solidFill>
                  <a:schemeClr val="tx1"/>
                </a:solidFill>
                <a:latin typeface="+mn-lt"/>
                <a:ea typeface="+mn-ea"/>
                <a:cs typeface="+mn-cs"/>
              </a:defRPr>
            </a:lvl2pPr>
            <a:lvl3pPr marL="1484748" indent="-296950" algn="l" defTabSz="1187798" rtl="0" eaLnBrk="1" latinLnBrk="0" hangingPunct="1">
              <a:lnSpc>
                <a:spcPct val="90000"/>
              </a:lnSpc>
              <a:spcBef>
                <a:spcPts val="650"/>
              </a:spcBef>
              <a:buFont typeface="Arial" panose="020B0604020202020204" pitchFamily="34" charset="0"/>
              <a:buChar char="•"/>
              <a:defRPr sz="2598" kern="1200">
                <a:solidFill>
                  <a:schemeClr val="tx1"/>
                </a:solidFill>
                <a:latin typeface="+mn-lt"/>
                <a:ea typeface="+mn-ea"/>
                <a:cs typeface="+mn-cs"/>
              </a:defRPr>
            </a:lvl3pPr>
            <a:lvl4pPr marL="2078648" indent="-296950" algn="l" defTabSz="1187798" rtl="0" eaLnBrk="1" latinLnBrk="0" hangingPunct="1">
              <a:lnSpc>
                <a:spcPct val="90000"/>
              </a:lnSpc>
              <a:spcBef>
                <a:spcPts val="650"/>
              </a:spcBef>
              <a:buFont typeface="Arial" panose="020B0604020202020204" pitchFamily="34" charset="0"/>
              <a:buChar char="•"/>
              <a:defRPr sz="2338" kern="1200">
                <a:solidFill>
                  <a:schemeClr val="tx1"/>
                </a:solidFill>
                <a:latin typeface="+mn-lt"/>
                <a:ea typeface="+mn-ea"/>
                <a:cs typeface="+mn-cs"/>
              </a:defRPr>
            </a:lvl4pPr>
            <a:lvl5pPr marL="2672547" indent="-296950" algn="l" defTabSz="1187798" rtl="0" eaLnBrk="1" latinLnBrk="0" hangingPunct="1">
              <a:lnSpc>
                <a:spcPct val="90000"/>
              </a:lnSpc>
              <a:spcBef>
                <a:spcPts val="650"/>
              </a:spcBef>
              <a:buFont typeface="Arial" panose="020B0604020202020204" pitchFamily="34" charset="0"/>
              <a:buChar char="•"/>
              <a:defRPr sz="2338" kern="1200">
                <a:solidFill>
                  <a:schemeClr val="tx1"/>
                </a:solidFill>
                <a:latin typeface="+mn-lt"/>
                <a:ea typeface="+mn-ea"/>
                <a:cs typeface="+mn-cs"/>
              </a:defRPr>
            </a:lvl5pPr>
            <a:lvl6pPr marL="3266447" indent="-296950" algn="l" defTabSz="1187798" rtl="0" eaLnBrk="1" latinLnBrk="0" hangingPunct="1">
              <a:lnSpc>
                <a:spcPct val="90000"/>
              </a:lnSpc>
              <a:spcBef>
                <a:spcPts val="650"/>
              </a:spcBef>
              <a:buFont typeface="Arial" panose="020B0604020202020204" pitchFamily="34" charset="0"/>
              <a:buChar char="•"/>
              <a:defRPr sz="2338" kern="1200">
                <a:solidFill>
                  <a:schemeClr val="tx1"/>
                </a:solidFill>
                <a:latin typeface="+mn-lt"/>
                <a:ea typeface="+mn-ea"/>
                <a:cs typeface="+mn-cs"/>
              </a:defRPr>
            </a:lvl6pPr>
            <a:lvl7pPr marL="3860346" indent="-296950" algn="l" defTabSz="1187798" rtl="0" eaLnBrk="1" latinLnBrk="0" hangingPunct="1">
              <a:lnSpc>
                <a:spcPct val="90000"/>
              </a:lnSpc>
              <a:spcBef>
                <a:spcPts val="650"/>
              </a:spcBef>
              <a:buFont typeface="Arial" panose="020B0604020202020204" pitchFamily="34" charset="0"/>
              <a:buChar char="•"/>
              <a:defRPr sz="2338" kern="1200">
                <a:solidFill>
                  <a:schemeClr val="tx1"/>
                </a:solidFill>
                <a:latin typeface="+mn-lt"/>
                <a:ea typeface="+mn-ea"/>
                <a:cs typeface="+mn-cs"/>
              </a:defRPr>
            </a:lvl7pPr>
            <a:lvl8pPr marL="4454245" indent="-296950" algn="l" defTabSz="1187798" rtl="0" eaLnBrk="1" latinLnBrk="0" hangingPunct="1">
              <a:lnSpc>
                <a:spcPct val="90000"/>
              </a:lnSpc>
              <a:spcBef>
                <a:spcPts val="650"/>
              </a:spcBef>
              <a:buFont typeface="Arial" panose="020B0604020202020204" pitchFamily="34" charset="0"/>
              <a:buChar char="•"/>
              <a:defRPr sz="2338" kern="1200">
                <a:solidFill>
                  <a:schemeClr val="tx1"/>
                </a:solidFill>
                <a:latin typeface="+mn-lt"/>
                <a:ea typeface="+mn-ea"/>
                <a:cs typeface="+mn-cs"/>
              </a:defRPr>
            </a:lvl8pPr>
            <a:lvl9pPr marL="5048144" indent="-296950" algn="l" defTabSz="1187798" rtl="0" eaLnBrk="1" latinLnBrk="0" hangingPunct="1">
              <a:lnSpc>
                <a:spcPct val="90000"/>
              </a:lnSpc>
              <a:spcBef>
                <a:spcPts val="650"/>
              </a:spcBef>
              <a:buFont typeface="Arial" panose="020B0604020202020204" pitchFamily="34" charset="0"/>
              <a:buChar char="•"/>
              <a:defRPr sz="2338" kern="1200">
                <a:solidFill>
                  <a:schemeClr val="tx1"/>
                </a:solidFill>
                <a:latin typeface="+mn-lt"/>
                <a:ea typeface="+mn-ea"/>
                <a:cs typeface="+mn-cs"/>
              </a:defRPr>
            </a:lvl9pPr>
          </a:lstStyle>
          <a:p>
            <a:pPr marL="0" indent="0">
              <a:buFont typeface="Arial" panose="020B0604020202020204" pitchFamily="34" charset="0"/>
              <a:buNone/>
              <a:defRPr>
                <a:solidFill>
                  <a:srgbClr val="0432FF"/>
                </a:solidFill>
              </a:defRPr>
            </a:pPr>
            <a:r>
              <a:rPr lang="en-US" altLang="zh-CN" sz="1800" b="1" dirty="0" err="1">
                <a:solidFill>
                  <a:srgbClr val="C00000"/>
                </a:solidFill>
                <a:latin typeface="Arial" panose="020B0604020202020204" pitchFamily="34" charset="0"/>
                <a:ea typeface="微软雅黑" panose="020B0503020204020204" pitchFamily="34" charset="-122"/>
                <a:cs typeface="Arial" panose="020B0604020202020204" pitchFamily="34" charset="0"/>
              </a:rPr>
              <a:t>Softmax</a:t>
            </a:r>
            <a:r>
              <a:rPr lang="zh-CN" altLang="en-US" sz="1800" b="1" dirty="0">
                <a:solidFill>
                  <a:srgbClr val="C00000"/>
                </a:solidFill>
                <a:latin typeface="Arial" panose="020B0604020202020204" pitchFamily="34" charset="0"/>
                <a:ea typeface="微软雅黑" panose="020B0503020204020204" pitchFamily="34" charset="-122"/>
                <a:cs typeface="Arial" panose="020B0604020202020204" pitchFamily="34" charset="0"/>
              </a:rPr>
              <a:t>计算：</a:t>
            </a:r>
          </a:p>
          <a:p>
            <a:pPr marL="126000" lvl="1" indent="-126000" latinLnBrk="1">
              <a:lnSpc>
                <a:spcPct val="150000"/>
              </a:lnSpc>
              <a:spcBef>
                <a:spcPts val="0"/>
              </a:spcBef>
              <a:defRPr>
                <a:solidFill>
                  <a:srgbClr val="0432FF"/>
                </a:solidFill>
              </a:defRPr>
            </a:pPr>
            <a:r>
              <a:rPr lang="zh-CN" altLang="en-US" sz="1200" dirty="0">
                <a:solidFill>
                  <a:srgbClr val="000000"/>
                </a:solidFill>
                <a:latin typeface="Arial" panose="020B0604020202020204" pitchFamily="34" charset="0"/>
                <a:ea typeface="微软雅黑" panose="020B0503020204020204" pitchFamily="34" charset="-122"/>
                <a:cs typeface="Arial" panose="020B0604020202020204" pitchFamily="34" charset="0"/>
              </a:rPr>
              <a:t>首先考虑是否只需要一次就能完成计算，如果能调用</a:t>
            </a:r>
            <a:r>
              <a:rPr lang="en-US" altLang="zh-CN" sz="1200" dirty="0" err="1">
                <a:solidFill>
                  <a:srgbClr val="000000"/>
                </a:solidFill>
                <a:latin typeface="Arial" panose="020B0604020202020204" pitchFamily="34" charset="0"/>
                <a:ea typeface="微软雅黑" panose="020B0503020204020204" pitchFamily="34" charset="-122"/>
                <a:cs typeface="Arial" panose="020B0604020202020204" pitchFamily="34" charset="0"/>
              </a:rPr>
              <a:t>Softmax</a:t>
            </a:r>
            <a:r>
              <a:rPr lang="zh-CN" altLang="en-US" sz="1200" dirty="0">
                <a:solidFill>
                  <a:srgbClr val="000000"/>
                </a:solidFill>
                <a:latin typeface="Arial" panose="020B0604020202020204" pitchFamily="34" charset="0"/>
                <a:ea typeface="微软雅黑" panose="020B0503020204020204" pitchFamily="34" charset="-122"/>
                <a:cs typeface="Arial" panose="020B0604020202020204" pitchFamily="34" charset="0"/>
              </a:rPr>
              <a:t>接口即可。</a:t>
            </a:r>
            <a:endParaRPr lang="en-US" altLang="zh-CN" sz="1200" dirty="0">
              <a:solidFill>
                <a:srgbClr val="000000"/>
              </a:solidFill>
              <a:latin typeface="Arial" panose="020B0604020202020204" pitchFamily="34" charset="0"/>
              <a:ea typeface="微软雅黑" panose="020B0503020204020204" pitchFamily="34" charset="-122"/>
              <a:cs typeface="Arial" panose="020B0604020202020204" pitchFamily="34" charset="0"/>
            </a:endParaRPr>
          </a:p>
          <a:p>
            <a:pPr marL="0" lvl="1" indent="0" latinLnBrk="1">
              <a:lnSpc>
                <a:spcPct val="150000"/>
              </a:lnSpc>
              <a:spcBef>
                <a:spcPts val="0"/>
              </a:spcBef>
              <a:spcAft>
                <a:spcPts val="600"/>
              </a:spcAft>
              <a:buNone/>
              <a:defRPr>
                <a:solidFill>
                  <a:srgbClr val="0432FF"/>
                </a:solidFill>
              </a:defRPr>
            </a:pPr>
            <a:endParaRPr lang="zh-CN" altLang="en-US" sz="1200" dirty="0">
              <a:solidFill>
                <a:srgbClr val="000000"/>
              </a:solidFill>
              <a:latin typeface="Arial" panose="020B0604020202020204" pitchFamily="34" charset="0"/>
              <a:ea typeface="微软雅黑" panose="020B0503020204020204" pitchFamily="34" charset="-122"/>
              <a:cs typeface="Arial" panose="020B0604020202020204" pitchFamily="34" charset="0"/>
            </a:endParaRPr>
          </a:p>
          <a:p>
            <a:pPr marL="126000" lvl="1" indent="-126000" latinLnBrk="1">
              <a:lnSpc>
                <a:spcPct val="150000"/>
              </a:lnSpc>
              <a:spcBef>
                <a:spcPts val="0"/>
              </a:spcBef>
              <a:spcAft>
                <a:spcPts val="600"/>
              </a:spcAft>
              <a:defRPr>
                <a:solidFill>
                  <a:srgbClr val="0432FF"/>
                </a:solidFill>
              </a:defRPr>
            </a:pPr>
            <a:r>
              <a:rPr lang="zh-CN" altLang="en-US" sz="1200" dirty="0">
                <a:solidFill>
                  <a:srgbClr val="000000"/>
                </a:solidFill>
                <a:latin typeface="Arial" panose="020B0604020202020204" pitchFamily="34" charset="0"/>
                <a:ea typeface="微软雅黑" panose="020B0503020204020204" pitchFamily="34" charset="-122"/>
                <a:cs typeface="Arial" panose="020B0604020202020204" pitchFamily="34" charset="0"/>
              </a:rPr>
              <a:t>否则调用</a:t>
            </a:r>
            <a:r>
              <a:rPr lang="en-US" altLang="zh-CN" sz="1200" dirty="0">
                <a:solidFill>
                  <a:srgbClr val="000000"/>
                </a:solidFill>
                <a:latin typeface="Arial" panose="020B0604020202020204" pitchFamily="34" charset="0"/>
                <a:ea typeface="微软雅黑" panose="020B0503020204020204" pitchFamily="34" charset="-122"/>
                <a:cs typeface="Arial" panose="020B0604020202020204" pitchFamily="34" charset="0"/>
              </a:rPr>
              <a:t>SoftmaxFlashV2</a:t>
            </a:r>
            <a:r>
              <a:rPr lang="zh-CN" altLang="en-US" sz="1200" dirty="0">
                <a:solidFill>
                  <a:srgbClr val="000000"/>
                </a:solidFill>
                <a:latin typeface="Arial" panose="020B0604020202020204" pitchFamily="34" charset="0"/>
                <a:ea typeface="微软雅黑" panose="020B0503020204020204" pitchFamily="34" charset="-122"/>
                <a:cs typeface="Arial" panose="020B0604020202020204" pitchFamily="34" charset="0"/>
              </a:rPr>
              <a:t>接口分别进行首次计算和后续的更新计算。</a:t>
            </a:r>
            <a:endParaRPr lang="en-US" altLang="zh-CN" sz="1200" dirty="0">
              <a:solidFill>
                <a:srgbClr val="000000"/>
              </a:solidFill>
              <a:latin typeface="Arial" panose="020B0604020202020204" pitchFamily="34" charset="0"/>
              <a:ea typeface="微软雅黑" panose="020B0503020204020204" pitchFamily="34" charset="-122"/>
              <a:cs typeface="Arial" panose="020B0604020202020204" pitchFamily="34" charset="0"/>
            </a:endParaRPr>
          </a:p>
          <a:p>
            <a:pPr marL="126000" lvl="1" indent="-126000" latinLnBrk="1">
              <a:lnSpc>
                <a:spcPct val="150000"/>
              </a:lnSpc>
              <a:spcBef>
                <a:spcPts val="0"/>
              </a:spcBef>
              <a:defRPr>
                <a:solidFill>
                  <a:srgbClr val="0432FF"/>
                </a:solidFill>
              </a:defRPr>
            </a:pPr>
            <a:endParaRPr lang="zh-CN" altLang="en-US" sz="1200" dirty="0">
              <a:solidFill>
                <a:srgbClr val="000000"/>
              </a:solidFill>
              <a:latin typeface="Arial" panose="020B0604020202020204" pitchFamily="34" charset="0"/>
              <a:ea typeface="微软雅黑" panose="020B0503020204020204" pitchFamily="34" charset="-122"/>
              <a:cs typeface="Arial" panose="020B0604020202020204" pitchFamily="34" charset="0"/>
            </a:endParaRPr>
          </a:p>
          <a:p>
            <a:pPr marL="126000" lvl="1" indent="-126000" latinLnBrk="1">
              <a:lnSpc>
                <a:spcPct val="150000"/>
              </a:lnSpc>
              <a:spcBef>
                <a:spcPts val="0"/>
              </a:spcBef>
              <a:defRPr>
                <a:solidFill>
                  <a:srgbClr val="0432FF"/>
                </a:solidFill>
              </a:defRPr>
            </a:pPr>
            <a:endParaRPr lang="zh-CN" altLang="en-US" sz="1200" dirty="0">
              <a:solidFill>
                <a:srgbClr val="000000"/>
              </a:solidFill>
              <a:latin typeface="Arial" panose="020B0604020202020204" pitchFamily="34" charset="0"/>
              <a:ea typeface="微软雅黑" panose="020B0503020204020204" pitchFamily="34" charset="-122"/>
              <a:cs typeface="Arial" panose="020B0604020202020204" pitchFamily="34" charset="0"/>
            </a:endParaRPr>
          </a:p>
          <a:p>
            <a:pPr marL="126000" lvl="1" indent="-126000" latinLnBrk="1">
              <a:lnSpc>
                <a:spcPct val="150000"/>
              </a:lnSpc>
              <a:spcBef>
                <a:spcPts val="0"/>
              </a:spcBef>
              <a:defRPr>
                <a:solidFill>
                  <a:srgbClr val="0432FF"/>
                </a:solidFill>
              </a:defRPr>
            </a:pPr>
            <a:r>
              <a:rPr lang="zh-CN" altLang="en-US" sz="1200" dirty="0">
                <a:solidFill>
                  <a:srgbClr val="000000"/>
                </a:solidFill>
                <a:latin typeface="Arial" panose="020B0604020202020204" pitchFamily="34" charset="0"/>
                <a:ea typeface="微软雅黑" panose="020B0503020204020204" pitchFamily="34" charset="-122"/>
                <a:cs typeface="Arial" panose="020B0604020202020204" pitchFamily="34" charset="0"/>
              </a:rPr>
              <a:t>最后将</a:t>
            </a:r>
            <a:r>
              <a:rPr lang="en-US" altLang="zh-CN" sz="1200" dirty="0">
                <a:solidFill>
                  <a:srgbClr val="000000"/>
                </a:solidFill>
                <a:latin typeface="Arial" panose="020B0604020202020204" pitchFamily="34" charset="0"/>
                <a:ea typeface="微软雅黑" panose="020B0503020204020204" pitchFamily="34" charset="-122"/>
                <a:cs typeface="Arial" panose="020B0604020202020204" pitchFamily="34" charset="0"/>
              </a:rPr>
              <a:t>SoftMax</a:t>
            </a:r>
            <a:r>
              <a:rPr lang="zh-CN" altLang="en-US" sz="1200" dirty="0">
                <a:solidFill>
                  <a:srgbClr val="000000"/>
                </a:solidFill>
                <a:latin typeface="Arial" panose="020B0604020202020204" pitchFamily="34" charset="0"/>
                <a:ea typeface="微软雅黑" panose="020B0503020204020204" pitchFamily="34" charset="-122"/>
                <a:cs typeface="Arial" panose="020B0604020202020204" pitchFamily="34" charset="0"/>
              </a:rPr>
              <a:t>的归一化参数</a:t>
            </a:r>
            <a:r>
              <a:rPr lang="en-US" altLang="zh-CN" sz="1200" dirty="0" err="1">
                <a:solidFill>
                  <a:srgbClr val="000000"/>
                </a:solidFill>
                <a:latin typeface="Arial" panose="020B0604020202020204" pitchFamily="34" charset="0"/>
                <a:ea typeface="微软雅黑" panose="020B0503020204020204" pitchFamily="34" charset="-122"/>
                <a:cs typeface="Arial" panose="020B0604020202020204" pitchFamily="34" charset="0"/>
              </a:rPr>
              <a:t>rowmax</a:t>
            </a:r>
            <a:r>
              <a:rPr lang="zh-CN" altLang="en-US" sz="1200" dirty="0">
                <a:solidFill>
                  <a:srgbClr val="000000"/>
                </a:solidFill>
                <a:latin typeface="Arial" panose="020B0604020202020204" pitchFamily="34" charset="0"/>
                <a:ea typeface="微软雅黑" panose="020B0503020204020204" pitchFamily="34" charset="-122"/>
                <a:cs typeface="Arial" panose="020B0604020202020204" pitchFamily="34" charset="0"/>
              </a:rPr>
              <a:t>和</a:t>
            </a:r>
            <a:r>
              <a:rPr lang="en-US" altLang="zh-CN" sz="1200" dirty="0" err="1">
                <a:solidFill>
                  <a:srgbClr val="000000"/>
                </a:solidFill>
                <a:latin typeface="Arial" panose="020B0604020202020204" pitchFamily="34" charset="0"/>
                <a:ea typeface="微软雅黑" panose="020B0503020204020204" pitchFamily="34" charset="-122"/>
                <a:cs typeface="Arial" panose="020B0604020202020204" pitchFamily="34" charset="0"/>
              </a:rPr>
              <a:t>rowsum</a:t>
            </a:r>
            <a:r>
              <a:rPr lang="zh-CN" altLang="en-US" sz="1200" dirty="0">
                <a:solidFill>
                  <a:srgbClr val="000000"/>
                </a:solidFill>
                <a:latin typeface="Arial" panose="020B0604020202020204" pitchFamily="34" charset="0"/>
                <a:ea typeface="微软雅黑" panose="020B0503020204020204" pitchFamily="34" charset="-122"/>
                <a:cs typeface="Arial" panose="020B0604020202020204" pitchFamily="34" charset="0"/>
              </a:rPr>
              <a:t>写回</a:t>
            </a:r>
            <a:r>
              <a:rPr lang="en-US" altLang="zh-CN" sz="1200" dirty="0">
                <a:solidFill>
                  <a:srgbClr val="000000"/>
                </a:solidFill>
                <a:latin typeface="Arial" panose="020B0604020202020204" pitchFamily="34" charset="0"/>
                <a:ea typeface="微软雅黑" panose="020B0503020204020204" pitchFamily="34" charset="-122"/>
                <a:cs typeface="Arial" panose="020B0604020202020204" pitchFamily="34" charset="0"/>
              </a:rPr>
              <a:t>GM</a:t>
            </a:r>
            <a:endParaRPr lang="zh-CN" altLang="en-US" sz="1200" dirty="0">
              <a:solidFill>
                <a:srgbClr val="0432FF"/>
              </a:solidFill>
              <a:latin typeface="Arial" panose="020B0604020202020204" pitchFamily="34" charset="0"/>
              <a:ea typeface="微软雅黑" panose="020B0503020204020204" pitchFamily="34" charset="-122"/>
              <a:cs typeface="Arial" panose="020B0604020202020204" pitchFamily="34" charset="0"/>
            </a:endParaRPr>
          </a:p>
        </p:txBody>
      </p:sp>
      <p:pic>
        <p:nvPicPr>
          <p:cNvPr id="4" name="图片 3">
            <a:extLst>
              <a:ext uri="{FF2B5EF4-FFF2-40B4-BE49-F238E27FC236}">
                <a16:creationId xmlns:a16="http://schemas.microsoft.com/office/drawing/2014/main" id="{38063FD7-F827-D011-A0FF-9DD4E6D7E50A}"/>
              </a:ext>
            </a:extLst>
          </p:cNvPr>
          <p:cNvPicPr>
            <a:picLocks noChangeAspect="1"/>
          </p:cNvPicPr>
          <p:nvPr/>
        </p:nvPicPr>
        <p:blipFill>
          <a:blip r:embed="rId2"/>
          <a:stretch>
            <a:fillRect/>
          </a:stretch>
        </p:blipFill>
        <p:spPr>
          <a:xfrm>
            <a:off x="2524844" y="2449218"/>
            <a:ext cx="7251850" cy="220993"/>
          </a:xfrm>
          <a:prstGeom prst="rect">
            <a:avLst/>
          </a:prstGeom>
        </p:spPr>
      </p:pic>
      <p:pic>
        <p:nvPicPr>
          <p:cNvPr id="5" name="图片 4">
            <a:extLst>
              <a:ext uri="{FF2B5EF4-FFF2-40B4-BE49-F238E27FC236}">
                <a16:creationId xmlns:a16="http://schemas.microsoft.com/office/drawing/2014/main" id="{FD1EA8ED-0A8B-9746-7256-750A70F426B2}"/>
              </a:ext>
            </a:extLst>
          </p:cNvPr>
          <p:cNvPicPr>
            <a:picLocks noChangeAspect="1"/>
          </p:cNvPicPr>
          <p:nvPr/>
        </p:nvPicPr>
        <p:blipFill>
          <a:blip r:embed="rId3"/>
          <a:stretch>
            <a:fillRect/>
          </a:stretch>
        </p:blipFill>
        <p:spPr>
          <a:xfrm>
            <a:off x="2524844" y="3128755"/>
            <a:ext cx="7128177" cy="401833"/>
          </a:xfrm>
          <a:prstGeom prst="rect">
            <a:avLst/>
          </a:prstGeom>
        </p:spPr>
      </p:pic>
      <p:pic>
        <p:nvPicPr>
          <p:cNvPr id="6" name="图片 5">
            <a:extLst>
              <a:ext uri="{FF2B5EF4-FFF2-40B4-BE49-F238E27FC236}">
                <a16:creationId xmlns:a16="http://schemas.microsoft.com/office/drawing/2014/main" id="{1C1C65D0-E988-D81F-A77D-F28265DB4AD2}"/>
              </a:ext>
            </a:extLst>
          </p:cNvPr>
          <p:cNvPicPr>
            <a:picLocks noChangeAspect="1"/>
          </p:cNvPicPr>
          <p:nvPr/>
        </p:nvPicPr>
        <p:blipFill>
          <a:blip r:embed="rId4"/>
          <a:stretch>
            <a:fillRect/>
          </a:stretch>
        </p:blipFill>
        <p:spPr>
          <a:xfrm>
            <a:off x="2524844" y="3990858"/>
            <a:ext cx="5618318" cy="1563964"/>
          </a:xfrm>
          <a:prstGeom prst="rect">
            <a:avLst/>
          </a:prstGeom>
        </p:spPr>
      </p:pic>
    </p:spTree>
    <p:extLst>
      <p:ext uri="{BB962C8B-B14F-4D97-AF65-F5344CB8AC3E}">
        <p14:creationId xmlns:p14="http://schemas.microsoft.com/office/powerpoint/2010/main" val="2046410983"/>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BEEE54F-631D-3A93-5358-FA32F4BC2A35}"/>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43E11987-7484-DB9E-0771-AFE5BDF4FC0E}"/>
              </a:ext>
            </a:extLst>
          </p:cNvPr>
          <p:cNvSpPr txBox="1">
            <a:spLocks/>
          </p:cNvSpPr>
          <p:nvPr/>
        </p:nvSpPr>
        <p:spPr>
          <a:xfrm>
            <a:off x="3133466" y="411900"/>
            <a:ext cx="5929828" cy="584775"/>
          </a:xfrm>
          <a:prstGeom prst="rect">
            <a:avLst/>
          </a:prstGeom>
        </p:spPr>
        <p:txBody>
          <a:bodyPr wrap="none">
            <a:spAutoFit/>
          </a:bodyPr>
          <a:lstStyle>
            <a:lvl1pPr algn="l" defTabSz="1187798" rtl="0" eaLnBrk="1" latinLnBrk="0" hangingPunct="1">
              <a:lnSpc>
                <a:spcPct val="90000"/>
              </a:lnSpc>
              <a:spcBef>
                <a:spcPct val="0"/>
              </a:spcBef>
              <a:buNone/>
              <a:defRPr sz="5716" kern="1200">
                <a:solidFill>
                  <a:schemeClr val="tx1"/>
                </a:solidFill>
                <a:latin typeface="+mj-lt"/>
                <a:ea typeface="+mj-ea"/>
                <a:cs typeface="+mj-cs"/>
              </a:defRPr>
            </a:lvl1pPr>
          </a:lstStyle>
          <a:p>
            <a:pPr algn="ctr">
              <a:lnSpc>
                <a:spcPct val="100000"/>
              </a:lnSpc>
            </a:pPr>
            <a:r>
              <a:rPr lang="zh-CN" altLang="en-US" sz="3200" b="1" dirty="0">
                <a:solidFill>
                  <a:srgbClr val="000000"/>
                </a:solidFill>
                <a:latin typeface="微软雅黑" panose="020B0503020204020204" pitchFamily="34" charset="-122"/>
                <a:ea typeface="微软雅黑" panose="020B0503020204020204" pitchFamily="34" charset="-122"/>
              </a:rPr>
              <a:t>第二次矩阵乘法及输出合并计算</a:t>
            </a:r>
          </a:p>
        </p:txBody>
      </p:sp>
      <p:sp>
        <p:nvSpPr>
          <p:cNvPr id="3" name="文本占位符 2">
            <a:extLst>
              <a:ext uri="{FF2B5EF4-FFF2-40B4-BE49-F238E27FC236}">
                <a16:creationId xmlns:a16="http://schemas.microsoft.com/office/drawing/2014/main" id="{E3936079-ED5F-B0E4-66A4-D0BFC09099AA}"/>
              </a:ext>
            </a:extLst>
          </p:cNvPr>
          <p:cNvSpPr txBox="1">
            <a:spLocks/>
          </p:cNvSpPr>
          <p:nvPr/>
        </p:nvSpPr>
        <p:spPr>
          <a:xfrm>
            <a:off x="1511108" y="1930929"/>
            <a:ext cx="9174546" cy="3430876"/>
          </a:xfrm>
          <a:prstGeom prst="rect">
            <a:avLst/>
          </a:prstGeom>
        </p:spPr>
        <p:txBody>
          <a:bodyPr wrap="square">
            <a:spAutoFit/>
          </a:bodyPr>
          <a:lstStyle>
            <a:lvl1pPr marL="296950" indent="-296950" algn="l" defTabSz="1187798" rtl="0" eaLnBrk="1" latinLnBrk="0" hangingPunct="1">
              <a:lnSpc>
                <a:spcPct val="90000"/>
              </a:lnSpc>
              <a:spcBef>
                <a:spcPts val="1299"/>
              </a:spcBef>
              <a:buFont typeface="Arial" panose="020B0604020202020204" pitchFamily="34" charset="0"/>
              <a:buChar char="•"/>
              <a:defRPr sz="3636" kern="1200">
                <a:solidFill>
                  <a:schemeClr val="tx1"/>
                </a:solidFill>
                <a:latin typeface="+mn-lt"/>
                <a:ea typeface="+mn-ea"/>
                <a:cs typeface="+mn-cs"/>
              </a:defRPr>
            </a:lvl1pPr>
            <a:lvl2pPr marL="890849" indent="-296950" algn="l" defTabSz="1187798" rtl="0" eaLnBrk="1" latinLnBrk="0" hangingPunct="1">
              <a:lnSpc>
                <a:spcPct val="90000"/>
              </a:lnSpc>
              <a:spcBef>
                <a:spcPts val="650"/>
              </a:spcBef>
              <a:buFont typeface="Arial" panose="020B0604020202020204" pitchFamily="34" charset="0"/>
              <a:buChar char="•"/>
              <a:defRPr sz="3118" kern="1200">
                <a:solidFill>
                  <a:schemeClr val="tx1"/>
                </a:solidFill>
                <a:latin typeface="+mn-lt"/>
                <a:ea typeface="+mn-ea"/>
                <a:cs typeface="+mn-cs"/>
              </a:defRPr>
            </a:lvl2pPr>
            <a:lvl3pPr marL="1484748" indent="-296950" algn="l" defTabSz="1187798" rtl="0" eaLnBrk="1" latinLnBrk="0" hangingPunct="1">
              <a:lnSpc>
                <a:spcPct val="90000"/>
              </a:lnSpc>
              <a:spcBef>
                <a:spcPts val="650"/>
              </a:spcBef>
              <a:buFont typeface="Arial" panose="020B0604020202020204" pitchFamily="34" charset="0"/>
              <a:buChar char="•"/>
              <a:defRPr sz="2598" kern="1200">
                <a:solidFill>
                  <a:schemeClr val="tx1"/>
                </a:solidFill>
                <a:latin typeface="+mn-lt"/>
                <a:ea typeface="+mn-ea"/>
                <a:cs typeface="+mn-cs"/>
              </a:defRPr>
            </a:lvl3pPr>
            <a:lvl4pPr marL="2078648" indent="-296950" algn="l" defTabSz="1187798" rtl="0" eaLnBrk="1" latinLnBrk="0" hangingPunct="1">
              <a:lnSpc>
                <a:spcPct val="90000"/>
              </a:lnSpc>
              <a:spcBef>
                <a:spcPts val="650"/>
              </a:spcBef>
              <a:buFont typeface="Arial" panose="020B0604020202020204" pitchFamily="34" charset="0"/>
              <a:buChar char="•"/>
              <a:defRPr sz="2338" kern="1200">
                <a:solidFill>
                  <a:schemeClr val="tx1"/>
                </a:solidFill>
                <a:latin typeface="+mn-lt"/>
                <a:ea typeface="+mn-ea"/>
                <a:cs typeface="+mn-cs"/>
              </a:defRPr>
            </a:lvl4pPr>
            <a:lvl5pPr marL="2672547" indent="-296950" algn="l" defTabSz="1187798" rtl="0" eaLnBrk="1" latinLnBrk="0" hangingPunct="1">
              <a:lnSpc>
                <a:spcPct val="90000"/>
              </a:lnSpc>
              <a:spcBef>
                <a:spcPts val="650"/>
              </a:spcBef>
              <a:buFont typeface="Arial" panose="020B0604020202020204" pitchFamily="34" charset="0"/>
              <a:buChar char="•"/>
              <a:defRPr sz="2338" kern="1200">
                <a:solidFill>
                  <a:schemeClr val="tx1"/>
                </a:solidFill>
                <a:latin typeface="+mn-lt"/>
                <a:ea typeface="+mn-ea"/>
                <a:cs typeface="+mn-cs"/>
              </a:defRPr>
            </a:lvl5pPr>
            <a:lvl6pPr marL="3266447" indent="-296950" algn="l" defTabSz="1187798" rtl="0" eaLnBrk="1" latinLnBrk="0" hangingPunct="1">
              <a:lnSpc>
                <a:spcPct val="90000"/>
              </a:lnSpc>
              <a:spcBef>
                <a:spcPts val="650"/>
              </a:spcBef>
              <a:buFont typeface="Arial" panose="020B0604020202020204" pitchFamily="34" charset="0"/>
              <a:buChar char="•"/>
              <a:defRPr sz="2338" kern="1200">
                <a:solidFill>
                  <a:schemeClr val="tx1"/>
                </a:solidFill>
                <a:latin typeface="+mn-lt"/>
                <a:ea typeface="+mn-ea"/>
                <a:cs typeface="+mn-cs"/>
              </a:defRPr>
            </a:lvl6pPr>
            <a:lvl7pPr marL="3860346" indent="-296950" algn="l" defTabSz="1187798" rtl="0" eaLnBrk="1" latinLnBrk="0" hangingPunct="1">
              <a:lnSpc>
                <a:spcPct val="90000"/>
              </a:lnSpc>
              <a:spcBef>
                <a:spcPts val="650"/>
              </a:spcBef>
              <a:buFont typeface="Arial" panose="020B0604020202020204" pitchFamily="34" charset="0"/>
              <a:buChar char="•"/>
              <a:defRPr sz="2338" kern="1200">
                <a:solidFill>
                  <a:schemeClr val="tx1"/>
                </a:solidFill>
                <a:latin typeface="+mn-lt"/>
                <a:ea typeface="+mn-ea"/>
                <a:cs typeface="+mn-cs"/>
              </a:defRPr>
            </a:lvl7pPr>
            <a:lvl8pPr marL="4454245" indent="-296950" algn="l" defTabSz="1187798" rtl="0" eaLnBrk="1" latinLnBrk="0" hangingPunct="1">
              <a:lnSpc>
                <a:spcPct val="90000"/>
              </a:lnSpc>
              <a:spcBef>
                <a:spcPts val="650"/>
              </a:spcBef>
              <a:buFont typeface="Arial" panose="020B0604020202020204" pitchFamily="34" charset="0"/>
              <a:buChar char="•"/>
              <a:defRPr sz="2338" kern="1200">
                <a:solidFill>
                  <a:schemeClr val="tx1"/>
                </a:solidFill>
                <a:latin typeface="+mn-lt"/>
                <a:ea typeface="+mn-ea"/>
                <a:cs typeface="+mn-cs"/>
              </a:defRPr>
            </a:lvl8pPr>
            <a:lvl9pPr marL="5048144" indent="-296950" algn="l" defTabSz="1187798" rtl="0" eaLnBrk="1" latinLnBrk="0" hangingPunct="1">
              <a:lnSpc>
                <a:spcPct val="90000"/>
              </a:lnSpc>
              <a:spcBef>
                <a:spcPts val="650"/>
              </a:spcBef>
              <a:buFont typeface="Arial" panose="020B0604020202020204" pitchFamily="34" charset="0"/>
              <a:buChar char="•"/>
              <a:defRPr sz="2338" kern="1200">
                <a:solidFill>
                  <a:schemeClr val="tx1"/>
                </a:solidFill>
                <a:latin typeface="+mn-lt"/>
                <a:ea typeface="+mn-ea"/>
                <a:cs typeface="+mn-cs"/>
              </a:defRPr>
            </a:lvl9pPr>
          </a:lstStyle>
          <a:p>
            <a:pPr marL="0" indent="0">
              <a:lnSpc>
                <a:spcPct val="150000"/>
              </a:lnSpc>
              <a:buFont typeface="Arial" panose="020B0604020202020204" pitchFamily="34" charset="0"/>
              <a:buNone/>
              <a:defRPr>
                <a:solidFill>
                  <a:srgbClr val="0432FF"/>
                </a:solidFill>
              </a:defRPr>
            </a:pPr>
            <a:r>
              <a:rPr lang="zh-CN" altLang="en-US" sz="1800" b="1" dirty="0">
                <a:solidFill>
                  <a:srgbClr val="C00000"/>
                </a:solidFill>
                <a:latin typeface="Arial" panose="020B0604020202020204" pitchFamily="34" charset="0"/>
                <a:ea typeface="微软雅黑" panose="020B0503020204020204" pitchFamily="34" charset="-122"/>
                <a:cs typeface="Arial" panose="020B0604020202020204" pitchFamily="34" charset="0"/>
              </a:rPr>
              <a:t>第二次矩阵乘法及输出合并计算的目的是得到正确</a:t>
            </a:r>
            <a:r>
              <a:rPr lang="en-US" altLang="zh-CN" sz="1800" b="1" dirty="0" err="1">
                <a:solidFill>
                  <a:srgbClr val="C00000"/>
                </a:solidFill>
                <a:latin typeface="Arial" panose="020B0604020202020204" pitchFamily="34" charset="0"/>
                <a:ea typeface="微软雅黑" panose="020B0503020204020204" pitchFamily="34" charset="-122"/>
                <a:cs typeface="Arial" panose="020B0604020202020204" pitchFamily="34" charset="0"/>
              </a:rPr>
              <a:t>attentionOut</a:t>
            </a:r>
            <a:r>
              <a:rPr lang="zh-CN" altLang="en-US" sz="1800" b="1" dirty="0">
                <a:solidFill>
                  <a:srgbClr val="C00000"/>
                </a:solidFill>
                <a:latin typeface="Arial" panose="020B0604020202020204" pitchFamily="34" charset="0"/>
                <a:ea typeface="微软雅黑" panose="020B0503020204020204" pitchFamily="34" charset="-122"/>
                <a:cs typeface="Arial" panose="020B0604020202020204" pitchFamily="34" charset="0"/>
              </a:rPr>
              <a:t>。这个过程可以分成三个步骤，分别是计算新的</a:t>
            </a:r>
            <a:r>
              <a:rPr lang="en-US" altLang="zh-CN" sz="1800" b="1" dirty="0" err="1">
                <a:solidFill>
                  <a:srgbClr val="C00000"/>
                </a:solidFill>
                <a:latin typeface="Arial" panose="020B0604020202020204" pitchFamily="34" charset="0"/>
                <a:ea typeface="微软雅黑" panose="020B0503020204020204" pitchFamily="34" charset="-122"/>
                <a:cs typeface="Arial" panose="020B0604020202020204" pitchFamily="34" charset="0"/>
              </a:rPr>
              <a:t>attentionOut</a:t>
            </a:r>
            <a:r>
              <a:rPr lang="zh-CN" altLang="en-US" sz="1800" b="1" dirty="0">
                <a:solidFill>
                  <a:srgbClr val="C00000"/>
                </a:solidFill>
                <a:latin typeface="Arial" panose="020B0604020202020204" pitchFamily="34" charset="0"/>
                <a:ea typeface="微软雅黑" panose="020B0503020204020204" pitchFamily="34" charset="-122"/>
                <a:cs typeface="Arial" panose="020B0604020202020204" pitchFamily="34" charset="0"/>
              </a:rPr>
              <a:t>、修正旧的</a:t>
            </a:r>
            <a:r>
              <a:rPr lang="en-US" altLang="zh-CN" sz="1800" b="1" dirty="0" err="1">
                <a:solidFill>
                  <a:srgbClr val="C00000"/>
                </a:solidFill>
                <a:latin typeface="Arial" panose="020B0604020202020204" pitchFamily="34" charset="0"/>
                <a:ea typeface="微软雅黑" panose="020B0503020204020204" pitchFamily="34" charset="-122"/>
                <a:cs typeface="Arial" panose="020B0604020202020204" pitchFamily="34" charset="0"/>
              </a:rPr>
              <a:t>attentionOut</a:t>
            </a:r>
            <a:r>
              <a:rPr lang="zh-CN" altLang="en-US" sz="1800" b="1" dirty="0">
                <a:solidFill>
                  <a:srgbClr val="C00000"/>
                </a:solidFill>
                <a:latin typeface="Arial" panose="020B0604020202020204" pitchFamily="34" charset="0"/>
                <a:ea typeface="微软雅黑" panose="020B0503020204020204" pitchFamily="34" charset="-122"/>
                <a:cs typeface="Arial" panose="020B0604020202020204" pitchFamily="34" charset="0"/>
              </a:rPr>
              <a:t>、更新</a:t>
            </a:r>
            <a:r>
              <a:rPr lang="en-US" altLang="zh-CN" sz="1800" b="1" dirty="0" err="1">
                <a:solidFill>
                  <a:srgbClr val="C00000"/>
                </a:solidFill>
                <a:latin typeface="Arial" panose="020B0604020202020204" pitchFamily="34" charset="0"/>
                <a:ea typeface="微软雅黑" panose="020B0503020204020204" pitchFamily="34" charset="-122"/>
                <a:cs typeface="Arial" panose="020B0604020202020204" pitchFamily="34" charset="0"/>
              </a:rPr>
              <a:t>attentionOut</a:t>
            </a:r>
            <a:r>
              <a:rPr lang="zh-CN" altLang="en-US" sz="1800" b="1" dirty="0">
                <a:solidFill>
                  <a:srgbClr val="C00000"/>
                </a:solidFill>
                <a:latin typeface="Arial" panose="020B0604020202020204" pitchFamily="34" charset="0"/>
                <a:ea typeface="微软雅黑" panose="020B0503020204020204" pitchFamily="34" charset="-122"/>
                <a:cs typeface="Arial" panose="020B0604020202020204" pitchFamily="34" charset="0"/>
              </a:rPr>
              <a:t>。</a:t>
            </a:r>
            <a:endParaRPr lang="en-US" altLang="zh-CN" sz="1800" b="1" dirty="0">
              <a:solidFill>
                <a:srgbClr val="C00000"/>
              </a:solidFill>
              <a:latin typeface="Arial" panose="020B0604020202020204" pitchFamily="34" charset="0"/>
              <a:ea typeface="微软雅黑" panose="020B0503020204020204" pitchFamily="34" charset="-122"/>
              <a:cs typeface="Arial" panose="020B0604020202020204" pitchFamily="34" charset="0"/>
            </a:endParaRPr>
          </a:p>
          <a:p>
            <a:pPr marL="126000" lvl="1" indent="-126000">
              <a:lnSpc>
                <a:spcPct val="150000"/>
              </a:lnSpc>
              <a:defRPr>
                <a:solidFill>
                  <a:srgbClr val="0432FF"/>
                </a:solidFill>
              </a:defRPr>
            </a:pPr>
            <a:r>
              <a:rPr lang="zh-CN" altLang="en-US" sz="1200" dirty="0">
                <a:solidFill>
                  <a:srgbClr val="000000"/>
                </a:solidFill>
                <a:latin typeface="Arial" panose="020B0604020202020204" pitchFamily="34" charset="0"/>
                <a:ea typeface="微软雅黑" panose="020B0503020204020204" pitchFamily="34" charset="-122"/>
                <a:cs typeface="Arial" panose="020B0604020202020204" pitchFamily="34" charset="0"/>
              </a:rPr>
              <a:t>计算新的</a:t>
            </a:r>
            <a:r>
              <a:rPr lang="en-US" altLang="zh-CN" sz="1200" dirty="0" err="1">
                <a:solidFill>
                  <a:srgbClr val="000000"/>
                </a:solidFill>
                <a:latin typeface="Arial" panose="020B0604020202020204" pitchFamily="34" charset="0"/>
                <a:ea typeface="微软雅黑" panose="020B0503020204020204" pitchFamily="34" charset="-122"/>
                <a:cs typeface="Arial" panose="020B0604020202020204" pitchFamily="34" charset="0"/>
              </a:rPr>
              <a:t>attentionOut</a:t>
            </a:r>
            <a:r>
              <a:rPr lang="zh-CN" altLang="en-US" sz="1200" dirty="0">
                <a:solidFill>
                  <a:srgbClr val="000000"/>
                </a:solidFill>
                <a:latin typeface="Arial" panose="020B0604020202020204" pitchFamily="34" charset="0"/>
                <a:ea typeface="微软雅黑" panose="020B0503020204020204" pitchFamily="34" charset="-122"/>
                <a:cs typeface="Arial" panose="020B0604020202020204" pitchFamily="34" charset="0"/>
              </a:rPr>
              <a:t>：使用</a:t>
            </a:r>
            <a:r>
              <a:rPr lang="en-US" altLang="zh-CN" sz="1200" dirty="0" err="1">
                <a:solidFill>
                  <a:srgbClr val="000000"/>
                </a:solidFill>
                <a:latin typeface="Arial" panose="020B0604020202020204" pitchFamily="34" charset="0"/>
                <a:ea typeface="微软雅黑" panose="020B0503020204020204" pitchFamily="34" charset="-122"/>
                <a:cs typeface="Arial" panose="020B0604020202020204" pitchFamily="34" charset="0"/>
              </a:rPr>
              <a:t>matmul</a:t>
            </a:r>
            <a:r>
              <a:rPr lang="zh-CN" altLang="en-US" sz="1200" dirty="0">
                <a:solidFill>
                  <a:srgbClr val="000000"/>
                </a:solidFill>
                <a:latin typeface="Arial" panose="020B0604020202020204" pitchFamily="34" charset="0"/>
                <a:ea typeface="微软雅黑" panose="020B0503020204020204" pitchFamily="34" charset="-122"/>
                <a:cs typeface="Arial" panose="020B0604020202020204" pitchFamily="34" charset="0"/>
              </a:rPr>
              <a:t>计算注意力权重矩阵</a:t>
            </a:r>
            <a:r>
              <a:rPr lang="en-US" altLang="zh-CN" sz="1200" dirty="0">
                <a:solidFill>
                  <a:srgbClr val="000000"/>
                </a:solidFill>
                <a:latin typeface="Arial" panose="020B0604020202020204" pitchFamily="34" charset="0"/>
                <a:ea typeface="微软雅黑" panose="020B0503020204020204" pitchFamily="34" charset="-122"/>
                <a:cs typeface="Arial" panose="020B0604020202020204" pitchFamily="34" charset="0"/>
              </a:rPr>
              <a:t>P</a:t>
            </a:r>
            <a:r>
              <a:rPr lang="zh-CN" altLang="en-US" sz="1200" dirty="0">
                <a:solidFill>
                  <a:srgbClr val="000000"/>
                </a:solidFill>
                <a:latin typeface="Arial" panose="020B0604020202020204" pitchFamily="34" charset="0"/>
                <a:ea typeface="微软雅黑" panose="020B0503020204020204" pitchFamily="34" charset="-122"/>
                <a:cs typeface="Arial" panose="020B0604020202020204" pitchFamily="34" charset="0"/>
              </a:rPr>
              <a:t>和</a:t>
            </a:r>
            <a:r>
              <a:rPr lang="en-US" altLang="zh-CN" sz="1200" dirty="0">
                <a:solidFill>
                  <a:srgbClr val="000000"/>
                </a:solidFill>
                <a:latin typeface="Arial" panose="020B0604020202020204" pitchFamily="34" charset="0"/>
                <a:ea typeface="微软雅黑" panose="020B0503020204020204" pitchFamily="34" charset="-122"/>
                <a:cs typeface="Arial" panose="020B0604020202020204" pitchFamily="34" charset="0"/>
              </a:rPr>
              <a:t>value</a:t>
            </a:r>
            <a:r>
              <a:rPr lang="zh-CN" altLang="en-US" sz="1200" dirty="0">
                <a:solidFill>
                  <a:srgbClr val="000000"/>
                </a:solidFill>
                <a:latin typeface="Arial" panose="020B0604020202020204" pitchFamily="34" charset="0"/>
                <a:ea typeface="微软雅黑" panose="020B0503020204020204" pitchFamily="34" charset="-122"/>
                <a:cs typeface="Arial" panose="020B0604020202020204" pitchFamily="34" charset="0"/>
              </a:rPr>
              <a:t>的矩阵乘，注意力权重矩阵</a:t>
            </a:r>
            <a:r>
              <a:rPr lang="en-US" altLang="zh-CN" sz="1200" dirty="0">
                <a:solidFill>
                  <a:srgbClr val="000000"/>
                </a:solidFill>
                <a:latin typeface="Arial" panose="020B0604020202020204" pitchFamily="34" charset="0"/>
                <a:ea typeface="微软雅黑" panose="020B0503020204020204" pitchFamily="34" charset="-122"/>
                <a:cs typeface="Arial" panose="020B0604020202020204" pitchFamily="34" charset="0"/>
              </a:rPr>
              <a:t>P</a:t>
            </a:r>
            <a:r>
              <a:rPr lang="zh-CN" altLang="en-US" sz="1200" dirty="0">
                <a:solidFill>
                  <a:srgbClr val="000000"/>
                </a:solidFill>
                <a:latin typeface="Arial" panose="020B0604020202020204" pitchFamily="34" charset="0"/>
                <a:ea typeface="微软雅黑" panose="020B0503020204020204" pitchFamily="34" charset="-122"/>
                <a:cs typeface="Arial" panose="020B0604020202020204" pitchFamily="34" charset="0"/>
              </a:rPr>
              <a:t>是前一步的</a:t>
            </a:r>
            <a:r>
              <a:rPr lang="en-US" altLang="zh-CN" sz="1200" dirty="0">
                <a:solidFill>
                  <a:srgbClr val="000000"/>
                </a:solidFill>
                <a:latin typeface="Arial" panose="020B0604020202020204" pitchFamily="34" charset="0"/>
                <a:ea typeface="微软雅黑" panose="020B0503020204020204" pitchFamily="34" charset="-122"/>
                <a:cs typeface="Arial" panose="020B0604020202020204" pitchFamily="34" charset="0"/>
              </a:rPr>
              <a:t>SoftMaxFlashV2</a:t>
            </a:r>
            <a:r>
              <a:rPr lang="zh-CN" altLang="en-US" sz="1200" dirty="0">
                <a:solidFill>
                  <a:srgbClr val="000000"/>
                </a:solidFill>
                <a:latin typeface="Arial" panose="020B0604020202020204" pitchFamily="34" charset="0"/>
                <a:ea typeface="微软雅黑" panose="020B0503020204020204" pitchFamily="34" charset="-122"/>
                <a:cs typeface="Arial" panose="020B0604020202020204" pitchFamily="34" charset="0"/>
              </a:rPr>
              <a:t>接口</a:t>
            </a:r>
            <a:r>
              <a:rPr lang="en-US" altLang="zh-CN" sz="1200" dirty="0">
                <a:solidFill>
                  <a:srgbClr val="000000"/>
                </a:solidFill>
                <a:latin typeface="Arial" panose="020B0604020202020204" pitchFamily="34" charset="0"/>
                <a:ea typeface="微软雅黑" panose="020B0503020204020204" pitchFamily="34" charset="-122"/>
                <a:cs typeface="Arial" panose="020B0604020202020204" pitchFamily="34" charset="0"/>
              </a:rPr>
              <a:t>/</a:t>
            </a:r>
            <a:r>
              <a:rPr lang="en-US" altLang="zh-CN" sz="1200" dirty="0" err="1">
                <a:solidFill>
                  <a:srgbClr val="000000"/>
                </a:solidFill>
                <a:latin typeface="Arial" panose="020B0604020202020204" pitchFamily="34" charset="0"/>
                <a:ea typeface="微软雅黑" panose="020B0503020204020204" pitchFamily="34" charset="-122"/>
                <a:cs typeface="Arial" panose="020B0604020202020204" pitchFamily="34" charset="0"/>
              </a:rPr>
              <a:t>Softmax</a:t>
            </a:r>
            <a:r>
              <a:rPr lang="zh-CN" altLang="en-US" sz="1200" dirty="0">
                <a:solidFill>
                  <a:srgbClr val="000000"/>
                </a:solidFill>
                <a:latin typeface="Arial" panose="020B0604020202020204" pitchFamily="34" charset="0"/>
                <a:ea typeface="微软雅黑" panose="020B0503020204020204" pitchFamily="34" charset="-122"/>
                <a:cs typeface="Arial" panose="020B0604020202020204" pitchFamily="34" charset="0"/>
              </a:rPr>
              <a:t>接口的输出值。具体步骤与第一次矩阵乘法相同。</a:t>
            </a:r>
            <a:endParaRPr lang="en-US" altLang="zh-CN" sz="1200" dirty="0">
              <a:solidFill>
                <a:srgbClr val="000000"/>
              </a:solidFill>
              <a:latin typeface="Arial" panose="020B0604020202020204" pitchFamily="34" charset="0"/>
              <a:ea typeface="微软雅黑" panose="020B0503020204020204" pitchFamily="34" charset="-122"/>
              <a:cs typeface="Arial" panose="020B0604020202020204" pitchFamily="34" charset="0"/>
            </a:endParaRPr>
          </a:p>
          <a:p>
            <a:pPr marL="126000" lvl="1" indent="-126000">
              <a:lnSpc>
                <a:spcPct val="150000"/>
              </a:lnSpc>
              <a:defRPr>
                <a:solidFill>
                  <a:srgbClr val="0432FF"/>
                </a:solidFill>
              </a:defRPr>
            </a:pPr>
            <a:r>
              <a:rPr lang="zh-CN" altLang="en-US" sz="1200" dirty="0">
                <a:solidFill>
                  <a:srgbClr val="000000"/>
                </a:solidFill>
                <a:latin typeface="Arial" panose="020B0604020202020204" pitchFamily="34" charset="0"/>
                <a:ea typeface="微软雅黑" panose="020B0503020204020204" pitchFamily="34" charset="-122"/>
                <a:cs typeface="Arial" panose="020B0604020202020204" pitchFamily="34" charset="0"/>
              </a:rPr>
              <a:t>修正旧的</a:t>
            </a:r>
            <a:r>
              <a:rPr lang="en-US" altLang="zh-CN" sz="1200" dirty="0" err="1">
                <a:solidFill>
                  <a:srgbClr val="000000"/>
                </a:solidFill>
                <a:latin typeface="Arial" panose="020B0604020202020204" pitchFamily="34" charset="0"/>
                <a:ea typeface="微软雅黑" panose="020B0503020204020204" pitchFamily="34" charset="-122"/>
                <a:cs typeface="Arial" panose="020B0604020202020204" pitchFamily="34" charset="0"/>
              </a:rPr>
              <a:t>attentionOut</a:t>
            </a:r>
            <a:r>
              <a:rPr lang="zh-CN" altLang="en-US" sz="1200" dirty="0">
                <a:solidFill>
                  <a:srgbClr val="000000"/>
                </a:solidFill>
                <a:latin typeface="Arial" panose="020B0604020202020204" pitchFamily="34" charset="0"/>
                <a:ea typeface="微软雅黑" panose="020B0503020204020204" pitchFamily="34" charset="-122"/>
                <a:cs typeface="Arial" panose="020B0604020202020204" pitchFamily="34" charset="0"/>
              </a:rPr>
              <a:t>：调用</a:t>
            </a:r>
            <a:r>
              <a:rPr lang="en-US" altLang="zh-CN" sz="1200" dirty="0">
                <a:solidFill>
                  <a:srgbClr val="000000"/>
                </a:solidFill>
                <a:latin typeface="Arial" panose="020B0604020202020204" pitchFamily="34" charset="0"/>
                <a:ea typeface="微软雅黑" panose="020B0503020204020204" pitchFamily="34" charset="-122"/>
                <a:cs typeface="Arial" panose="020B0604020202020204" pitchFamily="34" charset="0"/>
              </a:rPr>
              <a:t>Mul</a:t>
            </a:r>
            <a:r>
              <a:rPr lang="zh-CN" altLang="en-US" sz="1200" dirty="0">
                <a:solidFill>
                  <a:srgbClr val="000000"/>
                </a:solidFill>
                <a:latin typeface="Arial" panose="020B0604020202020204" pitchFamily="34" charset="0"/>
                <a:ea typeface="微软雅黑" panose="020B0503020204020204" pitchFamily="34" charset="-122"/>
                <a:cs typeface="Arial" panose="020B0604020202020204" pitchFamily="34" charset="0"/>
              </a:rPr>
              <a:t>，将旧的</a:t>
            </a:r>
            <a:r>
              <a:rPr lang="en-US" altLang="zh-CN" sz="1200" dirty="0" err="1">
                <a:solidFill>
                  <a:srgbClr val="000000"/>
                </a:solidFill>
                <a:latin typeface="Arial" panose="020B0604020202020204" pitchFamily="34" charset="0"/>
                <a:ea typeface="微软雅黑" panose="020B0503020204020204" pitchFamily="34" charset="-122"/>
                <a:cs typeface="Arial" panose="020B0604020202020204" pitchFamily="34" charset="0"/>
              </a:rPr>
              <a:t>attentionOut</a:t>
            </a:r>
            <a:r>
              <a:rPr lang="zh-CN" altLang="en-US" sz="1200" dirty="0">
                <a:solidFill>
                  <a:srgbClr val="000000"/>
                </a:solidFill>
                <a:latin typeface="Arial" panose="020B0604020202020204" pitchFamily="34" charset="0"/>
                <a:ea typeface="微软雅黑" panose="020B0503020204020204" pitchFamily="34" charset="-122"/>
                <a:cs typeface="Arial" panose="020B0604020202020204" pitchFamily="34" charset="0"/>
              </a:rPr>
              <a:t>和修正项</a:t>
            </a:r>
            <a:r>
              <a:rPr lang="en-US" altLang="zh-CN" sz="1200" dirty="0" err="1">
                <a:solidFill>
                  <a:srgbClr val="000000"/>
                </a:solidFill>
                <a:latin typeface="Arial" panose="020B0604020202020204" pitchFamily="34" charset="0"/>
                <a:ea typeface="微软雅黑" panose="020B0503020204020204" pitchFamily="34" charset="-122"/>
                <a:cs typeface="Arial" panose="020B0604020202020204" pitchFamily="34" charset="0"/>
              </a:rPr>
              <a:t>expMax</a:t>
            </a:r>
            <a:r>
              <a:rPr lang="zh-CN" altLang="en-US" sz="1200" dirty="0">
                <a:solidFill>
                  <a:srgbClr val="000000"/>
                </a:solidFill>
                <a:latin typeface="Arial" panose="020B0604020202020204" pitchFamily="34" charset="0"/>
                <a:ea typeface="微软雅黑" panose="020B0503020204020204" pitchFamily="34" charset="-122"/>
                <a:cs typeface="Arial" panose="020B0604020202020204" pitchFamily="34" charset="0"/>
              </a:rPr>
              <a:t>进行按位乘。修正项</a:t>
            </a:r>
            <a:r>
              <a:rPr lang="en-US" altLang="zh-CN" sz="1200" dirty="0" err="1">
                <a:solidFill>
                  <a:srgbClr val="000000"/>
                </a:solidFill>
                <a:latin typeface="Arial" panose="020B0604020202020204" pitchFamily="34" charset="0"/>
                <a:ea typeface="微软雅黑" panose="020B0503020204020204" pitchFamily="34" charset="-122"/>
                <a:cs typeface="Arial" panose="020B0604020202020204" pitchFamily="34" charset="0"/>
              </a:rPr>
              <a:t>expMax</a:t>
            </a:r>
            <a:r>
              <a:rPr lang="zh-CN" altLang="en-US" sz="1200" dirty="0">
                <a:solidFill>
                  <a:srgbClr val="000000"/>
                </a:solidFill>
                <a:latin typeface="Arial" panose="020B0604020202020204" pitchFamily="34" charset="0"/>
                <a:ea typeface="微软雅黑" panose="020B0503020204020204" pitchFamily="34" charset="-122"/>
                <a:cs typeface="Arial" panose="020B0604020202020204" pitchFamily="34" charset="0"/>
              </a:rPr>
              <a:t>是通过</a:t>
            </a:r>
            <a:r>
              <a:rPr lang="en-US" altLang="zh-CN" sz="1200" dirty="0">
                <a:solidFill>
                  <a:srgbClr val="000000"/>
                </a:solidFill>
                <a:latin typeface="Arial" panose="020B0604020202020204" pitchFamily="34" charset="0"/>
                <a:ea typeface="微软雅黑" panose="020B0503020204020204" pitchFamily="34" charset="-122"/>
                <a:cs typeface="Arial" panose="020B0604020202020204" pitchFamily="34" charset="0"/>
              </a:rPr>
              <a:t>Sub</a:t>
            </a:r>
            <a:r>
              <a:rPr lang="zh-CN" altLang="en-US" sz="1200" dirty="0">
                <a:solidFill>
                  <a:srgbClr val="000000"/>
                </a:solidFill>
                <a:latin typeface="Arial" panose="020B0604020202020204" pitchFamily="34" charset="0"/>
                <a:ea typeface="微软雅黑" panose="020B0503020204020204" pitchFamily="34" charset="-122"/>
                <a:cs typeface="Arial" panose="020B0604020202020204" pitchFamily="34" charset="0"/>
              </a:rPr>
              <a:t>计算旧的</a:t>
            </a:r>
            <a:r>
              <a:rPr lang="en-US" altLang="zh-CN" sz="1200" dirty="0" err="1">
                <a:solidFill>
                  <a:srgbClr val="000000"/>
                </a:solidFill>
                <a:latin typeface="Arial" panose="020B0604020202020204" pitchFamily="34" charset="0"/>
                <a:ea typeface="微软雅黑" panose="020B0503020204020204" pitchFamily="34" charset="-122"/>
                <a:cs typeface="Arial" panose="020B0604020202020204" pitchFamily="34" charset="0"/>
              </a:rPr>
              <a:t>rowmax</a:t>
            </a:r>
            <a:r>
              <a:rPr lang="zh-CN" altLang="en-US" sz="1200" dirty="0">
                <a:solidFill>
                  <a:srgbClr val="000000"/>
                </a:solidFill>
                <a:latin typeface="Arial" panose="020B0604020202020204" pitchFamily="34" charset="0"/>
                <a:ea typeface="微软雅黑" panose="020B0503020204020204" pitchFamily="34" charset="-122"/>
                <a:cs typeface="Arial" panose="020B0604020202020204" pitchFamily="34" charset="0"/>
              </a:rPr>
              <a:t>和新的</a:t>
            </a:r>
            <a:r>
              <a:rPr lang="en-US" altLang="zh-CN" sz="1200" dirty="0" err="1">
                <a:solidFill>
                  <a:srgbClr val="000000"/>
                </a:solidFill>
                <a:latin typeface="Arial" panose="020B0604020202020204" pitchFamily="34" charset="0"/>
                <a:ea typeface="微软雅黑" panose="020B0503020204020204" pitchFamily="34" charset="-122"/>
                <a:cs typeface="Arial" panose="020B0604020202020204" pitchFamily="34" charset="0"/>
              </a:rPr>
              <a:t>rowmax</a:t>
            </a:r>
            <a:r>
              <a:rPr lang="zh-CN" altLang="en-US" sz="1200" dirty="0">
                <a:solidFill>
                  <a:srgbClr val="000000"/>
                </a:solidFill>
                <a:latin typeface="Arial" panose="020B0604020202020204" pitchFamily="34" charset="0"/>
                <a:ea typeface="微软雅黑" panose="020B0503020204020204" pitchFamily="34" charset="-122"/>
                <a:cs typeface="Arial" panose="020B0604020202020204" pitchFamily="34" charset="0"/>
              </a:rPr>
              <a:t>的差，然后调用</a:t>
            </a:r>
            <a:r>
              <a:rPr lang="en-US" altLang="zh-CN" sz="1200" dirty="0">
                <a:solidFill>
                  <a:srgbClr val="000000"/>
                </a:solidFill>
                <a:latin typeface="Arial" panose="020B0604020202020204" pitchFamily="34" charset="0"/>
                <a:ea typeface="微软雅黑" panose="020B0503020204020204" pitchFamily="34" charset="-122"/>
                <a:cs typeface="Arial" panose="020B0604020202020204" pitchFamily="34" charset="0"/>
              </a:rPr>
              <a:t>Exp</a:t>
            </a:r>
            <a:r>
              <a:rPr lang="zh-CN" altLang="en-US" sz="1200" dirty="0">
                <a:solidFill>
                  <a:srgbClr val="000000"/>
                </a:solidFill>
                <a:latin typeface="Arial" panose="020B0604020202020204" pitchFamily="34" charset="0"/>
                <a:ea typeface="微软雅黑" panose="020B0503020204020204" pitchFamily="34" charset="-122"/>
                <a:cs typeface="Arial" panose="020B0604020202020204" pitchFamily="34" charset="0"/>
              </a:rPr>
              <a:t>对这个差做指数运算得到的。</a:t>
            </a:r>
            <a:endParaRPr lang="en-US" altLang="zh-CN" sz="1200" dirty="0">
              <a:solidFill>
                <a:srgbClr val="000000"/>
              </a:solidFill>
              <a:latin typeface="Arial" panose="020B0604020202020204" pitchFamily="34" charset="0"/>
              <a:ea typeface="微软雅黑" panose="020B0503020204020204" pitchFamily="34" charset="-122"/>
              <a:cs typeface="Arial" panose="020B0604020202020204" pitchFamily="34" charset="0"/>
            </a:endParaRPr>
          </a:p>
          <a:p>
            <a:pPr marL="126000" lvl="1" indent="-126000">
              <a:lnSpc>
                <a:spcPct val="150000"/>
              </a:lnSpc>
              <a:spcAft>
                <a:spcPts val="600"/>
              </a:spcAft>
              <a:buFont typeface="Arial" panose="020B0604020202020204" pitchFamily="34" charset="0"/>
              <a:buNone/>
              <a:defRPr>
                <a:solidFill>
                  <a:srgbClr val="0432FF"/>
                </a:solidFill>
              </a:defRPr>
            </a:pPr>
            <a:endParaRPr lang="en-US" altLang="zh-CN" sz="1200" dirty="0">
              <a:solidFill>
                <a:srgbClr val="000000"/>
              </a:solidFill>
              <a:latin typeface="Arial" panose="020B0604020202020204" pitchFamily="34" charset="0"/>
              <a:ea typeface="微软雅黑" panose="020B0503020204020204" pitchFamily="34" charset="-122"/>
              <a:cs typeface="Arial" panose="020B0604020202020204" pitchFamily="34" charset="0"/>
            </a:endParaRPr>
          </a:p>
          <a:p>
            <a:pPr marL="126000" lvl="1" indent="-126000">
              <a:lnSpc>
                <a:spcPct val="150000"/>
              </a:lnSpc>
              <a:defRPr>
                <a:solidFill>
                  <a:srgbClr val="0432FF"/>
                </a:solidFill>
              </a:defRPr>
            </a:pPr>
            <a:r>
              <a:rPr lang="zh-CN" altLang="en-US" sz="1200" dirty="0">
                <a:solidFill>
                  <a:srgbClr val="000000"/>
                </a:solidFill>
                <a:latin typeface="Arial" panose="020B0604020202020204" pitchFamily="34" charset="0"/>
                <a:ea typeface="微软雅黑" panose="020B0503020204020204" pitchFamily="34" charset="-122"/>
                <a:cs typeface="Arial" panose="020B0604020202020204" pitchFamily="34" charset="0"/>
              </a:rPr>
              <a:t>更新</a:t>
            </a:r>
            <a:r>
              <a:rPr lang="en-US" altLang="zh-CN" sz="1200" dirty="0" err="1">
                <a:solidFill>
                  <a:srgbClr val="000000"/>
                </a:solidFill>
                <a:latin typeface="Arial" panose="020B0604020202020204" pitchFamily="34" charset="0"/>
                <a:ea typeface="微软雅黑" panose="020B0503020204020204" pitchFamily="34" charset="-122"/>
                <a:cs typeface="Arial" panose="020B0604020202020204" pitchFamily="34" charset="0"/>
              </a:rPr>
              <a:t>attentionOut</a:t>
            </a:r>
            <a:r>
              <a:rPr lang="zh-CN" altLang="en-US" sz="1200" dirty="0">
                <a:solidFill>
                  <a:srgbClr val="000000"/>
                </a:solidFill>
                <a:latin typeface="Arial" panose="020B0604020202020204" pitchFamily="34" charset="0"/>
                <a:ea typeface="微软雅黑" panose="020B0503020204020204" pitchFamily="34" charset="-122"/>
                <a:cs typeface="Arial" panose="020B0604020202020204" pitchFamily="34" charset="0"/>
              </a:rPr>
              <a:t>：调用</a:t>
            </a:r>
            <a:r>
              <a:rPr lang="en-US" altLang="zh-CN" sz="1200" dirty="0">
                <a:solidFill>
                  <a:srgbClr val="000000"/>
                </a:solidFill>
                <a:latin typeface="Arial" panose="020B0604020202020204" pitchFamily="34" charset="0"/>
                <a:ea typeface="微软雅黑" panose="020B0503020204020204" pitchFamily="34" charset="-122"/>
                <a:cs typeface="Arial" panose="020B0604020202020204" pitchFamily="34" charset="0"/>
              </a:rPr>
              <a:t>Add</a:t>
            </a:r>
            <a:r>
              <a:rPr lang="zh-CN" altLang="en-US" sz="1200" dirty="0">
                <a:solidFill>
                  <a:srgbClr val="000000"/>
                </a:solidFill>
                <a:latin typeface="Arial" panose="020B0604020202020204" pitchFamily="34" charset="0"/>
                <a:ea typeface="微软雅黑" panose="020B0503020204020204" pitchFamily="34" charset="-122"/>
                <a:cs typeface="Arial" panose="020B0604020202020204" pitchFamily="34" charset="0"/>
              </a:rPr>
              <a:t>方法将新的</a:t>
            </a:r>
            <a:r>
              <a:rPr lang="en-US" altLang="zh-CN" sz="1200" dirty="0" err="1">
                <a:solidFill>
                  <a:srgbClr val="000000"/>
                </a:solidFill>
                <a:latin typeface="Arial" panose="020B0604020202020204" pitchFamily="34" charset="0"/>
                <a:ea typeface="微软雅黑" panose="020B0503020204020204" pitchFamily="34" charset="-122"/>
                <a:cs typeface="Arial" panose="020B0604020202020204" pitchFamily="34" charset="0"/>
              </a:rPr>
              <a:t>attentionOut</a:t>
            </a:r>
            <a:r>
              <a:rPr lang="zh-CN" altLang="en-US" sz="1200" dirty="0">
                <a:solidFill>
                  <a:srgbClr val="000000"/>
                </a:solidFill>
                <a:latin typeface="Arial" panose="020B0604020202020204" pitchFamily="34" charset="0"/>
                <a:ea typeface="微软雅黑" panose="020B0503020204020204" pitchFamily="34" charset="-122"/>
                <a:cs typeface="Arial" panose="020B0604020202020204" pitchFamily="34" charset="0"/>
              </a:rPr>
              <a:t>和修正后的</a:t>
            </a:r>
            <a:r>
              <a:rPr lang="en-US" altLang="zh-CN" sz="1200" dirty="0" err="1">
                <a:solidFill>
                  <a:srgbClr val="000000"/>
                </a:solidFill>
                <a:latin typeface="Arial" panose="020B0604020202020204" pitchFamily="34" charset="0"/>
                <a:ea typeface="微软雅黑" panose="020B0503020204020204" pitchFamily="34" charset="-122"/>
                <a:cs typeface="Arial" panose="020B0604020202020204" pitchFamily="34" charset="0"/>
              </a:rPr>
              <a:t>attentionOut</a:t>
            </a:r>
            <a:r>
              <a:rPr lang="zh-CN" altLang="en-US" sz="1200" dirty="0">
                <a:solidFill>
                  <a:srgbClr val="000000"/>
                </a:solidFill>
                <a:latin typeface="Arial" panose="020B0604020202020204" pitchFamily="34" charset="0"/>
                <a:ea typeface="微软雅黑" panose="020B0503020204020204" pitchFamily="34" charset="-122"/>
                <a:cs typeface="Arial" panose="020B0604020202020204" pitchFamily="34" charset="0"/>
              </a:rPr>
              <a:t>相加。</a:t>
            </a:r>
            <a:endParaRPr lang="en-US" altLang="zh-CN" sz="1200" dirty="0">
              <a:solidFill>
                <a:srgbClr val="000000"/>
              </a:solidFill>
              <a:latin typeface="Arial" panose="020B0604020202020204" pitchFamily="34" charset="0"/>
              <a:ea typeface="微软雅黑" panose="020B0503020204020204" pitchFamily="34" charset="-122"/>
              <a:cs typeface="Arial" panose="020B0604020202020204" pitchFamily="34" charset="0"/>
            </a:endParaRPr>
          </a:p>
          <a:p>
            <a:pPr marL="0" indent="0">
              <a:lnSpc>
                <a:spcPct val="150000"/>
              </a:lnSpc>
              <a:buFont typeface="Arial" panose="020B0604020202020204" pitchFamily="34" charset="0"/>
              <a:buNone/>
              <a:defRPr>
                <a:solidFill>
                  <a:srgbClr val="0432FF"/>
                </a:solidFill>
              </a:defRPr>
            </a:pPr>
            <a:endParaRPr lang="en-US" altLang="zh-CN" sz="1200" dirty="0">
              <a:solidFill>
                <a:srgbClr val="0432FF"/>
              </a:solidFill>
              <a:latin typeface="Arial" panose="020B0604020202020204" pitchFamily="34" charset="0"/>
              <a:ea typeface="微软雅黑" panose="020B0503020204020204" pitchFamily="34" charset="-122"/>
              <a:cs typeface="Arial" panose="020B0604020202020204" pitchFamily="34" charset="0"/>
            </a:endParaRPr>
          </a:p>
        </p:txBody>
      </p:sp>
      <p:pic>
        <p:nvPicPr>
          <p:cNvPr id="4" name="图片 3">
            <a:extLst>
              <a:ext uri="{FF2B5EF4-FFF2-40B4-BE49-F238E27FC236}">
                <a16:creationId xmlns:a16="http://schemas.microsoft.com/office/drawing/2014/main" id="{13BF713D-915E-1652-0A38-E7B901B0B9A4}"/>
              </a:ext>
            </a:extLst>
          </p:cNvPr>
          <p:cNvPicPr>
            <a:picLocks noChangeAspect="1"/>
          </p:cNvPicPr>
          <p:nvPr/>
        </p:nvPicPr>
        <p:blipFill>
          <a:blip r:embed="rId2"/>
          <a:stretch>
            <a:fillRect/>
          </a:stretch>
        </p:blipFill>
        <p:spPr>
          <a:xfrm>
            <a:off x="1590161" y="4132012"/>
            <a:ext cx="3983145" cy="317674"/>
          </a:xfrm>
          <a:prstGeom prst="rect">
            <a:avLst/>
          </a:prstGeom>
        </p:spPr>
      </p:pic>
      <p:pic>
        <p:nvPicPr>
          <p:cNvPr id="5" name="图片 4">
            <a:extLst>
              <a:ext uri="{FF2B5EF4-FFF2-40B4-BE49-F238E27FC236}">
                <a16:creationId xmlns:a16="http://schemas.microsoft.com/office/drawing/2014/main" id="{BEC0D5C1-EEF0-51E6-8FC3-DC661B8EA866}"/>
              </a:ext>
            </a:extLst>
          </p:cNvPr>
          <p:cNvPicPr>
            <a:picLocks noChangeAspect="1"/>
          </p:cNvPicPr>
          <p:nvPr/>
        </p:nvPicPr>
        <p:blipFill>
          <a:blip r:embed="rId3"/>
          <a:stretch>
            <a:fillRect/>
          </a:stretch>
        </p:blipFill>
        <p:spPr>
          <a:xfrm>
            <a:off x="1590161" y="4949312"/>
            <a:ext cx="4154976" cy="316905"/>
          </a:xfrm>
          <a:prstGeom prst="rect">
            <a:avLst/>
          </a:prstGeom>
        </p:spPr>
      </p:pic>
    </p:spTree>
    <p:extLst>
      <p:ext uri="{BB962C8B-B14F-4D97-AF65-F5344CB8AC3E}">
        <p14:creationId xmlns:p14="http://schemas.microsoft.com/office/powerpoint/2010/main" val="422151233"/>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6C716F0-F8B6-F0F6-5F68-3ABF2B54A063}"/>
            </a:ext>
          </a:extLst>
        </p:cNvPr>
        <p:cNvGrpSpPr/>
        <p:nvPr/>
      </p:nvGrpSpPr>
      <p:grpSpPr>
        <a:xfrm>
          <a:off x="0" y="0"/>
          <a:ext cx="0" cy="0"/>
          <a:chOff x="0" y="0"/>
          <a:chExt cx="0" cy="0"/>
        </a:xfrm>
      </p:grpSpPr>
      <p:sp>
        <p:nvSpPr>
          <p:cNvPr id="11" name="标题 1">
            <a:extLst>
              <a:ext uri="{FF2B5EF4-FFF2-40B4-BE49-F238E27FC236}">
                <a16:creationId xmlns:a16="http://schemas.microsoft.com/office/drawing/2014/main" id="{E51CCA62-7FD0-B397-A3E9-172535FBC29C}"/>
              </a:ext>
            </a:extLst>
          </p:cNvPr>
          <p:cNvSpPr txBox="1">
            <a:spLocks/>
          </p:cNvSpPr>
          <p:nvPr/>
        </p:nvSpPr>
        <p:spPr>
          <a:xfrm>
            <a:off x="5185309" y="411900"/>
            <a:ext cx="1826141" cy="584775"/>
          </a:xfrm>
          <a:prstGeom prst="rect">
            <a:avLst/>
          </a:prstGeom>
        </p:spPr>
        <p:txBody>
          <a:bodyPr wrap="none">
            <a:spAutoFit/>
          </a:bodyPr>
          <a:lstStyle>
            <a:lvl1pPr algn="l" defTabSz="1187798" rtl="0" eaLnBrk="1" latinLnBrk="0" hangingPunct="1">
              <a:lnSpc>
                <a:spcPct val="90000"/>
              </a:lnSpc>
              <a:spcBef>
                <a:spcPct val="0"/>
              </a:spcBef>
              <a:buNone/>
              <a:defRPr sz="5716" kern="1200">
                <a:solidFill>
                  <a:schemeClr val="tx1"/>
                </a:solidFill>
                <a:latin typeface="+mj-lt"/>
                <a:ea typeface="+mj-ea"/>
                <a:cs typeface="+mj-cs"/>
              </a:defRPr>
            </a:lvl1pPr>
          </a:lstStyle>
          <a:p>
            <a:pPr algn="ctr">
              <a:lnSpc>
                <a:spcPct val="100000"/>
              </a:lnSpc>
            </a:pPr>
            <a:r>
              <a:rPr lang="zh-CN" altLang="en-US" sz="3200" b="1" dirty="0">
                <a:solidFill>
                  <a:srgbClr val="000000"/>
                </a:solidFill>
                <a:latin typeface="Arial" panose="020B0604020202020204" pitchFamily="34" charset="0"/>
                <a:ea typeface="微软雅黑" panose="020B0503020204020204" pitchFamily="34" charset="-122"/>
                <a:cs typeface="Arial" panose="020B0604020202020204" pitchFamily="34" charset="0"/>
              </a:rPr>
              <a:t>本章内容</a:t>
            </a:r>
          </a:p>
        </p:txBody>
      </p:sp>
      <p:sp>
        <p:nvSpPr>
          <p:cNvPr id="21" name="矩形: 圆角 20">
            <a:extLst>
              <a:ext uri="{FF2B5EF4-FFF2-40B4-BE49-F238E27FC236}">
                <a16:creationId xmlns:a16="http://schemas.microsoft.com/office/drawing/2014/main" id="{228E5949-BD3F-A6E6-8210-A77E91410122}"/>
              </a:ext>
            </a:extLst>
          </p:cNvPr>
          <p:cNvSpPr/>
          <p:nvPr/>
        </p:nvSpPr>
        <p:spPr>
          <a:xfrm>
            <a:off x="3998601" y="2169545"/>
            <a:ext cx="457200" cy="457200"/>
          </a:xfrm>
          <a:prstGeom prst="roundRect">
            <a:avLst/>
          </a:prstGeom>
          <a:solidFill>
            <a:schemeClr val="bg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altLang="zh-CN" b="1" dirty="0">
                <a:solidFill>
                  <a:schemeClr val="bg1">
                    <a:lumMod val="60000"/>
                    <a:lumOff val="40000"/>
                  </a:schemeClr>
                </a:solidFill>
                <a:latin typeface="Arial" panose="020B0604020202020204" pitchFamily="34" charset="0"/>
                <a:ea typeface="微软雅黑" panose="020B0503020204020204" pitchFamily="34" charset="-122"/>
                <a:cs typeface="Arial" panose="020B0604020202020204" pitchFamily="34" charset="0"/>
              </a:rPr>
              <a:t>1</a:t>
            </a:r>
            <a:endParaRPr lang="zh-CN" altLang="en-US" b="1" dirty="0">
              <a:solidFill>
                <a:schemeClr val="bg1">
                  <a:lumMod val="60000"/>
                  <a:lumOff val="40000"/>
                </a:schemeClr>
              </a:solidFill>
              <a:latin typeface="Arial" panose="020B0604020202020204" pitchFamily="34" charset="0"/>
              <a:ea typeface="微软雅黑" panose="020B0503020204020204" pitchFamily="34" charset="-122"/>
              <a:cs typeface="Arial" panose="020B0604020202020204" pitchFamily="34" charset="0"/>
            </a:endParaRPr>
          </a:p>
        </p:txBody>
      </p:sp>
      <p:sp>
        <p:nvSpPr>
          <p:cNvPr id="22" name="文本框 21">
            <a:extLst>
              <a:ext uri="{FF2B5EF4-FFF2-40B4-BE49-F238E27FC236}">
                <a16:creationId xmlns:a16="http://schemas.microsoft.com/office/drawing/2014/main" id="{011AD2FD-B3EC-FE91-6A68-19BF30DFDE1D}"/>
              </a:ext>
            </a:extLst>
          </p:cNvPr>
          <p:cNvSpPr txBox="1"/>
          <p:nvPr/>
        </p:nvSpPr>
        <p:spPr>
          <a:xfrm>
            <a:off x="4551010" y="2213479"/>
            <a:ext cx="3647152" cy="369332"/>
          </a:xfrm>
          <a:prstGeom prst="rect">
            <a:avLst/>
          </a:prstGeom>
          <a:noFill/>
        </p:spPr>
        <p:txBody>
          <a:bodyPr wrap="none">
            <a:spAutoFit/>
          </a:bodyPr>
          <a:lstStyle/>
          <a:p>
            <a:pPr marL="642915" indent="-822915">
              <a:buSzTx/>
              <a:buNone/>
              <a:defRPr sz="3600">
                <a:solidFill>
                  <a:srgbClr val="FF2600"/>
                </a:solidFill>
              </a:defRPr>
            </a:pPr>
            <a:r>
              <a:rPr lang="zh-CN" altLang="en-US" sz="1800" dirty="0">
                <a:solidFill>
                  <a:schemeClr val="bg1">
                    <a:lumMod val="60000"/>
                    <a:lumOff val="40000"/>
                  </a:schemeClr>
                </a:solidFill>
                <a:latin typeface="Arial" panose="020B0604020202020204" pitchFamily="34" charset="0"/>
                <a:ea typeface="微软雅黑" panose="020B0503020204020204" pitchFamily="34" charset="-122"/>
                <a:cs typeface="Arial" panose="020B0604020202020204" pitchFamily="34" charset="0"/>
              </a:rPr>
              <a:t>大模型与自注意力算子的基础知识</a:t>
            </a:r>
          </a:p>
        </p:txBody>
      </p:sp>
      <p:sp>
        <p:nvSpPr>
          <p:cNvPr id="23" name="矩形: 圆角 22">
            <a:extLst>
              <a:ext uri="{FF2B5EF4-FFF2-40B4-BE49-F238E27FC236}">
                <a16:creationId xmlns:a16="http://schemas.microsoft.com/office/drawing/2014/main" id="{804745A4-746F-9583-B6D6-09107A386EB0}"/>
              </a:ext>
            </a:extLst>
          </p:cNvPr>
          <p:cNvSpPr/>
          <p:nvPr/>
        </p:nvSpPr>
        <p:spPr>
          <a:xfrm>
            <a:off x="3998601" y="2856782"/>
            <a:ext cx="457200" cy="457200"/>
          </a:xfrm>
          <a:prstGeom prst="roundRect">
            <a:avLst/>
          </a:prstGeom>
          <a:solidFill>
            <a:schemeClr val="bg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altLang="zh-CN" b="1" dirty="0">
                <a:solidFill>
                  <a:schemeClr val="bg1">
                    <a:lumMod val="60000"/>
                    <a:lumOff val="40000"/>
                  </a:schemeClr>
                </a:solidFill>
                <a:latin typeface="Arial" panose="020B0604020202020204" pitchFamily="34" charset="0"/>
                <a:ea typeface="微软雅黑" panose="020B0503020204020204" pitchFamily="34" charset="-122"/>
                <a:cs typeface="Arial" panose="020B0604020202020204" pitchFamily="34" charset="0"/>
              </a:rPr>
              <a:t>2</a:t>
            </a:r>
            <a:endParaRPr lang="zh-CN" altLang="en-US" b="1" dirty="0">
              <a:solidFill>
                <a:schemeClr val="bg1">
                  <a:lumMod val="60000"/>
                  <a:lumOff val="40000"/>
                </a:schemeClr>
              </a:solidFill>
              <a:latin typeface="Arial" panose="020B0604020202020204" pitchFamily="34" charset="0"/>
              <a:ea typeface="微软雅黑" panose="020B0503020204020204" pitchFamily="34" charset="-122"/>
              <a:cs typeface="Arial" panose="020B0604020202020204" pitchFamily="34" charset="0"/>
            </a:endParaRPr>
          </a:p>
        </p:txBody>
      </p:sp>
      <p:sp>
        <p:nvSpPr>
          <p:cNvPr id="24" name="文本框 23">
            <a:extLst>
              <a:ext uri="{FF2B5EF4-FFF2-40B4-BE49-F238E27FC236}">
                <a16:creationId xmlns:a16="http://schemas.microsoft.com/office/drawing/2014/main" id="{0ADF8100-F3A3-97A5-5CAD-F945600157C5}"/>
              </a:ext>
            </a:extLst>
          </p:cNvPr>
          <p:cNvSpPr txBox="1"/>
          <p:nvPr/>
        </p:nvSpPr>
        <p:spPr>
          <a:xfrm>
            <a:off x="4551010" y="2900716"/>
            <a:ext cx="2723823" cy="369332"/>
          </a:xfrm>
          <a:prstGeom prst="rect">
            <a:avLst/>
          </a:prstGeom>
          <a:noFill/>
        </p:spPr>
        <p:txBody>
          <a:bodyPr wrap="none">
            <a:spAutoFit/>
          </a:bodyPr>
          <a:lstStyle/>
          <a:p>
            <a:pPr marL="642915" indent="-822915">
              <a:buSzTx/>
              <a:buNone/>
              <a:defRPr sz="3600">
                <a:solidFill>
                  <a:srgbClr val="FF2600"/>
                </a:solidFill>
              </a:defRPr>
            </a:pPr>
            <a:r>
              <a:rPr lang="zh-CN" altLang="en-US" sz="1800" dirty="0">
                <a:solidFill>
                  <a:schemeClr val="bg1">
                    <a:lumMod val="60000"/>
                    <a:lumOff val="40000"/>
                  </a:schemeClr>
                </a:solidFill>
                <a:latin typeface="Arial" panose="020B0604020202020204" pitchFamily="34" charset="0"/>
                <a:ea typeface="微软雅黑" panose="020B0503020204020204" pitchFamily="34" charset="-122"/>
                <a:cs typeface="Arial" panose="020B0604020202020204" pitchFamily="34" charset="0"/>
              </a:rPr>
              <a:t>自注意力算子的优化算法</a:t>
            </a:r>
          </a:p>
        </p:txBody>
      </p:sp>
      <p:sp>
        <p:nvSpPr>
          <p:cNvPr id="25" name="矩形: 圆角 24">
            <a:extLst>
              <a:ext uri="{FF2B5EF4-FFF2-40B4-BE49-F238E27FC236}">
                <a16:creationId xmlns:a16="http://schemas.microsoft.com/office/drawing/2014/main" id="{8A3CF654-893D-381B-521A-9052D851542A}"/>
              </a:ext>
            </a:extLst>
          </p:cNvPr>
          <p:cNvSpPr/>
          <p:nvPr/>
        </p:nvSpPr>
        <p:spPr>
          <a:xfrm>
            <a:off x="3998601" y="3544019"/>
            <a:ext cx="457200" cy="457200"/>
          </a:xfrm>
          <a:prstGeom prst="roundRect">
            <a:avLst/>
          </a:prstGeom>
          <a:solidFill>
            <a:schemeClr val="bg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altLang="zh-CN" b="1" dirty="0">
                <a:solidFill>
                  <a:schemeClr val="bg1">
                    <a:lumMod val="60000"/>
                    <a:lumOff val="40000"/>
                  </a:schemeClr>
                </a:solidFill>
                <a:latin typeface="Arial" panose="020B0604020202020204" pitchFamily="34" charset="0"/>
                <a:ea typeface="微软雅黑" panose="020B0503020204020204" pitchFamily="34" charset="-122"/>
                <a:cs typeface="Arial" panose="020B0604020202020204" pitchFamily="34" charset="0"/>
              </a:rPr>
              <a:t>3</a:t>
            </a:r>
            <a:endParaRPr lang="zh-CN" altLang="en-US" b="1" dirty="0">
              <a:solidFill>
                <a:schemeClr val="bg1">
                  <a:lumMod val="60000"/>
                  <a:lumOff val="40000"/>
                </a:schemeClr>
              </a:solidFill>
              <a:latin typeface="Arial" panose="020B0604020202020204" pitchFamily="34" charset="0"/>
              <a:ea typeface="微软雅黑" panose="020B0503020204020204" pitchFamily="34" charset="-122"/>
              <a:cs typeface="Arial" panose="020B0604020202020204" pitchFamily="34" charset="0"/>
            </a:endParaRPr>
          </a:p>
        </p:txBody>
      </p:sp>
      <p:sp>
        <p:nvSpPr>
          <p:cNvPr id="26" name="文本框 25">
            <a:extLst>
              <a:ext uri="{FF2B5EF4-FFF2-40B4-BE49-F238E27FC236}">
                <a16:creationId xmlns:a16="http://schemas.microsoft.com/office/drawing/2014/main" id="{08819DD5-5A7D-9590-75C2-2CBF123C8D29}"/>
              </a:ext>
            </a:extLst>
          </p:cNvPr>
          <p:cNvSpPr txBox="1"/>
          <p:nvPr/>
        </p:nvSpPr>
        <p:spPr>
          <a:xfrm>
            <a:off x="4551010" y="3587953"/>
            <a:ext cx="3185487" cy="369332"/>
          </a:xfrm>
          <a:prstGeom prst="rect">
            <a:avLst/>
          </a:prstGeom>
          <a:noFill/>
        </p:spPr>
        <p:txBody>
          <a:bodyPr wrap="none">
            <a:spAutoFit/>
          </a:bodyPr>
          <a:lstStyle/>
          <a:p>
            <a:pPr marL="642915" indent="-822915">
              <a:buSzTx/>
              <a:buNone/>
              <a:defRPr sz="3600">
                <a:solidFill>
                  <a:srgbClr val="FF2600"/>
                </a:solidFill>
              </a:defRPr>
            </a:pPr>
            <a:r>
              <a:rPr lang="zh-CN" altLang="en-US" sz="1800" dirty="0">
                <a:solidFill>
                  <a:schemeClr val="bg1">
                    <a:lumMod val="60000"/>
                    <a:lumOff val="40000"/>
                  </a:schemeClr>
                </a:solidFill>
                <a:latin typeface="Arial" panose="020B0604020202020204" pitchFamily="34" charset="0"/>
                <a:ea typeface="微软雅黑" panose="020B0503020204020204" pitchFamily="34" charset="-122"/>
                <a:cs typeface="Arial" panose="020B0604020202020204" pitchFamily="34" charset="0"/>
              </a:rPr>
              <a:t>自注意力算子前向传播的实现</a:t>
            </a:r>
          </a:p>
        </p:txBody>
      </p:sp>
      <p:sp>
        <p:nvSpPr>
          <p:cNvPr id="27" name="矩形: 圆角 26">
            <a:extLst>
              <a:ext uri="{FF2B5EF4-FFF2-40B4-BE49-F238E27FC236}">
                <a16:creationId xmlns:a16="http://schemas.microsoft.com/office/drawing/2014/main" id="{2ED75FBC-502A-0CE2-A900-F8900066E33F}"/>
              </a:ext>
            </a:extLst>
          </p:cNvPr>
          <p:cNvSpPr/>
          <p:nvPr/>
        </p:nvSpPr>
        <p:spPr>
          <a:xfrm>
            <a:off x="3998601" y="4231256"/>
            <a:ext cx="457200" cy="457200"/>
          </a:xfrm>
          <a:prstGeom prst="round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altLang="zh-CN" b="1" dirty="0">
                <a:solidFill>
                  <a:schemeClr val="tx2"/>
                </a:solidFill>
                <a:latin typeface="Arial" panose="020B0604020202020204" pitchFamily="34" charset="0"/>
                <a:ea typeface="微软雅黑" panose="020B0503020204020204" pitchFamily="34" charset="-122"/>
                <a:cs typeface="Arial" panose="020B0604020202020204" pitchFamily="34" charset="0"/>
              </a:rPr>
              <a:t>4</a:t>
            </a:r>
            <a:endParaRPr lang="zh-CN" altLang="en-US" b="1" dirty="0">
              <a:solidFill>
                <a:schemeClr val="tx2"/>
              </a:solidFill>
              <a:latin typeface="Arial" panose="020B0604020202020204" pitchFamily="34" charset="0"/>
              <a:ea typeface="微软雅黑" panose="020B0503020204020204" pitchFamily="34" charset="-122"/>
              <a:cs typeface="Arial" panose="020B0604020202020204" pitchFamily="34" charset="0"/>
            </a:endParaRPr>
          </a:p>
        </p:txBody>
      </p:sp>
      <p:sp>
        <p:nvSpPr>
          <p:cNvPr id="28" name="文本框 27">
            <a:extLst>
              <a:ext uri="{FF2B5EF4-FFF2-40B4-BE49-F238E27FC236}">
                <a16:creationId xmlns:a16="http://schemas.microsoft.com/office/drawing/2014/main" id="{321EFC6E-BF19-612B-1DB4-BB99044BE04F}"/>
              </a:ext>
            </a:extLst>
          </p:cNvPr>
          <p:cNvSpPr txBox="1"/>
          <p:nvPr/>
        </p:nvSpPr>
        <p:spPr>
          <a:xfrm>
            <a:off x="4551010" y="4275190"/>
            <a:ext cx="2031325" cy="369332"/>
          </a:xfrm>
          <a:prstGeom prst="rect">
            <a:avLst/>
          </a:prstGeom>
          <a:noFill/>
        </p:spPr>
        <p:txBody>
          <a:bodyPr wrap="none">
            <a:spAutoFit/>
          </a:bodyPr>
          <a:lstStyle/>
          <a:p>
            <a:pPr marL="642915" indent="-822915">
              <a:buSzTx/>
              <a:buNone/>
              <a:defRPr sz="3600">
                <a:solidFill>
                  <a:srgbClr val="0433FF"/>
                </a:solidFill>
              </a:defRPr>
            </a:pPr>
            <a:r>
              <a:rPr lang="zh-CN" altLang="en-US" sz="1800" b="1" dirty="0">
                <a:solidFill>
                  <a:srgbClr val="C00000"/>
                </a:solidFill>
                <a:latin typeface="Arial" panose="020B0604020202020204" pitchFamily="34" charset="0"/>
                <a:ea typeface="微软雅黑" panose="020B0503020204020204" pitchFamily="34" charset="-122"/>
                <a:cs typeface="Arial" panose="020B0604020202020204" pitchFamily="34" charset="0"/>
              </a:rPr>
              <a:t>自注意力算子测试</a:t>
            </a:r>
          </a:p>
        </p:txBody>
      </p:sp>
    </p:spTree>
    <p:extLst>
      <p:ext uri="{BB962C8B-B14F-4D97-AF65-F5344CB8AC3E}">
        <p14:creationId xmlns:p14="http://schemas.microsoft.com/office/powerpoint/2010/main" val="56787979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6A7159E-FA84-2DBF-4E6E-35E8C779B93E}"/>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2349EB31-583F-D21F-3473-A08FA383226E}"/>
              </a:ext>
            </a:extLst>
          </p:cNvPr>
          <p:cNvSpPr txBox="1">
            <a:spLocks/>
          </p:cNvSpPr>
          <p:nvPr/>
        </p:nvSpPr>
        <p:spPr>
          <a:xfrm>
            <a:off x="4827038" y="411900"/>
            <a:ext cx="2542684" cy="584775"/>
          </a:xfrm>
          <a:prstGeom prst="rect">
            <a:avLst/>
          </a:prstGeom>
        </p:spPr>
        <p:txBody>
          <a:bodyPr wrap="none">
            <a:spAutoFit/>
          </a:bodyPr>
          <a:lstStyle>
            <a:lvl1pPr algn="l" defTabSz="1187798" rtl="0" eaLnBrk="1" latinLnBrk="0" hangingPunct="1">
              <a:lnSpc>
                <a:spcPct val="90000"/>
              </a:lnSpc>
              <a:spcBef>
                <a:spcPct val="0"/>
              </a:spcBef>
              <a:buNone/>
              <a:defRPr sz="5716" kern="1200">
                <a:solidFill>
                  <a:schemeClr val="tx1"/>
                </a:solidFill>
                <a:latin typeface="+mj-lt"/>
                <a:ea typeface="+mj-ea"/>
                <a:cs typeface="+mj-cs"/>
              </a:defRPr>
            </a:lvl1pPr>
          </a:lstStyle>
          <a:p>
            <a:pPr algn="ctr">
              <a:lnSpc>
                <a:spcPct val="100000"/>
              </a:lnSpc>
            </a:pPr>
            <a:r>
              <a:rPr lang="zh-CN" altLang="en-US" sz="3200" b="1" dirty="0">
                <a:solidFill>
                  <a:srgbClr val="000000"/>
                </a:solidFill>
                <a:latin typeface="Arial" panose="020B0604020202020204" pitchFamily="34" charset="0"/>
                <a:ea typeface="微软雅黑" panose="020B0503020204020204" pitchFamily="34" charset="-122"/>
                <a:cs typeface="Arial" panose="020B0604020202020204" pitchFamily="34" charset="0"/>
              </a:rPr>
              <a:t>生成算子</a:t>
            </a:r>
            <a:r>
              <a:rPr lang="en-US" altLang="zh-CN" sz="3200" b="1" dirty="0">
                <a:solidFill>
                  <a:srgbClr val="000000"/>
                </a:solidFill>
                <a:latin typeface="Arial" panose="020B0604020202020204" pitchFamily="34" charset="0"/>
                <a:ea typeface="微软雅黑" panose="020B0503020204020204" pitchFamily="34" charset="-122"/>
                <a:cs typeface="Arial" panose="020B0604020202020204" pitchFamily="34" charset="0"/>
              </a:rPr>
              <a:t>API</a:t>
            </a:r>
            <a:endParaRPr lang="zh-CN" altLang="en-US" sz="3200" b="1" dirty="0">
              <a:solidFill>
                <a:srgbClr val="000000"/>
              </a:solidFill>
              <a:latin typeface="Arial" panose="020B0604020202020204" pitchFamily="34" charset="0"/>
              <a:ea typeface="微软雅黑" panose="020B0503020204020204" pitchFamily="34" charset="-122"/>
              <a:cs typeface="Arial" panose="020B0604020202020204" pitchFamily="34" charset="0"/>
            </a:endParaRPr>
          </a:p>
        </p:txBody>
      </p:sp>
      <p:sp>
        <p:nvSpPr>
          <p:cNvPr id="3" name="文本占位符 2">
            <a:extLst>
              <a:ext uri="{FF2B5EF4-FFF2-40B4-BE49-F238E27FC236}">
                <a16:creationId xmlns:a16="http://schemas.microsoft.com/office/drawing/2014/main" id="{BAB00859-29C5-52CF-05FF-851B7E42D897}"/>
              </a:ext>
            </a:extLst>
          </p:cNvPr>
          <p:cNvSpPr txBox="1">
            <a:spLocks/>
          </p:cNvSpPr>
          <p:nvPr/>
        </p:nvSpPr>
        <p:spPr>
          <a:xfrm>
            <a:off x="573311" y="2037240"/>
            <a:ext cx="11050141" cy="3167342"/>
          </a:xfrm>
          <a:prstGeom prst="rect">
            <a:avLst/>
          </a:prstGeom>
        </p:spPr>
        <p:txBody>
          <a:bodyPr wrap="none">
            <a:spAutoFit/>
          </a:bodyPr>
          <a:lstStyle>
            <a:lvl1pPr marL="296950" indent="-296950" algn="l" defTabSz="1187798" rtl="0" eaLnBrk="1" latinLnBrk="0" hangingPunct="1">
              <a:lnSpc>
                <a:spcPct val="90000"/>
              </a:lnSpc>
              <a:spcBef>
                <a:spcPts val="1299"/>
              </a:spcBef>
              <a:buFont typeface="Arial" panose="020B0604020202020204" pitchFamily="34" charset="0"/>
              <a:buChar char="•"/>
              <a:defRPr sz="3636" kern="1200">
                <a:solidFill>
                  <a:schemeClr val="tx1"/>
                </a:solidFill>
                <a:latin typeface="+mn-lt"/>
                <a:ea typeface="+mn-ea"/>
                <a:cs typeface="+mn-cs"/>
              </a:defRPr>
            </a:lvl1pPr>
            <a:lvl2pPr marL="890849" indent="-296950" algn="l" defTabSz="1187798" rtl="0" eaLnBrk="1" latinLnBrk="0" hangingPunct="1">
              <a:lnSpc>
                <a:spcPct val="90000"/>
              </a:lnSpc>
              <a:spcBef>
                <a:spcPts val="650"/>
              </a:spcBef>
              <a:buFont typeface="Arial" panose="020B0604020202020204" pitchFamily="34" charset="0"/>
              <a:buChar char="•"/>
              <a:defRPr sz="3118" kern="1200">
                <a:solidFill>
                  <a:schemeClr val="tx1"/>
                </a:solidFill>
                <a:latin typeface="+mn-lt"/>
                <a:ea typeface="+mn-ea"/>
                <a:cs typeface="+mn-cs"/>
              </a:defRPr>
            </a:lvl2pPr>
            <a:lvl3pPr marL="1484748" indent="-296950" algn="l" defTabSz="1187798" rtl="0" eaLnBrk="1" latinLnBrk="0" hangingPunct="1">
              <a:lnSpc>
                <a:spcPct val="90000"/>
              </a:lnSpc>
              <a:spcBef>
                <a:spcPts val="650"/>
              </a:spcBef>
              <a:buFont typeface="Arial" panose="020B0604020202020204" pitchFamily="34" charset="0"/>
              <a:buChar char="•"/>
              <a:defRPr sz="2598" kern="1200">
                <a:solidFill>
                  <a:schemeClr val="tx1"/>
                </a:solidFill>
                <a:latin typeface="+mn-lt"/>
                <a:ea typeface="+mn-ea"/>
                <a:cs typeface="+mn-cs"/>
              </a:defRPr>
            </a:lvl3pPr>
            <a:lvl4pPr marL="2078648" indent="-296950" algn="l" defTabSz="1187798" rtl="0" eaLnBrk="1" latinLnBrk="0" hangingPunct="1">
              <a:lnSpc>
                <a:spcPct val="90000"/>
              </a:lnSpc>
              <a:spcBef>
                <a:spcPts val="650"/>
              </a:spcBef>
              <a:buFont typeface="Arial" panose="020B0604020202020204" pitchFamily="34" charset="0"/>
              <a:buChar char="•"/>
              <a:defRPr sz="2338" kern="1200">
                <a:solidFill>
                  <a:schemeClr val="tx1"/>
                </a:solidFill>
                <a:latin typeface="+mn-lt"/>
                <a:ea typeface="+mn-ea"/>
                <a:cs typeface="+mn-cs"/>
              </a:defRPr>
            </a:lvl4pPr>
            <a:lvl5pPr marL="2672547" indent="-296950" algn="l" defTabSz="1187798" rtl="0" eaLnBrk="1" latinLnBrk="0" hangingPunct="1">
              <a:lnSpc>
                <a:spcPct val="90000"/>
              </a:lnSpc>
              <a:spcBef>
                <a:spcPts val="650"/>
              </a:spcBef>
              <a:buFont typeface="Arial" panose="020B0604020202020204" pitchFamily="34" charset="0"/>
              <a:buChar char="•"/>
              <a:defRPr sz="2338" kern="1200">
                <a:solidFill>
                  <a:schemeClr val="tx1"/>
                </a:solidFill>
                <a:latin typeface="+mn-lt"/>
                <a:ea typeface="+mn-ea"/>
                <a:cs typeface="+mn-cs"/>
              </a:defRPr>
            </a:lvl5pPr>
            <a:lvl6pPr marL="3266447" indent="-296950" algn="l" defTabSz="1187798" rtl="0" eaLnBrk="1" latinLnBrk="0" hangingPunct="1">
              <a:lnSpc>
                <a:spcPct val="90000"/>
              </a:lnSpc>
              <a:spcBef>
                <a:spcPts val="650"/>
              </a:spcBef>
              <a:buFont typeface="Arial" panose="020B0604020202020204" pitchFamily="34" charset="0"/>
              <a:buChar char="•"/>
              <a:defRPr sz="2338" kern="1200">
                <a:solidFill>
                  <a:schemeClr val="tx1"/>
                </a:solidFill>
                <a:latin typeface="+mn-lt"/>
                <a:ea typeface="+mn-ea"/>
                <a:cs typeface="+mn-cs"/>
              </a:defRPr>
            </a:lvl6pPr>
            <a:lvl7pPr marL="3860346" indent="-296950" algn="l" defTabSz="1187798" rtl="0" eaLnBrk="1" latinLnBrk="0" hangingPunct="1">
              <a:lnSpc>
                <a:spcPct val="90000"/>
              </a:lnSpc>
              <a:spcBef>
                <a:spcPts val="650"/>
              </a:spcBef>
              <a:buFont typeface="Arial" panose="020B0604020202020204" pitchFamily="34" charset="0"/>
              <a:buChar char="•"/>
              <a:defRPr sz="2338" kern="1200">
                <a:solidFill>
                  <a:schemeClr val="tx1"/>
                </a:solidFill>
                <a:latin typeface="+mn-lt"/>
                <a:ea typeface="+mn-ea"/>
                <a:cs typeface="+mn-cs"/>
              </a:defRPr>
            </a:lvl7pPr>
            <a:lvl8pPr marL="4454245" indent="-296950" algn="l" defTabSz="1187798" rtl="0" eaLnBrk="1" latinLnBrk="0" hangingPunct="1">
              <a:lnSpc>
                <a:spcPct val="90000"/>
              </a:lnSpc>
              <a:spcBef>
                <a:spcPts val="650"/>
              </a:spcBef>
              <a:buFont typeface="Arial" panose="020B0604020202020204" pitchFamily="34" charset="0"/>
              <a:buChar char="•"/>
              <a:defRPr sz="2338" kern="1200">
                <a:solidFill>
                  <a:schemeClr val="tx1"/>
                </a:solidFill>
                <a:latin typeface="+mn-lt"/>
                <a:ea typeface="+mn-ea"/>
                <a:cs typeface="+mn-cs"/>
              </a:defRPr>
            </a:lvl8pPr>
            <a:lvl9pPr marL="5048144" indent="-296950" algn="l" defTabSz="1187798" rtl="0" eaLnBrk="1" latinLnBrk="0" hangingPunct="1">
              <a:lnSpc>
                <a:spcPct val="90000"/>
              </a:lnSpc>
              <a:spcBef>
                <a:spcPts val="650"/>
              </a:spcBef>
              <a:buFont typeface="Arial" panose="020B0604020202020204" pitchFamily="34" charset="0"/>
              <a:buChar char="•"/>
              <a:defRPr sz="2338" kern="1200">
                <a:solidFill>
                  <a:schemeClr val="tx1"/>
                </a:solidFill>
                <a:latin typeface="+mn-lt"/>
                <a:ea typeface="+mn-ea"/>
                <a:cs typeface="+mn-cs"/>
              </a:defRPr>
            </a:lvl9pPr>
          </a:lstStyle>
          <a:p>
            <a:pPr marL="0" indent="0">
              <a:lnSpc>
                <a:spcPct val="150000"/>
              </a:lnSpc>
              <a:spcBef>
                <a:spcPts val="0"/>
              </a:spcBef>
              <a:buNone/>
              <a:defRPr>
                <a:solidFill>
                  <a:srgbClr val="0432FF"/>
                </a:solidFill>
              </a:defRPr>
            </a:pPr>
            <a:r>
              <a:rPr lang="zh-CN" altLang="en-US" sz="1800" b="1" dirty="0">
                <a:solidFill>
                  <a:srgbClr val="C00000"/>
                </a:solidFill>
                <a:latin typeface="Arial" panose="020B0604020202020204" pitchFamily="34" charset="0"/>
                <a:ea typeface="微软雅黑" panose="020B0503020204020204" pitchFamily="34" charset="-122"/>
                <a:cs typeface="Arial" panose="020B0604020202020204" pitchFamily="34" charset="0"/>
              </a:rPr>
              <a:t>算子</a:t>
            </a:r>
            <a:r>
              <a:rPr lang="en-US" altLang="zh-CN" sz="1800" b="1" dirty="0">
                <a:solidFill>
                  <a:srgbClr val="C00000"/>
                </a:solidFill>
                <a:latin typeface="Arial" panose="020B0604020202020204" pitchFamily="34" charset="0"/>
                <a:ea typeface="微软雅黑" panose="020B0503020204020204" pitchFamily="34" charset="-122"/>
                <a:cs typeface="Arial" panose="020B0604020202020204" pitchFamily="34" charset="0"/>
              </a:rPr>
              <a:t>API</a:t>
            </a:r>
            <a:r>
              <a:rPr lang="zh-CN" altLang="en-US" sz="1800" b="1" dirty="0">
                <a:solidFill>
                  <a:srgbClr val="C00000"/>
                </a:solidFill>
                <a:latin typeface="Arial" panose="020B0604020202020204" pitchFamily="34" charset="0"/>
                <a:ea typeface="微软雅黑" panose="020B0503020204020204" pitchFamily="34" charset="-122"/>
                <a:cs typeface="Arial" panose="020B0604020202020204" pitchFamily="34" charset="0"/>
              </a:rPr>
              <a:t>定义：</a:t>
            </a:r>
            <a:r>
              <a:rPr lang="zh-CN" altLang="en-US" sz="1800" b="1" dirty="0">
                <a:solidFill>
                  <a:srgbClr val="000000"/>
                </a:solidFill>
                <a:latin typeface="Arial" panose="020B0604020202020204" pitchFamily="34" charset="0"/>
                <a:ea typeface="微软雅黑" panose="020B0503020204020204" pitchFamily="34" charset="-122"/>
                <a:cs typeface="Arial" panose="020B0604020202020204" pitchFamily="34" charset="0"/>
              </a:rPr>
              <a:t>算子</a:t>
            </a:r>
            <a:r>
              <a:rPr lang="en-US" altLang="zh-CN" sz="1800" b="1" dirty="0">
                <a:solidFill>
                  <a:srgbClr val="000000"/>
                </a:solidFill>
                <a:latin typeface="Arial" panose="020B0604020202020204" pitchFamily="34" charset="0"/>
                <a:ea typeface="微软雅黑" panose="020B0503020204020204" pitchFamily="34" charset="-122"/>
                <a:cs typeface="Arial" panose="020B0604020202020204" pitchFamily="34" charset="0"/>
              </a:rPr>
              <a:t>API</a:t>
            </a:r>
            <a:r>
              <a:rPr lang="zh-CN" altLang="en-US" sz="1800" b="1" dirty="0">
                <a:solidFill>
                  <a:srgbClr val="000000"/>
                </a:solidFill>
                <a:latin typeface="Arial" panose="020B0604020202020204" pitchFamily="34" charset="0"/>
                <a:ea typeface="微软雅黑" panose="020B0503020204020204" pitchFamily="34" charset="-122"/>
                <a:cs typeface="Arial" panose="020B0604020202020204" pitchFamily="34" charset="0"/>
              </a:rPr>
              <a:t>的形式一般定义为“两段式接口”：</a:t>
            </a:r>
            <a:endParaRPr lang="en-US" altLang="zh-CN" sz="1800" b="1" dirty="0">
              <a:solidFill>
                <a:srgbClr val="000000"/>
              </a:solidFill>
              <a:latin typeface="Arial" panose="020B0604020202020204" pitchFamily="34" charset="0"/>
              <a:ea typeface="微软雅黑" panose="020B0503020204020204" pitchFamily="34" charset="-122"/>
              <a:cs typeface="Arial" panose="020B0604020202020204" pitchFamily="34" charset="0"/>
            </a:endParaRPr>
          </a:p>
          <a:p>
            <a:pPr marL="0" indent="0">
              <a:lnSpc>
                <a:spcPct val="150000"/>
              </a:lnSpc>
              <a:spcBef>
                <a:spcPts val="0"/>
              </a:spcBef>
              <a:buNone/>
              <a:defRPr>
                <a:solidFill>
                  <a:srgbClr val="0432FF"/>
                </a:solidFill>
              </a:defRPr>
            </a:pPr>
            <a:endParaRPr lang="en-US" altLang="zh-CN" sz="1800" b="1" dirty="0">
              <a:solidFill>
                <a:srgbClr val="000000"/>
              </a:solidFill>
              <a:latin typeface="Arial" panose="020B0604020202020204" pitchFamily="34" charset="0"/>
              <a:ea typeface="微软雅黑" panose="020B0503020204020204" pitchFamily="34" charset="-122"/>
              <a:cs typeface="Arial" panose="020B0604020202020204" pitchFamily="34" charset="0"/>
            </a:endParaRPr>
          </a:p>
          <a:p>
            <a:pPr marL="0" indent="0">
              <a:lnSpc>
                <a:spcPct val="150000"/>
              </a:lnSpc>
              <a:spcBef>
                <a:spcPts val="0"/>
              </a:spcBef>
              <a:buNone/>
              <a:defRPr>
                <a:solidFill>
                  <a:srgbClr val="0432FF"/>
                </a:solidFill>
              </a:defRPr>
            </a:pPr>
            <a:endParaRPr lang="en-US" altLang="zh-CN" sz="1200" dirty="0">
              <a:solidFill>
                <a:srgbClr val="000000"/>
              </a:solidFill>
              <a:latin typeface="Arial" panose="020B0604020202020204" pitchFamily="34" charset="0"/>
              <a:ea typeface="微软雅黑" panose="020B0503020204020204" pitchFamily="34" charset="-122"/>
              <a:cs typeface="Arial" panose="020B0604020202020204" pitchFamily="34" charset="0"/>
            </a:endParaRPr>
          </a:p>
          <a:p>
            <a:pPr marL="0" indent="0">
              <a:lnSpc>
                <a:spcPct val="150000"/>
              </a:lnSpc>
              <a:spcBef>
                <a:spcPts val="0"/>
              </a:spcBef>
              <a:buNone/>
              <a:defRPr>
                <a:solidFill>
                  <a:srgbClr val="0432FF"/>
                </a:solidFill>
              </a:defRPr>
            </a:pPr>
            <a:r>
              <a:rPr lang="zh-CN" altLang="en-US" sz="1800" b="1" dirty="0">
                <a:solidFill>
                  <a:srgbClr val="C00000"/>
                </a:solidFill>
                <a:latin typeface="Arial" panose="020B0604020202020204" pitchFamily="34" charset="0"/>
                <a:ea typeface="微软雅黑" panose="020B0503020204020204" pitchFamily="34" charset="-122"/>
                <a:cs typeface="Arial" panose="020B0604020202020204" pitchFamily="34" charset="0"/>
              </a:rPr>
              <a:t>获得用于测试自注意算子的算子</a:t>
            </a:r>
            <a:r>
              <a:rPr lang="en-US" altLang="zh-CN" sz="1800" b="1" dirty="0">
                <a:solidFill>
                  <a:srgbClr val="C00000"/>
                </a:solidFill>
                <a:latin typeface="Arial" panose="020B0604020202020204" pitchFamily="34" charset="0"/>
                <a:ea typeface="微软雅黑" panose="020B0503020204020204" pitchFamily="34" charset="-122"/>
                <a:cs typeface="Arial" panose="020B0604020202020204" pitchFamily="34" charset="0"/>
              </a:rPr>
              <a:t>API</a:t>
            </a:r>
            <a:r>
              <a:rPr lang="zh-CN" altLang="en-US" sz="1800" b="1" dirty="0">
                <a:solidFill>
                  <a:srgbClr val="C00000"/>
                </a:solidFill>
                <a:latin typeface="Arial" panose="020B0604020202020204" pitchFamily="34" charset="0"/>
                <a:ea typeface="微软雅黑" panose="020B0503020204020204" pitchFamily="34" charset="-122"/>
                <a:cs typeface="Arial" panose="020B0604020202020204" pitchFamily="34" charset="0"/>
              </a:rPr>
              <a:t>有两种方式：</a:t>
            </a:r>
            <a:endParaRPr lang="en-US" altLang="zh-CN" sz="1800" b="1" dirty="0">
              <a:solidFill>
                <a:srgbClr val="C00000"/>
              </a:solidFill>
              <a:latin typeface="Arial" panose="020B0604020202020204" pitchFamily="34" charset="0"/>
              <a:ea typeface="微软雅黑" panose="020B0503020204020204" pitchFamily="34" charset="-122"/>
              <a:cs typeface="Arial" panose="020B0604020202020204" pitchFamily="34" charset="0"/>
            </a:endParaRPr>
          </a:p>
          <a:p>
            <a:pPr marL="126000" lvl="1" indent="-126000">
              <a:lnSpc>
                <a:spcPct val="150000"/>
              </a:lnSpc>
              <a:spcBef>
                <a:spcPts val="0"/>
              </a:spcBef>
              <a:spcAft>
                <a:spcPts val="600"/>
              </a:spcAft>
              <a:defRPr>
                <a:solidFill>
                  <a:srgbClr val="0432FF"/>
                </a:solidFill>
              </a:defRPr>
            </a:pPr>
            <a:r>
              <a:rPr lang="zh-CN" altLang="en-US" sz="1200" dirty="0">
                <a:solidFill>
                  <a:srgbClr val="000000"/>
                </a:solidFill>
                <a:latin typeface="Arial" panose="020B0604020202020204" pitchFamily="34" charset="0"/>
                <a:ea typeface="微软雅黑" panose="020B0503020204020204" pitchFamily="34" charset="-122"/>
                <a:cs typeface="Arial" panose="020B0604020202020204" pitchFamily="34" charset="0"/>
              </a:rPr>
              <a:t>通过直接调用算子库中的算子，</a:t>
            </a:r>
            <a:r>
              <a:rPr lang="en-US" altLang="zh-CN" sz="1200" dirty="0" err="1">
                <a:solidFill>
                  <a:srgbClr val="000000"/>
                </a:solidFill>
                <a:latin typeface="Arial" panose="020B0604020202020204" pitchFamily="34" charset="0"/>
                <a:ea typeface="微软雅黑" panose="020B0503020204020204" pitchFamily="34" charset="-122"/>
                <a:cs typeface="Arial" panose="020B0604020202020204" pitchFamily="34" charset="0"/>
              </a:rPr>
              <a:t>aclnnFlashAttentionScore</a:t>
            </a:r>
            <a:r>
              <a:rPr lang="zh-CN" altLang="en-US" sz="1200" dirty="0">
                <a:solidFill>
                  <a:srgbClr val="000000"/>
                </a:solidFill>
                <a:latin typeface="Arial" panose="020B0604020202020204" pitchFamily="34" charset="0"/>
                <a:ea typeface="微软雅黑" panose="020B0503020204020204" pitchFamily="34" charset="-122"/>
                <a:cs typeface="Arial" panose="020B0604020202020204" pitchFamily="34" charset="0"/>
              </a:rPr>
              <a:t>。通过该方法测试在配置环境的时候除了安装必要的</a:t>
            </a:r>
            <a:r>
              <a:rPr lang="en-US" altLang="zh-CN" sz="1200" dirty="0">
                <a:solidFill>
                  <a:srgbClr val="000000"/>
                </a:solidFill>
                <a:latin typeface="Arial" panose="020B0604020202020204" pitchFamily="34" charset="0"/>
                <a:ea typeface="微软雅黑" panose="020B0503020204020204" pitchFamily="34" charset="-122"/>
                <a:cs typeface="Arial" panose="020B0604020202020204" pitchFamily="34" charset="0"/>
              </a:rPr>
              <a:t>toolkit</a:t>
            </a:r>
            <a:r>
              <a:rPr lang="zh-CN" altLang="en-US" sz="1200" dirty="0">
                <a:solidFill>
                  <a:srgbClr val="000000"/>
                </a:solidFill>
                <a:latin typeface="Arial" panose="020B0604020202020204" pitchFamily="34" charset="0"/>
                <a:ea typeface="微软雅黑" panose="020B0503020204020204" pitchFamily="34" charset="-122"/>
                <a:cs typeface="Arial" panose="020B0604020202020204" pitchFamily="34" charset="0"/>
              </a:rPr>
              <a:t>外，还需要安装</a:t>
            </a:r>
            <a:r>
              <a:rPr lang="en-US" altLang="zh-CN" sz="1200" dirty="0">
                <a:solidFill>
                  <a:srgbClr val="000000"/>
                </a:solidFill>
                <a:latin typeface="Arial" panose="020B0604020202020204" pitchFamily="34" charset="0"/>
                <a:ea typeface="微软雅黑" panose="020B0503020204020204" pitchFamily="34" charset="-122"/>
                <a:cs typeface="Arial" panose="020B0604020202020204" pitchFamily="34" charset="0"/>
              </a:rPr>
              <a:t>CANN</a:t>
            </a:r>
            <a:r>
              <a:rPr lang="zh-CN" altLang="en-US" sz="1200" dirty="0">
                <a:solidFill>
                  <a:srgbClr val="000000"/>
                </a:solidFill>
                <a:latin typeface="Arial" panose="020B0604020202020204" pitchFamily="34" charset="0"/>
                <a:ea typeface="微软雅黑" panose="020B0503020204020204" pitchFamily="34" charset="-122"/>
                <a:cs typeface="Arial" panose="020B0604020202020204" pitchFamily="34" charset="0"/>
              </a:rPr>
              <a:t>算子二进制软件包。</a:t>
            </a:r>
            <a:endParaRPr lang="en-US" altLang="zh-CN" sz="1200" dirty="0">
              <a:solidFill>
                <a:srgbClr val="000000"/>
              </a:solidFill>
              <a:latin typeface="Arial" panose="020B0604020202020204" pitchFamily="34" charset="0"/>
              <a:ea typeface="微软雅黑" panose="020B0503020204020204" pitchFamily="34" charset="-122"/>
              <a:cs typeface="Arial" panose="020B0604020202020204" pitchFamily="34" charset="0"/>
            </a:endParaRPr>
          </a:p>
          <a:p>
            <a:pPr marL="126000" lvl="1" indent="-126000">
              <a:lnSpc>
                <a:spcPct val="150000"/>
              </a:lnSpc>
              <a:spcBef>
                <a:spcPts val="0"/>
              </a:spcBef>
              <a:defRPr>
                <a:solidFill>
                  <a:srgbClr val="0432FF"/>
                </a:solidFill>
              </a:defRPr>
            </a:pPr>
            <a:endParaRPr lang="en-US" altLang="zh-CN" sz="1200" dirty="0">
              <a:solidFill>
                <a:srgbClr val="000000"/>
              </a:solidFill>
              <a:latin typeface="Arial" panose="020B0604020202020204" pitchFamily="34" charset="0"/>
              <a:ea typeface="微软雅黑" panose="020B0503020204020204" pitchFamily="34" charset="-122"/>
              <a:cs typeface="Arial" panose="020B0604020202020204" pitchFamily="34" charset="0"/>
            </a:endParaRPr>
          </a:p>
          <a:p>
            <a:pPr marL="0" lvl="1" indent="0">
              <a:lnSpc>
                <a:spcPct val="150000"/>
              </a:lnSpc>
              <a:spcBef>
                <a:spcPts val="0"/>
              </a:spcBef>
              <a:buNone/>
              <a:defRPr>
                <a:solidFill>
                  <a:srgbClr val="0432FF"/>
                </a:solidFill>
              </a:defRPr>
            </a:pPr>
            <a:endParaRPr lang="en-US" altLang="zh-CN" sz="1200" dirty="0">
              <a:solidFill>
                <a:srgbClr val="000000"/>
              </a:solidFill>
              <a:latin typeface="Arial" panose="020B0604020202020204" pitchFamily="34" charset="0"/>
              <a:ea typeface="微软雅黑" panose="020B0503020204020204" pitchFamily="34" charset="-122"/>
              <a:cs typeface="Arial" panose="020B0604020202020204" pitchFamily="34" charset="0"/>
            </a:endParaRPr>
          </a:p>
          <a:p>
            <a:pPr marL="126000" lvl="1" indent="-126000">
              <a:lnSpc>
                <a:spcPct val="150000"/>
              </a:lnSpc>
              <a:spcBef>
                <a:spcPts val="0"/>
              </a:spcBef>
              <a:defRPr>
                <a:solidFill>
                  <a:srgbClr val="0432FF"/>
                </a:solidFill>
              </a:defRPr>
            </a:pPr>
            <a:r>
              <a:rPr lang="zh-CN" altLang="en-US" sz="1200" dirty="0">
                <a:solidFill>
                  <a:srgbClr val="000000"/>
                </a:solidFill>
                <a:latin typeface="Arial" panose="020B0604020202020204" pitchFamily="34" charset="0"/>
                <a:ea typeface="微软雅黑" panose="020B0503020204020204" pitchFamily="34" charset="-122"/>
                <a:cs typeface="Arial" panose="020B0604020202020204" pitchFamily="34" charset="0"/>
              </a:rPr>
              <a:t>通过编译自己编写的</a:t>
            </a:r>
            <a:r>
              <a:rPr lang="en-US" altLang="zh-CN" sz="1200" dirty="0" err="1">
                <a:solidFill>
                  <a:srgbClr val="000000"/>
                </a:solidFill>
                <a:latin typeface="Arial" panose="020B0604020202020204" pitchFamily="34" charset="0"/>
                <a:ea typeface="微软雅黑" panose="020B0503020204020204" pitchFamily="34" charset="-122"/>
                <a:cs typeface="Arial" panose="020B0604020202020204" pitchFamily="34" charset="0"/>
              </a:rPr>
              <a:t>aclnnFlashAttentionScore</a:t>
            </a:r>
            <a:r>
              <a:rPr lang="zh-CN" altLang="en-US" sz="1200" dirty="0">
                <a:solidFill>
                  <a:srgbClr val="000000"/>
                </a:solidFill>
                <a:latin typeface="Arial" panose="020B0604020202020204" pitchFamily="34" charset="0"/>
                <a:ea typeface="微软雅黑" panose="020B0503020204020204" pitchFamily="34" charset="-122"/>
                <a:cs typeface="Arial" panose="020B0604020202020204" pitchFamily="34" charset="0"/>
              </a:rPr>
              <a:t>代码生成算子</a:t>
            </a:r>
            <a:r>
              <a:rPr lang="en-US" altLang="zh-CN" sz="1200" dirty="0">
                <a:solidFill>
                  <a:srgbClr val="000000"/>
                </a:solidFill>
                <a:latin typeface="Arial" panose="020B0604020202020204" pitchFamily="34" charset="0"/>
                <a:ea typeface="微软雅黑" panose="020B0503020204020204" pitchFamily="34" charset="-122"/>
                <a:cs typeface="Arial" panose="020B0604020202020204" pitchFamily="34" charset="0"/>
              </a:rPr>
              <a:t>API</a:t>
            </a:r>
            <a:r>
              <a:rPr lang="zh-CN" altLang="en-US" sz="1200" dirty="0">
                <a:solidFill>
                  <a:srgbClr val="000000"/>
                </a:solidFill>
                <a:latin typeface="Arial" panose="020B0604020202020204" pitchFamily="34" charset="0"/>
                <a:ea typeface="微软雅黑" panose="020B0503020204020204" pitchFamily="34" charset="-122"/>
                <a:cs typeface="Arial" panose="020B0604020202020204" pitchFamily="34" charset="0"/>
              </a:rPr>
              <a:t>。</a:t>
            </a:r>
            <a:endParaRPr lang="en-US" altLang="zh-CN" sz="1200" dirty="0">
              <a:solidFill>
                <a:srgbClr val="000000"/>
              </a:solidFill>
              <a:latin typeface="Arial" panose="020B0604020202020204" pitchFamily="34" charset="0"/>
              <a:ea typeface="微软雅黑" panose="020B0503020204020204" pitchFamily="34" charset="-122"/>
              <a:cs typeface="Arial" panose="020B0604020202020204" pitchFamily="34" charset="0"/>
            </a:endParaRPr>
          </a:p>
          <a:p>
            <a:pPr marL="0" indent="0" defTabSz="822960">
              <a:lnSpc>
                <a:spcPct val="150000"/>
              </a:lnSpc>
              <a:spcBef>
                <a:spcPts val="0"/>
              </a:spcBef>
              <a:buClr>
                <a:srgbClr val="0000FF"/>
              </a:buClr>
              <a:buSzPct val="120000"/>
              <a:buNone/>
              <a:defRPr>
                <a:solidFill>
                  <a:srgbClr val="0432FF"/>
                </a:solidFill>
              </a:defRPr>
            </a:pPr>
            <a:r>
              <a:rPr lang="zh-CN" altLang="en-US" sz="1800" b="1" dirty="0">
                <a:solidFill>
                  <a:srgbClr val="C00000"/>
                </a:solidFill>
                <a:latin typeface="Arial" panose="020B0604020202020204" pitchFamily="34" charset="0"/>
                <a:ea typeface="微软雅黑" panose="020B0503020204020204" pitchFamily="34" charset="-122"/>
                <a:cs typeface="Arial" panose="020B0604020202020204" pitchFamily="34" charset="0"/>
                <a:sym typeface="Georgia" panose="02040502050405020303"/>
              </a:rPr>
              <a:t>编写测试项目：</a:t>
            </a:r>
            <a:r>
              <a:rPr lang="zh-CN" altLang="en-US" sz="1200" dirty="0">
                <a:solidFill>
                  <a:srgbClr val="000000"/>
                </a:solidFill>
                <a:latin typeface="Arial" panose="020B0604020202020204" pitchFamily="34" charset="0"/>
                <a:ea typeface="微软雅黑" panose="020B0503020204020204" pitchFamily="34" charset="-122"/>
                <a:cs typeface="Arial" panose="020B0604020202020204" pitchFamily="34" charset="0"/>
              </a:rPr>
              <a:t>测试项目主要包含两个文件，算子的调用代码</a:t>
            </a:r>
            <a:r>
              <a:rPr lang="en-US" altLang="zh-CN" sz="1200" dirty="0">
                <a:solidFill>
                  <a:srgbClr val="000000"/>
                </a:solidFill>
                <a:latin typeface="Arial" panose="020B0604020202020204" pitchFamily="34" charset="0"/>
                <a:ea typeface="微软雅黑" panose="020B0503020204020204" pitchFamily="34" charset="-122"/>
                <a:cs typeface="Arial" panose="020B0604020202020204" pitchFamily="34" charset="0"/>
              </a:rPr>
              <a:t>(*.</a:t>
            </a:r>
            <a:r>
              <a:rPr lang="en-US" altLang="zh-CN" sz="1200" dirty="0" err="1">
                <a:solidFill>
                  <a:srgbClr val="000000"/>
                </a:solidFill>
                <a:latin typeface="Arial" panose="020B0604020202020204" pitchFamily="34" charset="0"/>
                <a:ea typeface="微软雅黑" panose="020B0503020204020204" pitchFamily="34" charset="-122"/>
                <a:cs typeface="Arial" panose="020B0604020202020204" pitchFamily="34" charset="0"/>
              </a:rPr>
              <a:t>cpp</a:t>
            </a:r>
            <a:r>
              <a:rPr lang="en-US" altLang="zh-CN" sz="1200" dirty="0">
                <a:solidFill>
                  <a:srgbClr val="000000"/>
                </a:solidFill>
                <a:latin typeface="Arial" panose="020B0604020202020204" pitchFamily="34" charset="0"/>
                <a:ea typeface="微软雅黑" panose="020B0503020204020204" pitchFamily="34" charset="-122"/>
                <a:cs typeface="Arial" panose="020B0604020202020204" pitchFamily="34" charset="0"/>
              </a:rPr>
              <a:t>)</a:t>
            </a:r>
            <a:r>
              <a:rPr lang="zh-CN" altLang="en-US" sz="1200" dirty="0">
                <a:solidFill>
                  <a:srgbClr val="000000"/>
                </a:solidFill>
                <a:latin typeface="Arial" panose="020B0604020202020204" pitchFamily="34" charset="0"/>
                <a:ea typeface="微软雅黑" panose="020B0503020204020204" pitchFamily="34" charset="-122"/>
                <a:cs typeface="Arial" panose="020B0604020202020204" pitchFamily="34" charset="0"/>
              </a:rPr>
              <a:t>和编译脚本</a:t>
            </a:r>
            <a:r>
              <a:rPr lang="en-US" altLang="zh-CN" sz="1200" dirty="0">
                <a:solidFill>
                  <a:srgbClr val="000000"/>
                </a:solidFill>
                <a:latin typeface="Arial" panose="020B0604020202020204" pitchFamily="34" charset="0"/>
                <a:ea typeface="微软雅黑" panose="020B0503020204020204" pitchFamily="34" charset="-122"/>
                <a:cs typeface="Arial" panose="020B0604020202020204" pitchFamily="34" charset="0"/>
              </a:rPr>
              <a:t>(</a:t>
            </a:r>
            <a:r>
              <a:rPr lang="en-US" altLang="zh-CN" sz="1200" dirty="0" err="1">
                <a:solidFill>
                  <a:srgbClr val="000000"/>
                </a:solidFill>
                <a:latin typeface="Arial" panose="020B0604020202020204" pitchFamily="34" charset="0"/>
                <a:ea typeface="微软雅黑" panose="020B0503020204020204" pitchFamily="34" charset="-122"/>
                <a:cs typeface="Arial" panose="020B0604020202020204" pitchFamily="34" charset="0"/>
              </a:rPr>
              <a:t>CmakeListstxt</a:t>
            </a:r>
            <a:r>
              <a:rPr lang="en-US" altLang="zh-CN" sz="1200" dirty="0">
                <a:solidFill>
                  <a:srgbClr val="000000"/>
                </a:solidFill>
                <a:latin typeface="Arial" panose="020B0604020202020204" pitchFamily="34" charset="0"/>
                <a:ea typeface="微软雅黑" panose="020B0503020204020204" pitchFamily="34" charset="-122"/>
                <a:cs typeface="Arial" panose="020B0604020202020204" pitchFamily="34" charset="0"/>
              </a:rPr>
              <a:t>)</a:t>
            </a:r>
            <a:r>
              <a:rPr lang="zh-CN" altLang="en-US" sz="1200" dirty="0">
                <a:solidFill>
                  <a:srgbClr val="000000"/>
                </a:solidFill>
                <a:latin typeface="Arial" panose="020B0604020202020204" pitchFamily="34" charset="0"/>
                <a:ea typeface="微软雅黑" panose="020B0503020204020204" pitchFamily="34" charset="-122"/>
                <a:cs typeface="Arial" panose="020B0604020202020204" pitchFamily="34" charset="0"/>
              </a:rPr>
              <a:t>。</a:t>
            </a:r>
          </a:p>
        </p:txBody>
      </p:sp>
      <p:pic>
        <p:nvPicPr>
          <p:cNvPr id="4" name="图片 3">
            <a:extLst>
              <a:ext uri="{FF2B5EF4-FFF2-40B4-BE49-F238E27FC236}">
                <a16:creationId xmlns:a16="http://schemas.microsoft.com/office/drawing/2014/main" id="{8A93A552-EC70-DF9C-14F7-B54753D1EBE3}"/>
              </a:ext>
            </a:extLst>
          </p:cNvPr>
          <p:cNvPicPr>
            <a:picLocks noChangeAspect="1"/>
          </p:cNvPicPr>
          <p:nvPr/>
        </p:nvPicPr>
        <p:blipFill>
          <a:blip r:embed="rId2"/>
          <a:stretch>
            <a:fillRect/>
          </a:stretch>
        </p:blipFill>
        <p:spPr>
          <a:xfrm>
            <a:off x="668561" y="2564603"/>
            <a:ext cx="5662353" cy="414318"/>
          </a:xfrm>
          <a:prstGeom prst="rect">
            <a:avLst/>
          </a:prstGeom>
        </p:spPr>
      </p:pic>
      <p:pic>
        <p:nvPicPr>
          <p:cNvPr id="5" name="图片 4">
            <a:extLst>
              <a:ext uri="{FF2B5EF4-FFF2-40B4-BE49-F238E27FC236}">
                <a16:creationId xmlns:a16="http://schemas.microsoft.com/office/drawing/2014/main" id="{D1E988AA-8564-F6FA-C937-E995ADE96544}"/>
              </a:ext>
            </a:extLst>
          </p:cNvPr>
          <p:cNvPicPr>
            <a:picLocks noChangeAspect="1"/>
          </p:cNvPicPr>
          <p:nvPr/>
        </p:nvPicPr>
        <p:blipFill>
          <a:blip r:embed="rId3"/>
          <a:stretch>
            <a:fillRect/>
          </a:stretch>
        </p:blipFill>
        <p:spPr>
          <a:xfrm>
            <a:off x="668561" y="3901119"/>
            <a:ext cx="5869275" cy="389515"/>
          </a:xfrm>
          <a:prstGeom prst="rect">
            <a:avLst/>
          </a:prstGeom>
        </p:spPr>
      </p:pic>
    </p:spTree>
    <p:extLst>
      <p:ext uri="{BB962C8B-B14F-4D97-AF65-F5344CB8AC3E}">
        <p14:creationId xmlns:p14="http://schemas.microsoft.com/office/powerpoint/2010/main" val="3001439268"/>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96C9B1C-341E-48F5-7483-FA49A8A54F4B}"/>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BF7613EE-9859-4F8E-34D3-97F2AA0F97C6}"/>
              </a:ext>
            </a:extLst>
          </p:cNvPr>
          <p:cNvSpPr txBox="1">
            <a:spLocks/>
          </p:cNvSpPr>
          <p:nvPr/>
        </p:nvSpPr>
        <p:spPr>
          <a:xfrm>
            <a:off x="4159387" y="411900"/>
            <a:ext cx="3877985" cy="584775"/>
          </a:xfrm>
          <a:prstGeom prst="rect">
            <a:avLst/>
          </a:prstGeom>
        </p:spPr>
        <p:txBody>
          <a:bodyPr wrap="none">
            <a:spAutoFit/>
          </a:bodyPr>
          <a:lstStyle>
            <a:lvl1pPr algn="l" defTabSz="1187798" rtl="0" eaLnBrk="1" latinLnBrk="0" hangingPunct="1">
              <a:lnSpc>
                <a:spcPct val="90000"/>
              </a:lnSpc>
              <a:spcBef>
                <a:spcPct val="0"/>
              </a:spcBef>
              <a:buNone/>
              <a:defRPr sz="5716" kern="1200">
                <a:solidFill>
                  <a:schemeClr val="tx1"/>
                </a:solidFill>
                <a:latin typeface="+mj-lt"/>
                <a:ea typeface="+mj-ea"/>
                <a:cs typeface="+mj-cs"/>
              </a:defRPr>
            </a:lvl1pPr>
          </a:lstStyle>
          <a:p>
            <a:pPr algn="ctr">
              <a:lnSpc>
                <a:spcPct val="100000"/>
              </a:lnSpc>
            </a:pPr>
            <a:r>
              <a:rPr lang="zh-CN" altLang="en-US" sz="3200" b="1" dirty="0">
                <a:solidFill>
                  <a:srgbClr val="000000"/>
                </a:solidFill>
                <a:latin typeface="微软雅黑" panose="020B0503020204020204" pitchFamily="34" charset="-122"/>
                <a:ea typeface="微软雅黑" panose="020B0503020204020204" pitchFamily="34" charset="-122"/>
              </a:rPr>
              <a:t>编写算子的调用代码</a:t>
            </a:r>
          </a:p>
        </p:txBody>
      </p:sp>
      <p:sp>
        <p:nvSpPr>
          <p:cNvPr id="3" name="文本占位符 2">
            <a:extLst>
              <a:ext uri="{FF2B5EF4-FFF2-40B4-BE49-F238E27FC236}">
                <a16:creationId xmlns:a16="http://schemas.microsoft.com/office/drawing/2014/main" id="{3A1C27F0-83A9-00EC-65A2-2A944D704B00}"/>
              </a:ext>
            </a:extLst>
          </p:cNvPr>
          <p:cNvSpPr txBox="1">
            <a:spLocks/>
          </p:cNvSpPr>
          <p:nvPr/>
        </p:nvSpPr>
        <p:spPr>
          <a:xfrm>
            <a:off x="1106507" y="2911807"/>
            <a:ext cx="9983749" cy="1305870"/>
          </a:xfrm>
          <a:prstGeom prst="rect">
            <a:avLst/>
          </a:prstGeom>
        </p:spPr>
        <p:txBody>
          <a:bodyPr wrap="square">
            <a:spAutoFit/>
          </a:bodyPr>
          <a:lstStyle>
            <a:lvl1pPr marL="296950" indent="-296950" algn="l" defTabSz="1187798" rtl="0" eaLnBrk="1" latinLnBrk="0" hangingPunct="1">
              <a:lnSpc>
                <a:spcPct val="90000"/>
              </a:lnSpc>
              <a:spcBef>
                <a:spcPts val="1299"/>
              </a:spcBef>
              <a:buFont typeface="Arial" panose="020B0604020202020204" pitchFamily="34" charset="0"/>
              <a:buChar char="•"/>
              <a:defRPr sz="3636" kern="1200">
                <a:solidFill>
                  <a:schemeClr val="tx1"/>
                </a:solidFill>
                <a:latin typeface="+mn-lt"/>
                <a:ea typeface="+mn-ea"/>
                <a:cs typeface="+mn-cs"/>
              </a:defRPr>
            </a:lvl1pPr>
            <a:lvl2pPr marL="890849" indent="-296950" algn="l" defTabSz="1187798" rtl="0" eaLnBrk="1" latinLnBrk="0" hangingPunct="1">
              <a:lnSpc>
                <a:spcPct val="90000"/>
              </a:lnSpc>
              <a:spcBef>
                <a:spcPts val="650"/>
              </a:spcBef>
              <a:buFont typeface="Arial" panose="020B0604020202020204" pitchFamily="34" charset="0"/>
              <a:buChar char="•"/>
              <a:defRPr sz="3118" kern="1200">
                <a:solidFill>
                  <a:schemeClr val="tx1"/>
                </a:solidFill>
                <a:latin typeface="+mn-lt"/>
                <a:ea typeface="+mn-ea"/>
                <a:cs typeface="+mn-cs"/>
              </a:defRPr>
            </a:lvl2pPr>
            <a:lvl3pPr marL="1484748" indent="-296950" algn="l" defTabSz="1187798" rtl="0" eaLnBrk="1" latinLnBrk="0" hangingPunct="1">
              <a:lnSpc>
                <a:spcPct val="90000"/>
              </a:lnSpc>
              <a:spcBef>
                <a:spcPts val="650"/>
              </a:spcBef>
              <a:buFont typeface="Arial" panose="020B0604020202020204" pitchFamily="34" charset="0"/>
              <a:buChar char="•"/>
              <a:defRPr sz="2598" kern="1200">
                <a:solidFill>
                  <a:schemeClr val="tx1"/>
                </a:solidFill>
                <a:latin typeface="+mn-lt"/>
                <a:ea typeface="+mn-ea"/>
                <a:cs typeface="+mn-cs"/>
              </a:defRPr>
            </a:lvl3pPr>
            <a:lvl4pPr marL="2078648" indent="-296950" algn="l" defTabSz="1187798" rtl="0" eaLnBrk="1" latinLnBrk="0" hangingPunct="1">
              <a:lnSpc>
                <a:spcPct val="90000"/>
              </a:lnSpc>
              <a:spcBef>
                <a:spcPts val="650"/>
              </a:spcBef>
              <a:buFont typeface="Arial" panose="020B0604020202020204" pitchFamily="34" charset="0"/>
              <a:buChar char="•"/>
              <a:defRPr sz="2338" kern="1200">
                <a:solidFill>
                  <a:schemeClr val="tx1"/>
                </a:solidFill>
                <a:latin typeface="+mn-lt"/>
                <a:ea typeface="+mn-ea"/>
                <a:cs typeface="+mn-cs"/>
              </a:defRPr>
            </a:lvl4pPr>
            <a:lvl5pPr marL="2672547" indent="-296950" algn="l" defTabSz="1187798" rtl="0" eaLnBrk="1" latinLnBrk="0" hangingPunct="1">
              <a:lnSpc>
                <a:spcPct val="90000"/>
              </a:lnSpc>
              <a:spcBef>
                <a:spcPts val="650"/>
              </a:spcBef>
              <a:buFont typeface="Arial" panose="020B0604020202020204" pitchFamily="34" charset="0"/>
              <a:buChar char="•"/>
              <a:defRPr sz="2338" kern="1200">
                <a:solidFill>
                  <a:schemeClr val="tx1"/>
                </a:solidFill>
                <a:latin typeface="+mn-lt"/>
                <a:ea typeface="+mn-ea"/>
                <a:cs typeface="+mn-cs"/>
              </a:defRPr>
            </a:lvl5pPr>
            <a:lvl6pPr marL="3266447" indent="-296950" algn="l" defTabSz="1187798" rtl="0" eaLnBrk="1" latinLnBrk="0" hangingPunct="1">
              <a:lnSpc>
                <a:spcPct val="90000"/>
              </a:lnSpc>
              <a:spcBef>
                <a:spcPts val="650"/>
              </a:spcBef>
              <a:buFont typeface="Arial" panose="020B0604020202020204" pitchFamily="34" charset="0"/>
              <a:buChar char="•"/>
              <a:defRPr sz="2338" kern="1200">
                <a:solidFill>
                  <a:schemeClr val="tx1"/>
                </a:solidFill>
                <a:latin typeface="+mn-lt"/>
                <a:ea typeface="+mn-ea"/>
                <a:cs typeface="+mn-cs"/>
              </a:defRPr>
            </a:lvl6pPr>
            <a:lvl7pPr marL="3860346" indent="-296950" algn="l" defTabSz="1187798" rtl="0" eaLnBrk="1" latinLnBrk="0" hangingPunct="1">
              <a:lnSpc>
                <a:spcPct val="90000"/>
              </a:lnSpc>
              <a:spcBef>
                <a:spcPts val="650"/>
              </a:spcBef>
              <a:buFont typeface="Arial" panose="020B0604020202020204" pitchFamily="34" charset="0"/>
              <a:buChar char="•"/>
              <a:defRPr sz="2338" kern="1200">
                <a:solidFill>
                  <a:schemeClr val="tx1"/>
                </a:solidFill>
                <a:latin typeface="+mn-lt"/>
                <a:ea typeface="+mn-ea"/>
                <a:cs typeface="+mn-cs"/>
              </a:defRPr>
            </a:lvl7pPr>
            <a:lvl8pPr marL="4454245" indent="-296950" algn="l" defTabSz="1187798" rtl="0" eaLnBrk="1" latinLnBrk="0" hangingPunct="1">
              <a:lnSpc>
                <a:spcPct val="90000"/>
              </a:lnSpc>
              <a:spcBef>
                <a:spcPts val="650"/>
              </a:spcBef>
              <a:buFont typeface="Arial" panose="020B0604020202020204" pitchFamily="34" charset="0"/>
              <a:buChar char="•"/>
              <a:defRPr sz="2338" kern="1200">
                <a:solidFill>
                  <a:schemeClr val="tx1"/>
                </a:solidFill>
                <a:latin typeface="+mn-lt"/>
                <a:ea typeface="+mn-ea"/>
                <a:cs typeface="+mn-cs"/>
              </a:defRPr>
            </a:lvl8pPr>
            <a:lvl9pPr marL="5048144" indent="-296950" algn="l" defTabSz="1187798" rtl="0" eaLnBrk="1" latinLnBrk="0" hangingPunct="1">
              <a:lnSpc>
                <a:spcPct val="90000"/>
              </a:lnSpc>
              <a:spcBef>
                <a:spcPts val="650"/>
              </a:spcBef>
              <a:buFont typeface="Arial" panose="020B0604020202020204" pitchFamily="34" charset="0"/>
              <a:buChar char="•"/>
              <a:defRPr sz="2338" kern="1200">
                <a:solidFill>
                  <a:schemeClr val="tx1"/>
                </a:solidFill>
                <a:latin typeface="+mn-lt"/>
                <a:ea typeface="+mn-ea"/>
                <a:cs typeface="+mn-cs"/>
              </a:defRPr>
            </a:lvl9pPr>
          </a:lstStyle>
          <a:p>
            <a:pPr marL="0" indent="0">
              <a:lnSpc>
                <a:spcPct val="150000"/>
              </a:lnSpc>
              <a:spcBef>
                <a:spcPts val="0"/>
              </a:spcBef>
              <a:buNone/>
              <a:defRPr>
                <a:solidFill>
                  <a:srgbClr val="0432FF"/>
                </a:solidFill>
              </a:defRPr>
            </a:pPr>
            <a:r>
              <a:rPr lang="zh-CN" altLang="en-US" sz="1800" b="1" dirty="0">
                <a:solidFill>
                  <a:srgbClr val="C00000"/>
                </a:solidFill>
                <a:latin typeface="Arial" panose="020B0604020202020204" pitchFamily="34" charset="0"/>
                <a:ea typeface="微软雅黑" panose="020B0503020204020204" pitchFamily="34" charset="-122"/>
                <a:cs typeface="Arial" panose="020B0604020202020204" pitchFamily="34" charset="0"/>
              </a:rPr>
              <a:t>算子的调用代码主要分成固定写法部分和自适应写法部分：</a:t>
            </a:r>
            <a:endParaRPr lang="en-US" altLang="zh-CN" sz="1800" b="1" dirty="0">
              <a:solidFill>
                <a:srgbClr val="C00000"/>
              </a:solidFill>
              <a:latin typeface="Arial" panose="020B0604020202020204" pitchFamily="34" charset="0"/>
              <a:ea typeface="微软雅黑" panose="020B0503020204020204" pitchFamily="34" charset="-122"/>
              <a:cs typeface="Arial" panose="020B0604020202020204" pitchFamily="34" charset="0"/>
            </a:endParaRPr>
          </a:p>
          <a:p>
            <a:pPr marL="126000" lvl="1" indent="-126000">
              <a:lnSpc>
                <a:spcPct val="150000"/>
              </a:lnSpc>
              <a:spcBef>
                <a:spcPts val="0"/>
              </a:spcBef>
              <a:defRPr>
                <a:solidFill>
                  <a:srgbClr val="0432FF"/>
                </a:solidFill>
              </a:defRPr>
            </a:pPr>
            <a:r>
              <a:rPr lang="zh-CN" altLang="en-US" sz="1200" dirty="0">
                <a:solidFill>
                  <a:srgbClr val="000000"/>
                </a:solidFill>
                <a:latin typeface="Arial" panose="020B0604020202020204" pitchFamily="34" charset="0"/>
                <a:ea typeface="微软雅黑" panose="020B0503020204020204" pitchFamily="34" charset="-122"/>
                <a:cs typeface="Arial" panose="020B0604020202020204" pitchFamily="34" charset="0"/>
              </a:rPr>
              <a:t>固定写法部分：可以在官网或者相关书籍查询到，主要包括</a:t>
            </a:r>
            <a:r>
              <a:rPr lang="en-US" altLang="zh-CN" sz="1200" dirty="0" err="1">
                <a:solidFill>
                  <a:srgbClr val="000000"/>
                </a:solidFill>
                <a:latin typeface="Arial" panose="020B0604020202020204" pitchFamily="34" charset="0"/>
                <a:ea typeface="微软雅黑" panose="020B0503020204020204" pitchFamily="34" charset="-122"/>
                <a:cs typeface="Arial" panose="020B0604020202020204" pitchFamily="34" charset="0"/>
              </a:rPr>
              <a:t>AscendCL</a:t>
            </a:r>
            <a:r>
              <a:rPr lang="zh-CN" altLang="en-US" sz="1200" dirty="0">
                <a:solidFill>
                  <a:srgbClr val="000000"/>
                </a:solidFill>
                <a:latin typeface="Arial" panose="020B0604020202020204" pitchFamily="34" charset="0"/>
                <a:ea typeface="微软雅黑" panose="020B0503020204020204" pitchFamily="34" charset="-122"/>
                <a:cs typeface="Arial" panose="020B0604020202020204" pitchFamily="34" charset="0"/>
              </a:rPr>
              <a:t>初始化函数、创建</a:t>
            </a:r>
            <a:r>
              <a:rPr lang="en-US" altLang="zh-CN" sz="1200" dirty="0" err="1">
                <a:solidFill>
                  <a:srgbClr val="000000"/>
                </a:solidFill>
                <a:latin typeface="Arial" panose="020B0604020202020204" pitchFamily="34" charset="0"/>
                <a:ea typeface="微软雅黑" panose="020B0503020204020204" pitchFamily="34" charset="-122"/>
                <a:cs typeface="Arial" panose="020B0604020202020204" pitchFamily="34" charset="0"/>
              </a:rPr>
              <a:t>aclTensor</a:t>
            </a:r>
            <a:r>
              <a:rPr lang="zh-CN" altLang="en-US" sz="1200" dirty="0">
                <a:solidFill>
                  <a:srgbClr val="000000"/>
                </a:solidFill>
                <a:latin typeface="Arial" panose="020B0604020202020204" pitchFamily="34" charset="0"/>
                <a:ea typeface="微软雅黑" panose="020B0503020204020204" pitchFamily="34" charset="-122"/>
                <a:cs typeface="Arial" panose="020B0604020202020204" pitchFamily="34" charset="0"/>
              </a:rPr>
              <a:t>函数、打印输出结果函数、以及主函数中用于</a:t>
            </a:r>
            <a:r>
              <a:rPr lang="en-US" altLang="zh-CN" sz="1200" dirty="0" err="1">
                <a:solidFill>
                  <a:srgbClr val="000000"/>
                </a:solidFill>
                <a:latin typeface="Arial" panose="020B0604020202020204" pitchFamily="34" charset="0"/>
                <a:ea typeface="微软雅黑" panose="020B0503020204020204" pitchFamily="34" charset="-122"/>
                <a:cs typeface="Arial" panose="020B0604020202020204" pitchFamily="34" charset="0"/>
              </a:rPr>
              <a:t>AscendCL</a:t>
            </a:r>
            <a:r>
              <a:rPr lang="zh-CN" altLang="en-US" sz="1200" dirty="0">
                <a:solidFill>
                  <a:srgbClr val="000000"/>
                </a:solidFill>
                <a:latin typeface="Arial" panose="020B0604020202020204" pitchFamily="34" charset="0"/>
                <a:ea typeface="微软雅黑" panose="020B0503020204020204" pitchFamily="34" charset="-122"/>
                <a:cs typeface="Arial" panose="020B0604020202020204" pitchFamily="34" charset="0"/>
              </a:rPr>
              <a:t>初始化函数的变量的创建和释放。</a:t>
            </a:r>
            <a:endParaRPr lang="en-US" altLang="zh-CN" sz="1200" dirty="0">
              <a:solidFill>
                <a:srgbClr val="000000"/>
              </a:solidFill>
              <a:latin typeface="Arial" panose="020B0604020202020204" pitchFamily="34" charset="0"/>
              <a:ea typeface="微软雅黑" panose="020B0503020204020204" pitchFamily="34" charset="-122"/>
              <a:cs typeface="Arial" panose="020B0604020202020204" pitchFamily="34" charset="0"/>
            </a:endParaRPr>
          </a:p>
          <a:p>
            <a:pPr marL="126000" lvl="1" indent="-126000">
              <a:lnSpc>
                <a:spcPct val="150000"/>
              </a:lnSpc>
              <a:spcBef>
                <a:spcPts val="0"/>
              </a:spcBef>
              <a:defRPr>
                <a:solidFill>
                  <a:srgbClr val="0432FF"/>
                </a:solidFill>
              </a:defRPr>
            </a:pPr>
            <a:r>
              <a:rPr lang="zh-CN" altLang="en-US" sz="1200" dirty="0">
                <a:solidFill>
                  <a:srgbClr val="000000"/>
                </a:solidFill>
                <a:latin typeface="Arial" panose="020B0604020202020204" pitchFamily="34" charset="0"/>
                <a:ea typeface="微软雅黑" panose="020B0503020204020204" pitchFamily="34" charset="-122"/>
                <a:cs typeface="Arial" panose="020B0604020202020204" pitchFamily="34" charset="0"/>
              </a:rPr>
              <a:t>自适应写法部分：主要分为输入输出的构造、调用算子</a:t>
            </a:r>
            <a:r>
              <a:rPr lang="en-US" altLang="zh-CN" sz="1200" dirty="0">
                <a:solidFill>
                  <a:srgbClr val="000000"/>
                </a:solidFill>
                <a:latin typeface="Arial" panose="020B0604020202020204" pitchFamily="34" charset="0"/>
                <a:ea typeface="微软雅黑" panose="020B0503020204020204" pitchFamily="34" charset="-122"/>
                <a:cs typeface="Arial" panose="020B0604020202020204" pitchFamily="34" charset="0"/>
              </a:rPr>
              <a:t>API</a:t>
            </a:r>
            <a:r>
              <a:rPr lang="zh-CN" altLang="en-US" sz="1200" dirty="0">
                <a:solidFill>
                  <a:srgbClr val="000000"/>
                </a:solidFill>
                <a:latin typeface="Arial" panose="020B0604020202020204" pitchFamily="34" charset="0"/>
                <a:ea typeface="微软雅黑" panose="020B0503020204020204" pitchFamily="34" charset="-122"/>
                <a:cs typeface="Arial" panose="020B0604020202020204" pitchFamily="34" charset="0"/>
              </a:rPr>
              <a:t>的第一段接口计算所需要的空间、调用算子</a:t>
            </a:r>
            <a:r>
              <a:rPr lang="en-US" altLang="zh-CN" sz="1200" dirty="0">
                <a:solidFill>
                  <a:srgbClr val="000000"/>
                </a:solidFill>
                <a:latin typeface="Arial" panose="020B0604020202020204" pitchFamily="34" charset="0"/>
                <a:ea typeface="微软雅黑" panose="020B0503020204020204" pitchFamily="34" charset="-122"/>
                <a:cs typeface="Arial" panose="020B0604020202020204" pitchFamily="34" charset="0"/>
              </a:rPr>
              <a:t>API</a:t>
            </a:r>
            <a:r>
              <a:rPr lang="zh-CN" altLang="en-US" sz="1200" dirty="0">
                <a:solidFill>
                  <a:srgbClr val="000000"/>
                </a:solidFill>
                <a:latin typeface="Arial" panose="020B0604020202020204" pitchFamily="34" charset="0"/>
                <a:ea typeface="微软雅黑" panose="020B0503020204020204" pitchFamily="34" charset="-122"/>
                <a:cs typeface="Arial" panose="020B0604020202020204" pitchFamily="34" charset="0"/>
              </a:rPr>
              <a:t>的第二段接口计算算子、释放输入输出。</a:t>
            </a:r>
            <a:endParaRPr lang="en-US" altLang="zh-CN" sz="1200" dirty="0">
              <a:solidFill>
                <a:srgbClr val="000000"/>
              </a:solidFill>
              <a:latin typeface="Arial" panose="020B0604020202020204" pitchFamily="34" charset="0"/>
              <a:ea typeface="微软雅黑" panose="020B0503020204020204" pitchFamily="34" charset="-122"/>
              <a:cs typeface="Arial" panose="020B0604020202020204" pitchFamily="34" charset="0"/>
            </a:endParaRPr>
          </a:p>
        </p:txBody>
      </p:sp>
    </p:spTree>
    <p:extLst>
      <p:ext uri="{BB962C8B-B14F-4D97-AF65-F5344CB8AC3E}">
        <p14:creationId xmlns:p14="http://schemas.microsoft.com/office/powerpoint/2010/main" val="2391489744"/>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2CCFD41-9EF6-A582-20C9-7F03576DF631}"/>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B9596A08-FF6A-E8EC-F8EA-8EEB931EDBE9}"/>
              </a:ext>
            </a:extLst>
          </p:cNvPr>
          <p:cNvSpPr txBox="1">
            <a:spLocks/>
          </p:cNvSpPr>
          <p:nvPr/>
        </p:nvSpPr>
        <p:spPr>
          <a:xfrm>
            <a:off x="4159387" y="411900"/>
            <a:ext cx="3877985" cy="584775"/>
          </a:xfrm>
          <a:prstGeom prst="rect">
            <a:avLst/>
          </a:prstGeom>
        </p:spPr>
        <p:txBody>
          <a:bodyPr wrap="none">
            <a:spAutoFit/>
          </a:bodyPr>
          <a:lstStyle>
            <a:lvl1pPr algn="l" defTabSz="1187798" rtl="0" eaLnBrk="1" latinLnBrk="0" hangingPunct="1">
              <a:lnSpc>
                <a:spcPct val="90000"/>
              </a:lnSpc>
              <a:spcBef>
                <a:spcPct val="0"/>
              </a:spcBef>
              <a:buNone/>
              <a:defRPr sz="5716" kern="1200">
                <a:solidFill>
                  <a:schemeClr val="tx1"/>
                </a:solidFill>
                <a:latin typeface="+mj-lt"/>
                <a:ea typeface="+mj-ea"/>
                <a:cs typeface="+mj-cs"/>
              </a:defRPr>
            </a:lvl1pPr>
          </a:lstStyle>
          <a:p>
            <a:pPr algn="ctr">
              <a:lnSpc>
                <a:spcPct val="100000"/>
              </a:lnSpc>
            </a:pPr>
            <a:r>
              <a:rPr lang="zh-CN" altLang="en-US" sz="3200" b="1" dirty="0">
                <a:solidFill>
                  <a:srgbClr val="000000"/>
                </a:solidFill>
                <a:latin typeface="微软雅黑" panose="020B0503020204020204" pitchFamily="34" charset="-122"/>
                <a:ea typeface="微软雅黑" panose="020B0503020204020204" pitchFamily="34" charset="-122"/>
              </a:rPr>
              <a:t>编写算子的调用代码</a:t>
            </a:r>
          </a:p>
        </p:txBody>
      </p:sp>
      <p:grpSp>
        <p:nvGrpSpPr>
          <p:cNvPr id="6" name="组合 5">
            <a:extLst>
              <a:ext uri="{FF2B5EF4-FFF2-40B4-BE49-F238E27FC236}">
                <a16:creationId xmlns:a16="http://schemas.microsoft.com/office/drawing/2014/main" id="{C1A97094-250D-5DAA-785F-7C9FCAC1E7C9}"/>
              </a:ext>
            </a:extLst>
          </p:cNvPr>
          <p:cNvGrpSpPr/>
          <p:nvPr/>
        </p:nvGrpSpPr>
        <p:grpSpPr>
          <a:xfrm>
            <a:off x="1823456" y="2051035"/>
            <a:ext cx="8549851" cy="3244863"/>
            <a:chOff x="1823456" y="2051035"/>
            <a:chExt cx="8549851" cy="3244863"/>
          </a:xfrm>
        </p:grpSpPr>
        <p:sp>
          <p:nvSpPr>
            <p:cNvPr id="3" name="文本占位符 2">
              <a:extLst>
                <a:ext uri="{FF2B5EF4-FFF2-40B4-BE49-F238E27FC236}">
                  <a16:creationId xmlns:a16="http://schemas.microsoft.com/office/drawing/2014/main" id="{01C1A943-51DB-E87E-402B-AFDA5B511722}"/>
                </a:ext>
              </a:extLst>
            </p:cNvPr>
            <p:cNvSpPr txBox="1">
              <a:spLocks/>
            </p:cNvSpPr>
            <p:nvPr/>
          </p:nvSpPr>
          <p:spPr>
            <a:xfrm>
              <a:off x="1823456" y="2051035"/>
              <a:ext cx="8549851" cy="3244863"/>
            </a:xfrm>
            <a:prstGeom prst="rect">
              <a:avLst/>
            </a:prstGeom>
          </p:spPr>
          <p:txBody>
            <a:bodyPr wrap="square">
              <a:spAutoFit/>
            </a:bodyPr>
            <a:lstStyle>
              <a:lvl1pPr marL="296950" indent="-296950" algn="l" defTabSz="1187798" rtl="0" eaLnBrk="1" latinLnBrk="0" hangingPunct="1">
                <a:lnSpc>
                  <a:spcPct val="90000"/>
                </a:lnSpc>
                <a:spcBef>
                  <a:spcPts val="1299"/>
                </a:spcBef>
                <a:buFont typeface="Arial" panose="020B0604020202020204" pitchFamily="34" charset="0"/>
                <a:buChar char="•"/>
                <a:defRPr sz="3636" kern="1200">
                  <a:solidFill>
                    <a:schemeClr val="tx1"/>
                  </a:solidFill>
                  <a:latin typeface="+mn-lt"/>
                  <a:ea typeface="+mn-ea"/>
                  <a:cs typeface="+mn-cs"/>
                </a:defRPr>
              </a:lvl1pPr>
              <a:lvl2pPr marL="890849" indent="-296950" algn="l" defTabSz="1187798" rtl="0" eaLnBrk="1" latinLnBrk="0" hangingPunct="1">
                <a:lnSpc>
                  <a:spcPct val="90000"/>
                </a:lnSpc>
                <a:spcBef>
                  <a:spcPts val="650"/>
                </a:spcBef>
                <a:buFont typeface="Arial" panose="020B0604020202020204" pitchFamily="34" charset="0"/>
                <a:buChar char="•"/>
                <a:defRPr sz="3118" kern="1200">
                  <a:solidFill>
                    <a:schemeClr val="tx1"/>
                  </a:solidFill>
                  <a:latin typeface="+mn-lt"/>
                  <a:ea typeface="+mn-ea"/>
                  <a:cs typeface="+mn-cs"/>
                </a:defRPr>
              </a:lvl2pPr>
              <a:lvl3pPr marL="1484748" indent="-296950" algn="l" defTabSz="1187798" rtl="0" eaLnBrk="1" latinLnBrk="0" hangingPunct="1">
                <a:lnSpc>
                  <a:spcPct val="90000"/>
                </a:lnSpc>
                <a:spcBef>
                  <a:spcPts val="650"/>
                </a:spcBef>
                <a:buFont typeface="Arial" panose="020B0604020202020204" pitchFamily="34" charset="0"/>
                <a:buChar char="•"/>
                <a:defRPr sz="2598" kern="1200">
                  <a:solidFill>
                    <a:schemeClr val="tx1"/>
                  </a:solidFill>
                  <a:latin typeface="+mn-lt"/>
                  <a:ea typeface="+mn-ea"/>
                  <a:cs typeface="+mn-cs"/>
                </a:defRPr>
              </a:lvl3pPr>
              <a:lvl4pPr marL="2078648" indent="-296950" algn="l" defTabSz="1187798" rtl="0" eaLnBrk="1" latinLnBrk="0" hangingPunct="1">
                <a:lnSpc>
                  <a:spcPct val="90000"/>
                </a:lnSpc>
                <a:spcBef>
                  <a:spcPts val="650"/>
                </a:spcBef>
                <a:buFont typeface="Arial" panose="020B0604020202020204" pitchFamily="34" charset="0"/>
                <a:buChar char="•"/>
                <a:defRPr sz="2338" kern="1200">
                  <a:solidFill>
                    <a:schemeClr val="tx1"/>
                  </a:solidFill>
                  <a:latin typeface="+mn-lt"/>
                  <a:ea typeface="+mn-ea"/>
                  <a:cs typeface="+mn-cs"/>
                </a:defRPr>
              </a:lvl4pPr>
              <a:lvl5pPr marL="2672547" indent="-296950" algn="l" defTabSz="1187798" rtl="0" eaLnBrk="1" latinLnBrk="0" hangingPunct="1">
                <a:lnSpc>
                  <a:spcPct val="90000"/>
                </a:lnSpc>
                <a:spcBef>
                  <a:spcPts val="650"/>
                </a:spcBef>
                <a:buFont typeface="Arial" panose="020B0604020202020204" pitchFamily="34" charset="0"/>
                <a:buChar char="•"/>
                <a:defRPr sz="2338" kern="1200">
                  <a:solidFill>
                    <a:schemeClr val="tx1"/>
                  </a:solidFill>
                  <a:latin typeface="+mn-lt"/>
                  <a:ea typeface="+mn-ea"/>
                  <a:cs typeface="+mn-cs"/>
                </a:defRPr>
              </a:lvl5pPr>
              <a:lvl6pPr marL="3266447" indent="-296950" algn="l" defTabSz="1187798" rtl="0" eaLnBrk="1" latinLnBrk="0" hangingPunct="1">
                <a:lnSpc>
                  <a:spcPct val="90000"/>
                </a:lnSpc>
                <a:spcBef>
                  <a:spcPts val="650"/>
                </a:spcBef>
                <a:buFont typeface="Arial" panose="020B0604020202020204" pitchFamily="34" charset="0"/>
                <a:buChar char="•"/>
                <a:defRPr sz="2338" kern="1200">
                  <a:solidFill>
                    <a:schemeClr val="tx1"/>
                  </a:solidFill>
                  <a:latin typeface="+mn-lt"/>
                  <a:ea typeface="+mn-ea"/>
                  <a:cs typeface="+mn-cs"/>
                </a:defRPr>
              </a:lvl6pPr>
              <a:lvl7pPr marL="3860346" indent="-296950" algn="l" defTabSz="1187798" rtl="0" eaLnBrk="1" latinLnBrk="0" hangingPunct="1">
                <a:lnSpc>
                  <a:spcPct val="90000"/>
                </a:lnSpc>
                <a:spcBef>
                  <a:spcPts val="650"/>
                </a:spcBef>
                <a:buFont typeface="Arial" panose="020B0604020202020204" pitchFamily="34" charset="0"/>
                <a:buChar char="•"/>
                <a:defRPr sz="2338" kern="1200">
                  <a:solidFill>
                    <a:schemeClr val="tx1"/>
                  </a:solidFill>
                  <a:latin typeface="+mn-lt"/>
                  <a:ea typeface="+mn-ea"/>
                  <a:cs typeface="+mn-cs"/>
                </a:defRPr>
              </a:lvl7pPr>
              <a:lvl8pPr marL="4454245" indent="-296950" algn="l" defTabSz="1187798" rtl="0" eaLnBrk="1" latinLnBrk="0" hangingPunct="1">
                <a:lnSpc>
                  <a:spcPct val="90000"/>
                </a:lnSpc>
                <a:spcBef>
                  <a:spcPts val="650"/>
                </a:spcBef>
                <a:buFont typeface="Arial" panose="020B0604020202020204" pitchFamily="34" charset="0"/>
                <a:buChar char="•"/>
                <a:defRPr sz="2338" kern="1200">
                  <a:solidFill>
                    <a:schemeClr val="tx1"/>
                  </a:solidFill>
                  <a:latin typeface="+mn-lt"/>
                  <a:ea typeface="+mn-ea"/>
                  <a:cs typeface="+mn-cs"/>
                </a:defRPr>
              </a:lvl8pPr>
              <a:lvl9pPr marL="5048144" indent="-296950" algn="l" defTabSz="1187798" rtl="0" eaLnBrk="1" latinLnBrk="0" hangingPunct="1">
                <a:lnSpc>
                  <a:spcPct val="90000"/>
                </a:lnSpc>
                <a:spcBef>
                  <a:spcPts val="650"/>
                </a:spcBef>
                <a:buFont typeface="Arial" panose="020B0604020202020204" pitchFamily="34" charset="0"/>
                <a:buChar char="•"/>
                <a:defRPr sz="2338" kern="1200">
                  <a:solidFill>
                    <a:schemeClr val="tx1"/>
                  </a:solidFill>
                  <a:latin typeface="+mn-lt"/>
                  <a:ea typeface="+mn-ea"/>
                  <a:cs typeface="+mn-cs"/>
                </a:defRPr>
              </a:lvl9pPr>
            </a:lstStyle>
            <a:p>
              <a:pPr marL="0" indent="0">
                <a:lnSpc>
                  <a:spcPct val="150000"/>
                </a:lnSpc>
                <a:spcBef>
                  <a:spcPts val="0"/>
                </a:spcBef>
                <a:buNone/>
                <a:defRPr>
                  <a:solidFill>
                    <a:srgbClr val="0432FF"/>
                  </a:solidFill>
                </a:defRPr>
              </a:pPr>
              <a:r>
                <a:rPr lang="zh-CN" altLang="en-US" sz="1800" b="1" dirty="0">
                  <a:solidFill>
                    <a:srgbClr val="C00000"/>
                  </a:solidFill>
                  <a:latin typeface="Arial" panose="020B0604020202020204" pitchFamily="34" charset="0"/>
                  <a:ea typeface="微软雅黑" panose="020B0503020204020204" pitchFamily="34" charset="-122"/>
                  <a:cs typeface="Arial" panose="020B0604020202020204" pitchFamily="34" charset="0"/>
                </a:rPr>
                <a:t>输入输出的构造：</a:t>
              </a:r>
              <a:endParaRPr lang="en-US" altLang="zh-CN" sz="1800" b="1" dirty="0">
                <a:solidFill>
                  <a:srgbClr val="C00000"/>
                </a:solidFill>
                <a:latin typeface="Arial" panose="020B0604020202020204" pitchFamily="34" charset="0"/>
                <a:ea typeface="微软雅黑" panose="020B0503020204020204" pitchFamily="34" charset="-122"/>
                <a:cs typeface="Arial" panose="020B0604020202020204" pitchFamily="34" charset="0"/>
              </a:endParaRPr>
            </a:p>
            <a:p>
              <a:pPr marL="0" lvl="1" indent="0">
                <a:lnSpc>
                  <a:spcPct val="150000"/>
                </a:lnSpc>
                <a:spcBef>
                  <a:spcPts val="0"/>
                </a:spcBef>
                <a:buNone/>
                <a:defRPr>
                  <a:solidFill>
                    <a:srgbClr val="0432FF"/>
                  </a:solidFill>
                </a:defRPr>
              </a:pPr>
              <a:r>
                <a:rPr lang="zh-CN" altLang="en-US" sz="1200" b="1" dirty="0">
                  <a:solidFill>
                    <a:srgbClr val="000000"/>
                  </a:solidFill>
                  <a:latin typeface="Arial" panose="020B0604020202020204" pitchFamily="34" charset="0"/>
                  <a:ea typeface="微软雅黑" panose="020B0503020204020204" pitchFamily="34" charset="-122"/>
                  <a:cs typeface="Arial" panose="020B0604020202020204" pitchFamily="34" charset="0"/>
                </a:rPr>
                <a:t>输入有两种类型：</a:t>
              </a:r>
              <a:r>
                <a:rPr lang="en-US" altLang="zh-CN" sz="1200" b="1" dirty="0" err="1">
                  <a:solidFill>
                    <a:srgbClr val="000000"/>
                  </a:solidFill>
                  <a:latin typeface="Arial" panose="020B0604020202020204" pitchFamily="34" charset="0"/>
                  <a:ea typeface="微软雅黑" panose="020B0503020204020204" pitchFamily="34" charset="-122"/>
                  <a:cs typeface="Arial" panose="020B0604020202020204" pitchFamily="34" charset="0"/>
                </a:rPr>
                <a:t>aclTensor</a:t>
              </a:r>
              <a:r>
                <a:rPr lang="zh-CN" altLang="en-US" sz="1200" b="1" dirty="0">
                  <a:solidFill>
                    <a:srgbClr val="000000"/>
                  </a:solidFill>
                  <a:latin typeface="Arial" panose="020B0604020202020204" pitchFamily="34" charset="0"/>
                  <a:ea typeface="微软雅黑" panose="020B0503020204020204" pitchFamily="34" charset="-122"/>
                  <a:cs typeface="Arial" panose="020B0604020202020204" pitchFamily="34" charset="0"/>
                </a:rPr>
                <a:t>类型变量和常量。</a:t>
              </a:r>
              <a:endParaRPr lang="en-US" altLang="zh-CN" sz="1200" b="1" dirty="0">
                <a:solidFill>
                  <a:srgbClr val="000000"/>
                </a:solidFill>
                <a:latin typeface="Arial" panose="020B0604020202020204" pitchFamily="34" charset="0"/>
                <a:ea typeface="微软雅黑" panose="020B0503020204020204" pitchFamily="34" charset="-122"/>
                <a:cs typeface="Arial" panose="020B0604020202020204" pitchFamily="34" charset="0"/>
              </a:endParaRPr>
            </a:p>
            <a:p>
              <a:pPr marL="126000" lvl="2" indent="-126000">
                <a:lnSpc>
                  <a:spcPct val="150000"/>
                </a:lnSpc>
                <a:spcBef>
                  <a:spcPts val="0"/>
                </a:spcBef>
                <a:defRPr>
                  <a:solidFill>
                    <a:srgbClr val="0432FF"/>
                  </a:solidFill>
                </a:defRPr>
              </a:pPr>
              <a:r>
                <a:rPr lang="en-US" altLang="zh-CN" sz="1200" dirty="0" err="1">
                  <a:solidFill>
                    <a:srgbClr val="000000"/>
                  </a:solidFill>
                  <a:latin typeface="Arial" panose="020B0604020202020204" pitchFamily="34" charset="0"/>
                  <a:ea typeface="微软雅黑" panose="020B0503020204020204" pitchFamily="34" charset="-122"/>
                  <a:cs typeface="Arial" panose="020B0604020202020204" pitchFamily="34" charset="0"/>
                </a:rPr>
                <a:t>aclTensor</a:t>
              </a:r>
              <a:r>
                <a:rPr lang="zh-CN" altLang="en-US" sz="1200" dirty="0">
                  <a:solidFill>
                    <a:srgbClr val="000000"/>
                  </a:solidFill>
                  <a:latin typeface="Arial" panose="020B0604020202020204" pitchFamily="34" charset="0"/>
                  <a:ea typeface="微软雅黑" panose="020B0503020204020204" pitchFamily="34" charset="-122"/>
                  <a:cs typeface="Arial" panose="020B0604020202020204" pitchFamily="34" charset="0"/>
                </a:rPr>
                <a:t>类型的变量：首先需要在</a:t>
              </a:r>
              <a:r>
                <a:rPr lang="en-US" altLang="zh-CN" sz="1200" dirty="0">
                  <a:solidFill>
                    <a:srgbClr val="000000"/>
                  </a:solidFill>
                  <a:latin typeface="Arial" panose="020B0604020202020204" pitchFamily="34" charset="0"/>
                  <a:ea typeface="微软雅黑" panose="020B0503020204020204" pitchFamily="34" charset="-122"/>
                  <a:cs typeface="Arial" panose="020B0604020202020204" pitchFamily="34" charset="0"/>
                </a:rPr>
                <a:t>host</a:t>
              </a:r>
              <a:r>
                <a:rPr lang="zh-CN" altLang="en-US" sz="1200" dirty="0">
                  <a:solidFill>
                    <a:srgbClr val="000000"/>
                  </a:solidFill>
                  <a:latin typeface="Arial" panose="020B0604020202020204" pitchFamily="34" charset="0"/>
                  <a:ea typeface="微软雅黑" panose="020B0503020204020204" pitchFamily="34" charset="-122"/>
                  <a:cs typeface="Arial" panose="020B0604020202020204" pitchFamily="34" charset="0"/>
                </a:rPr>
                <a:t>侧创建具体的值，然后调用</a:t>
              </a:r>
              <a:r>
                <a:rPr lang="en-US" altLang="zh-CN" sz="1200" dirty="0" err="1">
                  <a:solidFill>
                    <a:srgbClr val="000000"/>
                  </a:solidFill>
                  <a:latin typeface="Arial" panose="020B0604020202020204" pitchFamily="34" charset="0"/>
                  <a:ea typeface="微软雅黑" panose="020B0503020204020204" pitchFamily="34" charset="-122"/>
                  <a:cs typeface="Arial" panose="020B0604020202020204" pitchFamily="34" charset="0"/>
                </a:rPr>
                <a:t>aclrtMalloc</a:t>
              </a:r>
              <a:r>
                <a:rPr lang="zh-CN" altLang="en-US" sz="1200" dirty="0">
                  <a:solidFill>
                    <a:srgbClr val="000000"/>
                  </a:solidFill>
                  <a:latin typeface="Arial" panose="020B0604020202020204" pitchFamily="34" charset="0"/>
                  <a:ea typeface="微软雅黑" panose="020B0503020204020204" pitchFamily="34" charset="-122"/>
                  <a:cs typeface="Arial" panose="020B0604020202020204" pitchFamily="34" charset="0"/>
                </a:rPr>
                <a:t>在</a:t>
              </a:r>
              <a:r>
                <a:rPr lang="en-US" altLang="zh-CN" sz="1200" dirty="0">
                  <a:solidFill>
                    <a:srgbClr val="000000"/>
                  </a:solidFill>
                  <a:latin typeface="Arial" panose="020B0604020202020204" pitchFamily="34" charset="0"/>
                  <a:ea typeface="微软雅黑" panose="020B0503020204020204" pitchFamily="34" charset="-122"/>
                  <a:cs typeface="Arial" panose="020B0604020202020204" pitchFamily="34" charset="0"/>
                </a:rPr>
                <a:t>device</a:t>
              </a:r>
              <a:r>
                <a:rPr lang="zh-CN" altLang="en-US" sz="1200" dirty="0">
                  <a:solidFill>
                    <a:srgbClr val="000000"/>
                  </a:solidFill>
                  <a:latin typeface="Arial" panose="020B0604020202020204" pitchFamily="34" charset="0"/>
                  <a:ea typeface="微软雅黑" panose="020B0503020204020204" pitchFamily="34" charset="-122"/>
                  <a:cs typeface="Arial" panose="020B0604020202020204" pitchFamily="34" charset="0"/>
                </a:rPr>
                <a:t>侧申请内存，然后将</a:t>
              </a:r>
              <a:r>
                <a:rPr lang="en-US" altLang="zh-CN" sz="1200" dirty="0">
                  <a:solidFill>
                    <a:srgbClr val="000000"/>
                  </a:solidFill>
                  <a:latin typeface="Arial" panose="020B0604020202020204" pitchFamily="34" charset="0"/>
                  <a:ea typeface="微软雅黑" panose="020B0503020204020204" pitchFamily="34" charset="-122"/>
                  <a:cs typeface="Arial" panose="020B0604020202020204" pitchFamily="34" charset="0"/>
                </a:rPr>
                <a:t>host</a:t>
              </a:r>
              <a:r>
                <a:rPr lang="zh-CN" altLang="en-US" sz="1200" dirty="0">
                  <a:solidFill>
                    <a:srgbClr val="000000"/>
                  </a:solidFill>
                  <a:latin typeface="Arial" panose="020B0604020202020204" pitchFamily="34" charset="0"/>
                  <a:ea typeface="微软雅黑" panose="020B0503020204020204" pitchFamily="34" charset="-122"/>
                  <a:cs typeface="Arial" panose="020B0604020202020204" pitchFamily="34" charset="0"/>
                </a:rPr>
                <a:t>侧的数据搬运到</a:t>
              </a:r>
              <a:r>
                <a:rPr lang="en-US" altLang="zh-CN" sz="1200" dirty="0">
                  <a:solidFill>
                    <a:srgbClr val="000000"/>
                  </a:solidFill>
                  <a:latin typeface="Arial" panose="020B0604020202020204" pitchFamily="34" charset="0"/>
                  <a:ea typeface="微软雅黑" panose="020B0503020204020204" pitchFamily="34" charset="-122"/>
                  <a:cs typeface="Arial" panose="020B0604020202020204" pitchFamily="34" charset="0"/>
                </a:rPr>
                <a:t>device</a:t>
              </a:r>
              <a:r>
                <a:rPr lang="zh-CN" altLang="en-US" sz="1200" dirty="0">
                  <a:solidFill>
                    <a:srgbClr val="000000"/>
                  </a:solidFill>
                  <a:latin typeface="Arial" panose="020B0604020202020204" pitchFamily="34" charset="0"/>
                  <a:ea typeface="微软雅黑" panose="020B0503020204020204" pitchFamily="34" charset="-122"/>
                  <a:cs typeface="Arial" panose="020B0604020202020204" pitchFamily="34" charset="0"/>
                </a:rPr>
                <a:t>侧的相应位置，最后调用</a:t>
              </a:r>
              <a:r>
                <a:rPr lang="en-US" altLang="zh-CN" sz="1200" dirty="0" err="1">
                  <a:solidFill>
                    <a:srgbClr val="000000"/>
                  </a:solidFill>
                  <a:latin typeface="Arial" panose="020B0604020202020204" pitchFamily="34" charset="0"/>
                  <a:ea typeface="微软雅黑" panose="020B0503020204020204" pitchFamily="34" charset="-122"/>
                  <a:cs typeface="Arial" panose="020B0604020202020204" pitchFamily="34" charset="0"/>
                </a:rPr>
                <a:t>aclCreateTensor</a:t>
              </a:r>
              <a:r>
                <a:rPr lang="zh-CN" altLang="en-US" sz="1200" dirty="0">
                  <a:solidFill>
                    <a:srgbClr val="000000"/>
                  </a:solidFill>
                  <a:latin typeface="Arial" panose="020B0604020202020204" pitchFamily="34" charset="0"/>
                  <a:ea typeface="微软雅黑" panose="020B0503020204020204" pitchFamily="34" charset="-122"/>
                  <a:cs typeface="Arial" panose="020B0604020202020204" pitchFamily="34" charset="0"/>
                </a:rPr>
                <a:t>创建</a:t>
              </a:r>
              <a:r>
                <a:rPr lang="en-US" altLang="zh-CN" sz="1200" dirty="0" err="1">
                  <a:solidFill>
                    <a:srgbClr val="000000"/>
                  </a:solidFill>
                  <a:latin typeface="Arial" panose="020B0604020202020204" pitchFamily="34" charset="0"/>
                  <a:ea typeface="微软雅黑" panose="020B0503020204020204" pitchFamily="34" charset="-122"/>
                  <a:cs typeface="Arial" panose="020B0604020202020204" pitchFamily="34" charset="0"/>
                </a:rPr>
                <a:t>aclTensor</a:t>
              </a:r>
              <a:r>
                <a:rPr lang="zh-CN" altLang="en-US" sz="1200" dirty="0">
                  <a:solidFill>
                    <a:srgbClr val="000000"/>
                  </a:solidFill>
                  <a:latin typeface="Arial" panose="020B0604020202020204" pitchFamily="34" charset="0"/>
                  <a:ea typeface="微软雅黑" panose="020B0503020204020204" pitchFamily="34" charset="-122"/>
                  <a:cs typeface="Arial" panose="020B0604020202020204" pitchFamily="34" charset="0"/>
                </a:rPr>
                <a:t>变量。</a:t>
              </a:r>
              <a:endParaRPr lang="en-US" altLang="zh-CN" sz="1200" dirty="0">
                <a:solidFill>
                  <a:srgbClr val="000000"/>
                </a:solidFill>
                <a:latin typeface="Arial" panose="020B0604020202020204" pitchFamily="34" charset="0"/>
                <a:ea typeface="微软雅黑" panose="020B0503020204020204" pitchFamily="34" charset="-122"/>
                <a:cs typeface="Arial" panose="020B0604020202020204" pitchFamily="34" charset="0"/>
              </a:endParaRPr>
            </a:p>
            <a:p>
              <a:pPr marL="126000" lvl="2" indent="-126000">
                <a:lnSpc>
                  <a:spcPct val="150000"/>
                </a:lnSpc>
                <a:spcBef>
                  <a:spcPts val="0"/>
                </a:spcBef>
                <a:defRPr>
                  <a:solidFill>
                    <a:srgbClr val="0432FF"/>
                  </a:solidFill>
                </a:defRPr>
              </a:pPr>
              <a:endParaRPr lang="en-US" altLang="zh-CN" sz="1200" dirty="0">
                <a:solidFill>
                  <a:srgbClr val="000000"/>
                </a:solidFill>
                <a:latin typeface="Arial" panose="020B0604020202020204" pitchFamily="34" charset="0"/>
                <a:ea typeface="微软雅黑" panose="020B0503020204020204" pitchFamily="34" charset="-122"/>
                <a:cs typeface="Arial" panose="020B0604020202020204" pitchFamily="34" charset="0"/>
              </a:endParaRPr>
            </a:p>
            <a:p>
              <a:pPr marL="126000" lvl="2" indent="-126000">
                <a:lnSpc>
                  <a:spcPct val="150000"/>
                </a:lnSpc>
                <a:spcBef>
                  <a:spcPts val="0"/>
                </a:spcBef>
                <a:defRPr>
                  <a:solidFill>
                    <a:srgbClr val="0432FF"/>
                  </a:solidFill>
                </a:defRPr>
              </a:pPr>
              <a:endParaRPr lang="en-US" altLang="zh-CN" sz="1200" dirty="0">
                <a:solidFill>
                  <a:srgbClr val="000000"/>
                </a:solidFill>
                <a:latin typeface="Arial" panose="020B0604020202020204" pitchFamily="34" charset="0"/>
                <a:ea typeface="微软雅黑" panose="020B0503020204020204" pitchFamily="34" charset="-122"/>
                <a:cs typeface="Arial" panose="020B0604020202020204" pitchFamily="34" charset="0"/>
              </a:endParaRPr>
            </a:p>
            <a:p>
              <a:pPr marL="0" lvl="2" indent="0">
                <a:lnSpc>
                  <a:spcPct val="150000"/>
                </a:lnSpc>
                <a:spcBef>
                  <a:spcPts val="0"/>
                </a:spcBef>
                <a:buNone/>
                <a:defRPr>
                  <a:solidFill>
                    <a:srgbClr val="0432FF"/>
                  </a:solidFill>
                </a:defRPr>
              </a:pPr>
              <a:endParaRPr lang="en-US" altLang="zh-CN" sz="1200" dirty="0">
                <a:solidFill>
                  <a:srgbClr val="000000"/>
                </a:solidFill>
                <a:latin typeface="Arial" panose="020B0604020202020204" pitchFamily="34" charset="0"/>
                <a:ea typeface="微软雅黑" panose="020B0503020204020204" pitchFamily="34" charset="-122"/>
                <a:cs typeface="Arial" panose="020B0604020202020204" pitchFamily="34" charset="0"/>
              </a:endParaRPr>
            </a:p>
            <a:p>
              <a:pPr marL="126000" lvl="2" indent="-126000">
                <a:lnSpc>
                  <a:spcPct val="150000"/>
                </a:lnSpc>
                <a:spcBef>
                  <a:spcPts val="0"/>
                </a:spcBef>
                <a:defRPr>
                  <a:solidFill>
                    <a:srgbClr val="0432FF"/>
                  </a:solidFill>
                </a:defRPr>
              </a:pPr>
              <a:r>
                <a:rPr lang="zh-CN" altLang="en-US" sz="1200" dirty="0">
                  <a:solidFill>
                    <a:srgbClr val="000000"/>
                  </a:solidFill>
                  <a:latin typeface="Arial" panose="020B0604020202020204" pitchFamily="34" charset="0"/>
                  <a:ea typeface="微软雅黑" panose="020B0503020204020204" pitchFamily="34" charset="-122"/>
                  <a:cs typeface="Arial" panose="020B0604020202020204" pitchFamily="34" charset="0"/>
                </a:rPr>
                <a:t>常量：在</a:t>
              </a:r>
              <a:r>
                <a:rPr lang="en-US" altLang="zh-CN" sz="1200" dirty="0">
                  <a:solidFill>
                    <a:srgbClr val="000000"/>
                  </a:solidFill>
                  <a:latin typeface="Arial" panose="020B0604020202020204" pitchFamily="34" charset="0"/>
                  <a:ea typeface="微软雅黑" panose="020B0503020204020204" pitchFamily="34" charset="-122"/>
                  <a:cs typeface="Arial" panose="020B0604020202020204" pitchFamily="34" charset="0"/>
                </a:rPr>
                <a:t>host</a:t>
              </a:r>
              <a:r>
                <a:rPr lang="zh-CN" altLang="en-US" sz="1200" dirty="0">
                  <a:solidFill>
                    <a:srgbClr val="000000"/>
                  </a:solidFill>
                  <a:latin typeface="Arial" panose="020B0604020202020204" pitchFamily="34" charset="0"/>
                  <a:ea typeface="微软雅黑" panose="020B0503020204020204" pitchFamily="34" charset="-122"/>
                  <a:cs typeface="Arial" panose="020B0604020202020204" pitchFamily="34" charset="0"/>
                </a:rPr>
                <a:t>侧创建具体的值即可。</a:t>
              </a:r>
              <a:endParaRPr lang="en-US" altLang="zh-CN" sz="1200" dirty="0">
                <a:solidFill>
                  <a:srgbClr val="000000"/>
                </a:solidFill>
                <a:latin typeface="Arial" panose="020B0604020202020204" pitchFamily="34" charset="0"/>
                <a:ea typeface="微软雅黑" panose="020B0503020204020204" pitchFamily="34" charset="-122"/>
                <a:cs typeface="Arial" panose="020B0604020202020204" pitchFamily="34" charset="0"/>
              </a:endParaRPr>
            </a:p>
            <a:p>
              <a:pPr marL="126000" lvl="2" indent="-126000">
                <a:lnSpc>
                  <a:spcPct val="150000"/>
                </a:lnSpc>
                <a:spcBef>
                  <a:spcPts val="0"/>
                </a:spcBef>
                <a:defRPr>
                  <a:solidFill>
                    <a:srgbClr val="0432FF"/>
                  </a:solidFill>
                </a:defRPr>
              </a:pPr>
              <a:endParaRPr lang="en-US" altLang="zh-CN" sz="1200" dirty="0">
                <a:solidFill>
                  <a:srgbClr val="000000"/>
                </a:solidFill>
                <a:latin typeface="Arial" panose="020B0604020202020204" pitchFamily="34" charset="0"/>
                <a:ea typeface="微软雅黑" panose="020B0503020204020204" pitchFamily="34" charset="-122"/>
                <a:cs typeface="Arial" panose="020B0604020202020204" pitchFamily="34" charset="0"/>
              </a:endParaRPr>
            </a:p>
            <a:p>
              <a:pPr marL="0" lvl="2" indent="0">
                <a:lnSpc>
                  <a:spcPct val="150000"/>
                </a:lnSpc>
                <a:spcBef>
                  <a:spcPts val="0"/>
                </a:spcBef>
                <a:buNone/>
                <a:defRPr>
                  <a:solidFill>
                    <a:srgbClr val="0432FF"/>
                  </a:solidFill>
                </a:defRPr>
              </a:pPr>
              <a:endParaRPr lang="en-US" altLang="zh-CN" sz="1200" dirty="0">
                <a:solidFill>
                  <a:srgbClr val="000000"/>
                </a:solidFill>
                <a:latin typeface="Arial" panose="020B0604020202020204" pitchFamily="34" charset="0"/>
                <a:ea typeface="微软雅黑" panose="020B0503020204020204" pitchFamily="34" charset="-122"/>
                <a:cs typeface="Arial" panose="020B0604020202020204" pitchFamily="34" charset="0"/>
              </a:endParaRPr>
            </a:p>
            <a:p>
              <a:pPr marL="0" lvl="1" indent="0">
                <a:lnSpc>
                  <a:spcPct val="150000"/>
                </a:lnSpc>
                <a:spcBef>
                  <a:spcPts val="0"/>
                </a:spcBef>
                <a:buNone/>
                <a:defRPr>
                  <a:solidFill>
                    <a:srgbClr val="0432FF"/>
                  </a:solidFill>
                </a:defRPr>
              </a:pPr>
              <a:r>
                <a:rPr lang="zh-CN" altLang="en-US" sz="1200" b="1" dirty="0">
                  <a:solidFill>
                    <a:srgbClr val="000000"/>
                  </a:solidFill>
                  <a:latin typeface="Arial" panose="020B0604020202020204" pitchFamily="34" charset="0"/>
                  <a:ea typeface="微软雅黑" panose="020B0503020204020204" pitchFamily="34" charset="-122"/>
                  <a:cs typeface="Arial" panose="020B0604020202020204" pitchFamily="34" charset="0"/>
                </a:rPr>
                <a:t>输出只有</a:t>
              </a:r>
              <a:r>
                <a:rPr lang="en-US" altLang="zh-CN" sz="1200" b="1" dirty="0" err="1">
                  <a:solidFill>
                    <a:srgbClr val="000000"/>
                  </a:solidFill>
                  <a:latin typeface="Arial" panose="020B0604020202020204" pitchFamily="34" charset="0"/>
                  <a:ea typeface="微软雅黑" panose="020B0503020204020204" pitchFamily="34" charset="-122"/>
                  <a:cs typeface="Arial" panose="020B0604020202020204" pitchFamily="34" charset="0"/>
                </a:rPr>
                <a:t>aclTensor</a:t>
              </a:r>
              <a:r>
                <a:rPr lang="zh-CN" altLang="en-US" sz="1200" b="1" dirty="0">
                  <a:solidFill>
                    <a:srgbClr val="000000"/>
                  </a:solidFill>
                  <a:latin typeface="Arial" panose="020B0604020202020204" pitchFamily="34" charset="0"/>
                  <a:ea typeface="微软雅黑" panose="020B0503020204020204" pitchFamily="34" charset="-122"/>
                  <a:cs typeface="Arial" panose="020B0604020202020204" pitchFamily="34" charset="0"/>
                </a:rPr>
                <a:t>类型变量，构造过程与输入相同。</a:t>
              </a:r>
              <a:endParaRPr lang="en-US" altLang="zh-CN" sz="1200" b="1" dirty="0">
                <a:solidFill>
                  <a:srgbClr val="000000"/>
                </a:solidFill>
                <a:latin typeface="Arial" panose="020B0604020202020204" pitchFamily="34" charset="0"/>
                <a:ea typeface="微软雅黑" panose="020B0503020204020204" pitchFamily="34" charset="-122"/>
                <a:cs typeface="Arial" panose="020B0604020202020204" pitchFamily="34" charset="0"/>
              </a:endParaRPr>
            </a:p>
          </p:txBody>
        </p:sp>
        <p:pic>
          <p:nvPicPr>
            <p:cNvPr id="4" name="图片 3">
              <a:extLst>
                <a:ext uri="{FF2B5EF4-FFF2-40B4-BE49-F238E27FC236}">
                  <a16:creationId xmlns:a16="http://schemas.microsoft.com/office/drawing/2014/main" id="{55393017-4C4A-B92A-396D-DC45E05F2763}"/>
                </a:ext>
              </a:extLst>
            </p:cNvPr>
            <p:cNvPicPr>
              <a:picLocks noChangeAspect="1"/>
            </p:cNvPicPr>
            <p:nvPr/>
          </p:nvPicPr>
          <p:blipFill>
            <a:blip r:embed="rId2"/>
            <a:stretch>
              <a:fillRect/>
            </a:stretch>
          </p:blipFill>
          <p:spPr>
            <a:xfrm>
              <a:off x="1895435" y="3388225"/>
              <a:ext cx="5874669" cy="700571"/>
            </a:xfrm>
            <a:prstGeom prst="rect">
              <a:avLst/>
            </a:prstGeom>
          </p:spPr>
        </p:pic>
        <p:pic>
          <p:nvPicPr>
            <p:cNvPr id="5" name="图片 4">
              <a:extLst>
                <a:ext uri="{FF2B5EF4-FFF2-40B4-BE49-F238E27FC236}">
                  <a16:creationId xmlns:a16="http://schemas.microsoft.com/office/drawing/2014/main" id="{2B8DF20F-DB8E-FD79-F3DA-74CCEE9C82A4}"/>
                </a:ext>
              </a:extLst>
            </p:cNvPr>
            <p:cNvPicPr>
              <a:picLocks noChangeAspect="1"/>
            </p:cNvPicPr>
            <p:nvPr/>
          </p:nvPicPr>
          <p:blipFill>
            <a:blip r:embed="rId3"/>
            <a:stretch>
              <a:fillRect/>
            </a:stretch>
          </p:blipFill>
          <p:spPr>
            <a:xfrm>
              <a:off x="1895436" y="4483857"/>
              <a:ext cx="3479840" cy="468236"/>
            </a:xfrm>
            <a:prstGeom prst="rect">
              <a:avLst/>
            </a:prstGeom>
          </p:spPr>
        </p:pic>
      </p:grpSp>
    </p:spTree>
    <p:extLst>
      <p:ext uri="{BB962C8B-B14F-4D97-AF65-F5344CB8AC3E}">
        <p14:creationId xmlns:p14="http://schemas.microsoft.com/office/powerpoint/2010/main" val="1949896291"/>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536B524-A6BD-133F-D70C-586EBFE085E2}"/>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E42DB16C-FD71-2BCE-DF6C-3EB21DCCDFE1}"/>
              </a:ext>
            </a:extLst>
          </p:cNvPr>
          <p:cNvSpPr txBox="1">
            <a:spLocks/>
          </p:cNvSpPr>
          <p:nvPr/>
        </p:nvSpPr>
        <p:spPr>
          <a:xfrm>
            <a:off x="4159387" y="411900"/>
            <a:ext cx="3877985" cy="584775"/>
          </a:xfrm>
          <a:prstGeom prst="rect">
            <a:avLst/>
          </a:prstGeom>
        </p:spPr>
        <p:txBody>
          <a:bodyPr wrap="none">
            <a:spAutoFit/>
          </a:bodyPr>
          <a:lstStyle>
            <a:lvl1pPr algn="l" defTabSz="1187798" rtl="0" eaLnBrk="1" latinLnBrk="0" hangingPunct="1">
              <a:lnSpc>
                <a:spcPct val="90000"/>
              </a:lnSpc>
              <a:spcBef>
                <a:spcPct val="0"/>
              </a:spcBef>
              <a:buNone/>
              <a:defRPr sz="5716" kern="1200">
                <a:solidFill>
                  <a:schemeClr val="tx1"/>
                </a:solidFill>
                <a:latin typeface="+mj-lt"/>
                <a:ea typeface="+mj-ea"/>
                <a:cs typeface="+mj-cs"/>
              </a:defRPr>
            </a:lvl1pPr>
          </a:lstStyle>
          <a:p>
            <a:pPr algn="ctr">
              <a:lnSpc>
                <a:spcPct val="100000"/>
              </a:lnSpc>
            </a:pPr>
            <a:r>
              <a:rPr lang="zh-CN" altLang="en-US" sz="3200" b="1" dirty="0">
                <a:solidFill>
                  <a:srgbClr val="000000"/>
                </a:solidFill>
                <a:latin typeface="微软雅黑" panose="020B0503020204020204" pitchFamily="34" charset="-122"/>
                <a:ea typeface="微软雅黑" panose="020B0503020204020204" pitchFamily="34" charset="-122"/>
              </a:rPr>
              <a:t>编写算子的调用代码</a:t>
            </a:r>
          </a:p>
        </p:txBody>
      </p:sp>
      <p:grpSp>
        <p:nvGrpSpPr>
          <p:cNvPr id="6" name="组合 5">
            <a:extLst>
              <a:ext uri="{FF2B5EF4-FFF2-40B4-BE49-F238E27FC236}">
                <a16:creationId xmlns:a16="http://schemas.microsoft.com/office/drawing/2014/main" id="{8F3C73DD-D7BC-C9CB-C60B-9401DEA1C6CB}"/>
              </a:ext>
            </a:extLst>
          </p:cNvPr>
          <p:cNvGrpSpPr/>
          <p:nvPr/>
        </p:nvGrpSpPr>
        <p:grpSpPr>
          <a:xfrm>
            <a:off x="2277300" y="1728744"/>
            <a:ext cx="7642157" cy="3872968"/>
            <a:chOff x="2887246" y="1728744"/>
            <a:chExt cx="7642157" cy="3872968"/>
          </a:xfrm>
        </p:grpSpPr>
        <p:sp>
          <p:nvSpPr>
            <p:cNvPr id="3" name="文本占位符 2">
              <a:extLst>
                <a:ext uri="{FF2B5EF4-FFF2-40B4-BE49-F238E27FC236}">
                  <a16:creationId xmlns:a16="http://schemas.microsoft.com/office/drawing/2014/main" id="{D4D6DCF0-92D8-2D2C-F2A4-4B8D61EFA948}"/>
                </a:ext>
              </a:extLst>
            </p:cNvPr>
            <p:cNvSpPr txBox="1">
              <a:spLocks/>
            </p:cNvSpPr>
            <p:nvPr/>
          </p:nvSpPr>
          <p:spPr>
            <a:xfrm>
              <a:off x="2887246" y="1728744"/>
              <a:ext cx="7642157" cy="3317318"/>
            </a:xfrm>
            <a:prstGeom prst="rect">
              <a:avLst/>
            </a:prstGeom>
          </p:spPr>
          <p:txBody>
            <a:bodyPr wrap="none">
              <a:spAutoFit/>
            </a:bodyPr>
            <a:lstStyle>
              <a:lvl1pPr marL="296950" indent="-296950" algn="l" defTabSz="1187798" rtl="0" eaLnBrk="1" latinLnBrk="0" hangingPunct="1">
                <a:lnSpc>
                  <a:spcPct val="90000"/>
                </a:lnSpc>
                <a:spcBef>
                  <a:spcPts val="1299"/>
                </a:spcBef>
                <a:buFont typeface="Arial" panose="020B0604020202020204" pitchFamily="34" charset="0"/>
                <a:buChar char="•"/>
                <a:defRPr sz="3636" kern="1200">
                  <a:solidFill>
                    <a:schemeClr val="tx1"/>
                  </a:solidFill>
                  <a:latin typeface="+mn-lt"/>
                  <a:ea typeface="+mn-ea"/>
                  <a:cs typeface="+mn-cs"/>
                </a:defRPr>
              </a:lvl1pPr>
              <a:lvl2pPr marL="890849" indent="-296950" algn="l" defTabSz="1187798" rtl="0" eaLnBrk="1" latinLnBrk="0" hangingPunct="1">
                <a:lnSpc>
                  <a:spcPct val="90000"/>
                </a:lnSpc>
                <a:spcBef>
                  <a:spcPts val="650"/>
                </a:spcBef>
                <a:buFont typeface="Arial" panose="020B0604020202020204" pitchFamily="34" charset="0"/>
                <a:buChar char="•"/>
                <a:defRPr sz="3118" kern="1200">
                  <a:solidFill>
                    <a:schemeClr val="tx1"/>
                  </a:solidFill>
                  <a:latin typeface="+mn-lt"/>
                  <a:ea typeface="+mn-ea"/>
                  <a:cs typeface="+mn-cs"/>
                </a:defRPr>
              </a:lvl2pPr>
              <a:lvl3pPr marL="1484748" indent="-296950" algn="l" defTabSz="1187798" rtl="0" eaLnBrk="1" latinLnBrk="0" hangingPunct="1">
                <a:lnSpc>
                  <a:spcPct val="90000"/>
                </a:lnSpc>
                <a:spcBef>
                  <a:spcPts val="650"/>
                </a:spcBef>
                <a:buFont typeface="Arial" panose="020B0604020202020204" pitchFamily="34" charset="0"/>
                <a:buChar char="•"/>
                <a:defRPr sz="2598" kern="1200">
                  <a:solidFill>
                    <a:schemeClr val="tx1"/>
                  </a:solidFill>
                  <a:latin typeface="+mn-lt"/>
                  <a:ea typeface="+mn-ea"/>
                  <a:cs typeface="+mn-cs"/>
                </a:defRPr>
              </a:lvl3pPr>
              <a:lvl4pPr marL="2078648" indent="-296950" algn="l" defTabSz="1187798" rtl="0" eaLnBrk="1" latinLnBrk="0" hangingPunct="1">
                <a:lnSpc>
                  <a:spcPct val="90000"/>
                </a:lnSpc>
                <a:spcBef>
                  <a:spcPts val="650"/>
                </a:spcBef>
                <a:buFont typeface="Arial" panose="020B0604020202020204" pitchFamily="34" charset="0"/>
                <a:buChar char="•"/>
                <a:defRPr sz="2338" kern="1200">
                  <a:solidFill>
                    <a:schemeClr val="tx1"/>
                  </a:solidFill>
                  <a:latin typeface="+mn-lt"/>
                  <a:ea typeface="+mn-ea"/>
                  <a:cs typeface="+mn-cs"/>
                </a:defRPr>
              </a:lvl4pPr>
              <a:lvl5pPr marL="2672547" indent="-296950" algn="l" defTabSz="1187798" rtl="0" eaLnBrk="1" latinLnBrk="0" hangingPunct="1">
                <a:lnSpc>
                  <a:spcPct val="90000"/>
                </a:lnSpc>
                <a:spcBef>
                  <a:spcPts val="650"/>
                </a:spcBef>
                <a:buFont typeface="Arial" panose="020B0604020202020204" pitchFamily="34" charset="0"/>
                <a:buChar char="•"/>
                <a:defRPr sz="2338" kern="1200">
                  <a:solidFill>
                    <a:schemeClr val="tx1"/>
                  </a:solidFill>
                  <a:latin typeface="+mn-lt"/>
                  <a:ea typeface="+mn-ea"/>
                  <a:cs typeface="+mn-cs"/>
                </a:defRPr>
              </a:lvl5pPr>
              <a:lvl6pPr marL="3266447" indent="-296950" algn="l" defTabSz="1187798" rtl="0" eaLnBrk="1" latinLnBrk="0" hangingPunct="1">
                <a:lnSpc>
                  <a:spcPct val="90000"/>
                </a:lnSpc>
                <a:spcBef>
                  <a:spcPts val="650"/>
                </a:spcBef>
                <a:buFont typeface="Arial" panose="020B0604020202020204" pitchFamily="34" charset="0"/>
                <a:buChar char="•"/>
                <a:defRPr sz="2338" kern="1200">
                  <a:solidFill>
                    <a:schemeClr val="tx1"/>
                  </a:solidFill>
                  <a:latin typeface="+mn-lt"/>
                  <a:ea typeface="+mn-ea"/>
                  <a:cs typeface="+mn-cs"/>
                </a:defRPr>
              </a:lvl6pPr>
              <a:lvl7pPr marL="3860346" indent="-296950" algn="l" defTabSz="1187798" rtl="0" eaLnBrk="1" latinLnBrk="0" hangingPunct="1">
                <a:lnSpc>
                  <a:spcPct val="90000"/>
                </a:lnSpc>
                <a:spcBef>
                  <a:spcPts val="650"/>
                </a:spcBef>
                <a:buFont typeface="Arial" panose="020B0604020202020204" pitchFamily="34" charset="0"/>
                <a:buChar char="•"/>
                <a:defRPr sz="2338" kern="1200">
                  <a:solidFill>
                    <a:schemeClr val="tx1"/>
                  </a:solidFill>
                  <a:latin typeface="+mn-lt"/>
                  <a:ea typeface="+mn-ea"/>
                  <a:cs typeface="+mn-cs"/>
                </a:defRPr>
              </a:lvl7pPr>
              <a:lvl8pPr marL="4454245" indent="-296950" algn="l" defTabSz="1187798" rtl="0" eaLnBrk="1" latinLnBrk="0" hangingPunct="1">
                <a:lnSpc>
                  <a:spcPct val="90000"/>
                </a:lnSpc>
                <a:spcBef>
                  <a:spcPts val="650"/>
                </a:spcBef>
                <a:buFont typeface="Arial" panose="020B0604020202020204" pitchFamily="34" charset="0"/>
                <a:buChar char="•"/>
                <a:defRPr sz="2338" kern="1200">
                  <a:solidFill>
                    <a:schemeClr val="tx1"/>
                  </a:solidFill>
                  <a:latin typeface="+mn-lt"/>
                  <a:ea typeface="+mn-ea"/>
                  <a:cs typeface="+mn-cs"/>
                </a:defRPr>
              </a:lvl8pPr>
              <a:lvl9pPr marL="5048144" indent="-296950" algn="l" defTabSz="1187798" rtl="0" eaLnBrk="1" latinLnBrk="0" hangingPunct="1">
                <a:lnSpc>
                  <a:spcPct val="90000"/>
                </a:lnSpc>
                <a:spcBef>
                  <a:spcPts val="650"/>
                </a:spcBef>
                <a:buFont typeface="Arial" panose="020B0604020202020204" pitchFamily="34" charset="0"/>
                <a:buChar char="•"/>
                <a:defRPr sz="2338" kern="1200">
                  <a:solidFill>
                    <a:schemeClr val="tx1"/>
                  </a:solidFill>
                  <a:latin typeface="+mn-lt"/>
                  <a:ea typeface="+mn-ea"/>
                  <a:cs typeface="+mn-cs"/>
                </a:defRPr>
              </a:lvl9pPr>
            </a:lstStyle>
            <a:p>
              <a:pPr marL="0" indent="0">
                <a:buNone/>
                <a:defRPr>
                  <a:solidFill>
                    <a:srgbClr val="0432FF"/>
                  </a:solidFill>
                </a:defRPr>
              </a:pPr>
              <a:r>
                <a:rPr lang="zh-CN" altLang="en-US" sz="1800" b="1" dirty="0">
                  <a:solidFill>
                    <a:srgbClr val="C00000"/>
                  </a:solidFill>
                  <a:latin typeface="Arial" panose="020B0604020202020204" pitchFamily="34" charset="0"/>
                  <a:ea typeface="微软雅黑" panose="020B0503020204020204" pitchFamily="34" charset="-122"/>
                  <a:cs typeface="Arial" panose="020B0604020202020204" pitchFamily="34" charset="0"/>
                </a:rPr>
                <a:t>调用算子</a:t>
              </a:r>
              <a:r>
                <a:rPr lang="en-US" altLang="zh-CN" sz="1800" b="1" dirty="0">
                  <a:solidFill>
                    <a:srgbClr val="C00000"/>
                  </a:solidFill>
                  <a:latin typeface="Arial" panose="020B0604020202020204" pitchFamily="34" charset="0"/>
                  <a:ea typeface="微软雅黑" panose="020B0503020204020204" pitchFamily="34" charset="-122"/>
                  <a:cs typeface="Arial" panose="020B0604020202020204" pitchFamily="34" charset="0"/>
                </a:rPr>
                <a:t>API</a:t>
              </a:r>
              <a:r>
                <a:rPr lang="zh-CN" altLang="en-US" sz="1800" b="1" dirty="0">
                  <a:solidFill>
                    <a:srgbClr val="C00000"/>
                  </a:solidFill>
                  <a:latin typeface="Arial" panose="020B0604020202020204" pitchFamily="34" charset="0"/>
                  <a:ea typeface="微软雅黑" panose="020B0503020204020204" pitchFamily="34" charset="-122"/>
                  <a:cs typeface="Arial" panose="020B0604020202020204" pitchFamily="34" charset="0"/>
                </a:rPr>
                <a:t>的第一段接口计算所需要的空间</a:t>
              </a:r>
              <a:r>
                <a:rPr lang="zh-CN" altLang="en-US" sz="1200" dirty="0">
                  <a:solidFill>
                    <a:srgbClr val="C00000"/>
                  </a:solidFill>
                  <a:latin typeface="Arial" panose="020B0604020202020204" pitchFamily="34" charset="0"/>
                  <a:ea typeface="微软雅黑" panose="020B0503020204020204" pitchFamily="34" charset="-122"/>
                  <a:cs typeface="Arial" panose="020B0604020202020204" pitchFamily="34" charset="0"/>
                </a:rPr>
                <a:t>：</a:t>
              </a:r>
              <a:endParaRPr lang="en-US" altLang="zh-CN" sz="1200" dirty="0">
                <a:solidFill>
                  <a:srgbClr val="C00000"/>
                </a:solidFill>
                <a:latin typeface="Arial" panose="020B0604020202020204" pitchFamily="34" charset="0"/>
                <a:ea typeface="微软雅黑" panose="020B0503020204020204" pitchFamily="34" charset="-122"/>
                <a:cs typeface="Arial" panose="020B0604020202020204" pitchFamily="34" charset="0"/>
              </a:endParaRPr>
            </a:p>
            <a:p>
              <a:pPr marL="126000" lvl="1" indent="-126000">
                <a:defRPr>
                  <a:solidFill>
                    <a:srgbClr val="0432FF"/>
                  </a:solidFill>
                </a:defRPr>
              </a:pPr>
              <a:r>
                <a:rPr lang="zh-CN" altLang="en-US" sz="1200" dirty="0">
                  <a:solidFill>
                    <a:srgbClr val="000000"/>
                  </a:solidFill>
                  <a:latin typeface="Arial" panose="020B0604020202020204" pitchFamily="34" charset="0"/>
                  <a:ea typeface="微软雅黑" panose="020B0503020204020204" pitchFamily="34" charset="-122"/>
                  <a:cs typeface="Arial" panose="020B0604020202020204" pitchFamily="34" charset="0"/>
                </a:rPr>
                <a:t>调用第一段接口获得计算该算子所需要的空间大小，然后根据这个大小调用</a:t>
              </a:r>
              <a:r>
                <a:rPr lang="en-US" altLang="zh-CN" sz="1200" dirty="0" err="1">
                  <a:solidFill>
                    <a:srgbClr val="000000"/>
                  </a:solidFill>
                  <a:latin typeface="Arial" panose="020B0604020202020204" pitchFamily="34" charset="0"/>
                  <a:ea typeface="微软雅黑" panose="020B0503020204020204" pitchFamily="34" charset="-122"/>
                  <a:cs typeface="Arial" panose="020B0604020202020204" pitchFamily="34" charset="0"/>
                </a:rPr>
                <a:t>aclrtMalloc</a:t>
              </a:r>
              <a:r>
                <a:rPr lang="zh-CN" altLang="en-US" sz="1200" dirty="0">
                  <a:solidFill>
                    <a:srgbClr val="000000"/>
                  </a:solidFill>
                  <a:latin typeface="Arial" panose="020B0604020202020204" pitchFamily="34" charset="0"/>
                  <a:ea typeface="微软雅黑" panose="020B0503020204020204" pitchFamily="34" charset="-122"/>
                  <a:cs typeface="Arial" panose="020B0604020202020204" pitchFamily="34" charset="0"/>
                </a:rPr>
                <a:t>在</a:t>
              </a:r>
              <a:r>
                <a:rPr lang="en-US" altLang="zh-CN" sz="1200" dirty="0">
                  <a:solidFill>
                    <a:srgbClr val="000000"/>
                  </a:solidFill>
                  <a:latin typeface="Arial" panose="020B0604020202020204" pitchFamily="34" charset="0"/>
                  <a:ea typeface="微软雅黑" panose="020B0503020204020204" pitchFamily="34" charset="-122"/>
                  <a:cs typeface="Arial" panose="020B0604020202020204" pitchFamily="34" charset="0"/>
                </a:rPr>
                <a:t>device</a:t>
              </a:r>
              <a:r>
                <a:rPr lang="zh-CN" altLang="en-US" sz="1200" dirty="0">
                  <a:solidFill>
                    <a:srgbClr val="000000"/>
                  </a:solidFill>
                  <a:latin typeface="Arial" panose="020B0604020202020204" pitchFamily="34" charset="0"/>
                  <a:ea typeface="微软雅黑" panose="020B0503020204020204" pitchFamily="34" charset="-122"/>
                  <a:cs typeface="Arial" panose="020B0604020202020204" pitchFamily="34" charset="0"/>
                </a:rPr>
                <a:t>侧申请内存。</a:t>
              </a:r>
              <a:endParaRPr lang="en-US" altLang="zh-CN" sz="1200" dirty="0">
                <a:solidFill>
                  <a:srgbClr val="000000"/>
                </a:solidFill>
                <a:latin typeface="Arial" panose="020B0604020202020204" pitchFamily="34" charset="0"/>
                <a:ea typeface="微软雅黑" panose="020B0503020204020204" pitchFamily="34" charset="-122"/>
                <a:cs typeface="Arial" panose="020B0604020202020204" pitchFamily="34" charset="0"/>
              </a:endParaRPr>
            </a:p>
            <a:p>
              <a:pPr marL="126000" lvl="1" indent="-126000">
                <a:defRPr>
                  <a:solidFill>
                    <a:srgbClr val="0432FF"/>
                  </a:solidFill>
                </a:defRPr>
              </a:pPr>
              <a:endParaRPr lang="en-US" altLang="zh-CN" sz="1200" dirty="0">
                <a:solidFill>
                  <a:srgbClr val="000000"/>
                </a:solidFill>
                <a:latin typeface="Arial" panose="020B0604020202020204" pitchFamily="34" charset="0"/>
                <a:ea typeface="微软雅黑" panose="020B0503020204020204" pitchFamily="34" charset="-122"/>
                <a:cs typeface="Arial" panose="020B0604020202020204" pitchFamily="34" charset="0"/>
              </a:endParaRPr>
            </a:p>
            <a:p>
              <a:pPr marL="126000" lvl="1" indent="-126000">
                <a:defRPr>
                  <a:solidFill>
                    <a:srgbClr val="0432FF"/>
                  </a:solidFill>
                </a:defRPr>
              </a:pPr>
              <a:endParaRPr lang="en-US" altLang="zh-CN" sz="1200" dirty="0">
                <a:solidFill>
                  <a:srgbClr val="000000"/>
                </a:solidFill>
                <a:latin typeface="Arial" panose="020B0604020202020204" pitchFamily="34" charset="0"/>
                <a:ea typeface="微软雅黑" panose="020B0503020204020204" pitchFamily="34" charset="-122"/>
                <a:cs typeface="Arial" panose="020B0604020202020204" pitchFamily="34" charset="0"/>
              </a:endParaRPr>
            </a:p>
            <a:p>
              <a:pPr marL="126000" lvl="1" indent="-126000">
                <a:defRPr>
                  <a:solidFill>
                    <a:srgbClr val="0432FF"/>
                  </a:solidFill>
                </a:defRPr>
              </a:pPr>
              <a:endParaRPr lang="en-US" altLang="zh-CN" sz="1200" dirty="0">
                <a:solidFill>
                  <a:srgbClr val="000000"/>
                </a:solidFill>
                <a:latin typeface="Arial" panose="020B0604020202020204" pitchFamily="34" charset="0"/>
                <a:ea typeface="微软雅黑" panose="020B0503020204020204" pitchFamily="34" charset="-122"/>
                <a:cs typeface="Arial" panose="020B0604020202020204" pitchFamily="34" charset="0"/>
              </a:endParaRPr>
            </a:p>
            <a:p>
              <a:pPr marL="126000" lvl="1" indent="-126000">
                <a:defRPr>
                  <a:solidFill>
                    <a:srgbClr val="0432FF"/>
                  </a:solidFill>
                </a:defRPr>
              </a:pPr>
              <a:endParaRPr lang="en-US" altLang="zh-CN" sz="1200" dirty="0">
                <a:solidFill>
                  <a:srgbClr val="000000"/>
                </a:solidFill>
                <a:latin typeface="Arial" panose="020B0604020202020204" pitchFamily="34" charset="0"/>
                <a:ea typeface="微软雅黑" panose="020B0503020204020204" pitchFamily="34" charset="-122"/>
                <a:cs typeface="Arial" panose="020B0604020202020204" pitchFamily="34" charset="0"/>
              </a:endParaRPr>
            </a:p>
            <a:p>
              <a:pPr marL="126000" lvl="1" indent="-126000">
                <a:defRPr>
                  <a:solidFill>
                    <a:srgbClr val="0432FF"/>
                  </a:solidFill>
                </a:defRPr>
              </a:pPr>
              <a:endParaRPr lang="en-US" altLang="zh-CN" sz="1200" dirty="0">
                <a:solidFill>
                  <a:srgbClr val="000000"/>
                </a:solidFill>
                <a:latin typeface="Arial" panose="020B0604020202020204" pitchFamily="34" charset="0"/>
                <a:ea typeface="微软雅黑" panose="020B0503020204020204" pitchFamily="34" charset="-122"/>
                <a:cs typeface="Arial" panose="020B0604020202020204" pitchFamily="34" charset="0"/>
              </a:endParaRPr>
            </a:p>
            <a:p>
              <a:pPr marL="593899" lvl="1" indent="0">
                <a:buNone/>
                <a:defRPr>
                  <a:solidFill>
                    <a:srgbClr val="0432FF"/>
                  </a:solidFill>
                </a:defRPr>
              </a:pPr>
              <a:endParaRPr lang="en-US" altLang="zh-CN" sz="1200" dirty="0">
                <a:solidFill>
                  <a:srgbClr val="C00000"/>
                </a:solidFill>
                <a:latin typeface="Arial" panose="020B0604020202020204" pitchFamily="34" charset="0"/>
                <a:ea typeface="微软雅黑" panose="020B0503020204020204" pitchFamily="34" charset="-122"/>
                <a:cs typeface="Arial" panose="020B0604020202020204" pitchFamily="34" charset="0"/>
              </a:endParaRPr>
            </a:p>
            <a:p>
              <a:pPr marL="593899" lvl="1" indent="0">
                <a:buNone/>
                <a:defRPr>
                  <a:solidFill>
                    <a:srgbClr val="0432FF"/>
                  </a:solidFill>
                </a:defRPr>
              </a:pPr>
              <a:endParaRPr lang="en-US" altLang="zh-CN" sz="1200" dirty="0">
                <a:solidFill>
                  <a:srgbClr val="C00000"/>
                </a:solidFill>
                <a:latin typeface="Arial" panose="020B0604020202020204" pitchFamily="34" charset="0"/>
                <a:ea typeface="微软雅黑" panose="020B0503020204020204" pitchFamily="34" charset="-122"/>
                <a:cs typeface="Arial" panose="020B0604020202020204" pitchFamily="34" charset="0"/>
              </a:endParaRPr>
            </a:p>
            <a:p>
              <a:pPr marL="593899" lvl="1" indent="0">
                <a:buNone/>
                <a:defRPr>
                  <a:solidFill>
                    <a:srgbClr val="0432FF"/>
                  </a:solidFill>
                </a:defRPr>
              </a:pPr>
              <a:endParaRPr lang="en-US" altLang="zh-CN" sz="1200" dirty="0">
                <a:solidFill>
                  <a:srgbClr val="C00000"/>
                </a:solidFill>
                <a:latin typeface="Arial" panose="020B0604020202020204" pitchFamily="34" charset="0"/>
                <a:ea typeface="微软雅黑" panose="020B0503020204020204" pitchFamily="34" charset="-122"/>
                <a:cs typeface="Arial" panose="020B0604020202020204" pitchFamily="34" charset="0"/>
              </a:endParaRPr>
            </a:p>
            <a:p>
              <a:pPr marL="396240" lvl="1" indent="0">
                <a:buNone/>
                <a:defRPr>
                  <a:solidFill>
                    <a:srgbClr val="0432FF"/>
                  </a:solidFill>
                </a:defRPr>
              </a:pPr>
              <a:endParaRPr lang="en-US" altLang="zh-CN" sz="1200" dirty="0">
                <a:solidFill>
                  <a:srgbClr val="C00000"/>
                </a:solidFill>
                <a:latin typeface="Arial" panose="020B0604020202020204" pitchFamily="34" charset="0"/>
                <a:ea typeface="微软雅黑" panose="020B0503020204020204" pitchFamily="34" charset="-122"/>
                <a:cs typeface="Arial" panose="020B0604020202020204" pitchFamily="34" charset="0"/>
              </a:endParaRPr>
            </a:p>
            <a:p>
              <a:pPr marL="0" indent="0">
                <a:buNone/>
                <a:defRPr>
                  <a:solidFill>
                    <a:srgbClr val="0432FF"/>
                  </a:solidFill>
                </a:defRPr>
              </a:pPr>
              <a:r>
                <a:rPr lang="zh-CN" altLang="en-US" sz="1800" b="1" dirty="0">
                  <a:solidFill>
                    <a:srgbClr val="C00000"/>
                  </a:solidFill>
                  <a:latin typeface="Arial" panose="020B0604020202020204" pitchFamily="34" charset="0"/>
                  <a:ea typeface="微软雅黑" panose="020B0503020204020204" pitchFamily="34" charset="-122"/>
                  <a:cs typeface="Arial" panose="020B0604020202020204" pitchFamily="34" charset="0"/>
                </a:rPr>
                <a:t>调用算子</a:t>
              </a:r>
              <a:r>
                <a:rPr lang="en-US" altLang="zh-CN" sz="1800" b="1" dirty="0">
                  <a:solidFill>
                    <a:srgbClr val="C00000"/>
                  </a:solidFill>
                  <a:latin typeface="Arial" panose="020B0604020202020204" pitchFamily="34" charset="0"/>
                  <a:ea typeface="微软雅黑" panose="020B0503020204020204" pitchFamily="34" charset="-122"/>
                  <a:cs typeface="Arial" panose="020B0604020202020204" pitchFamily="34" charset="0"/>
                </a:rPr>
                <a:t>API</a:t>
              </a:r>
              <a:r>
                <a:rPr lang="zh-CN" altLang="en-US" sz="1800" b="1" dirty="0">
                  <a:solidFill>
                    <a:srgbClr val="C00000"/>
                  </a:solidFill>
                  <a:latin typeface="Arial" panose="020B0604020202020204" pitchFamily="34" charset="0"/>
                  <a:ea typeface="微软雅黑" panose="020B0503020204020204" pitchFamily="34" charset="-122"/>
                  <a:cs typeface="Arial" panose="020B0604020202020204" pitchFamily="34" charset="0"/>
                </a:rPr>
                <a:t>的第二段接口计算该算子：</a:t>
              </a:r>
              <a:endParaRPr lang="en-US" altLang="zh-CN" sz="1800" b="1" dirty="0">
                <a:solidFill>
                  <a:srgbClr val="C00000"/>
                </a:solidFill>
                <a:latin typeface="Arial" panose="020B0604020202020204" pitchFamily="34" charset="0"/>
                <a:ea typeface="微软雅黑" panose="020B0503020204020204" pitchFamily="34" charset="-122"/>
                <a:cs typeface="Arial" panose="020B0604020202020204" pitchFamily="34" charset="0"/>
              </a:endParaRPr>
            </a:p>
          </p:txBody>
        </p:sp>
        <p:pic>
          <p:nvPicPr>
            <p:cNvPr id="4" name="图片 3">
              <a:extLst>
                <a:ext uri="{FF2B5EF4-FFF2-40B4-BE49-F238E27FC236}">
                  <a16:creationId xmlns:a16="http://schemas.microsoft.com/office/drawing/2014/main" id="{C8697851-1D62-2915-D4B8-7379781008F9}"/>
                </a:ext>
              </a:extLst>
            </p:cNvPr>
            <p:cNvPicPr>
              <a:picLocks noChangeAspect="1"/>
            </p:cNvPicPr>
            <p:nvPr/>
          </p:nvPicPr>
          <p:blipFill>
            <a:blip r:embed="rId2"/>
            <a:stretch>
              <a:fillRect/>
            </a:stretch>
          </p:blipFill>
          <p:spPr>
            <a:xfrm>
              <a:off x="2976930" y="2413747"/>
              <a:ext cx="6304012" cy="2030506"/>
            </a:xfrm>
            <a:prstGeom prst="rect">
              <a:avLst/>
            </a:prstGeom>
          </p:spPr>
        </p:pic>
        <p:pic>
          <p:nvPicPr>
            <p:cNvPr id="5" name="图片 4">
              <a:extLst>
                <a:ext uri="{FF2B5EF4-FFF2-40B4-BE49-F238E27FC236}">
                  <a16:creationId xmlns:a16="http://schemas.microsoft.com/office/drawing/2014/main" id="{3CD492DB-907A-054D-F1A0-B00A6E4D1106}"/>
                </a:ext>
              </a:extLst>
            </p:cNvPr>
            <p:cNvPicPr>
              <a:picLocks noChangeAspect="1"/>
            </p:cNvPicPr>
            <p:nvPr/>
          </p:nvPicPr>
          <p:blipFill>
            <a:blip r:embed="rId3"/>
            <a:stretch>
              <a:fillRect/>
            </a:stretch>
          </p:blipFill>
          <p:spPr>
            <a:xfrm>
              <a:off x="2976930" y="5092220"/>
              <a:ext cx="6304012" cy="509492"/>
            </a:xfrm>
            <a:prstGeom prst="rect">
              <a:avLst/>
            </a:prstGeom>
          </p:spPr>
        </p:pic>
      </p:grpSp>
    </p:spTree>
    <p:extLst>
      <p:ext uri="{BB962C8B-B14F-4D97-AF65-F5344CB8AC3E}">
        <p14:creationId xmlns:p14="http://schemas.microsoft.com/office/powerpoint/2010/main" val="1924274173"/>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E45C6D1-0048-265D-E2F6-C9908ACCA748}"/>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5180F4C6-2A8A-5E7D-E2C1-71411D68E2AE}"/>
              </a:ext>
            </a:extLst>
          </p:cNvPr>
          <p:cNvSpPr txBox="1">
            <a:spLocks/>
          </p:cNvSpPr>
          <p:nvPr/>
        </p:nvSpPr>
        <p:spPr>
          <a:xfrm>
            <a:off x="4159387" y="411900"/>
            <a:ext cx="3877985" cy="584775"/>
          </a:xfrm>
          <a:prstGeom prst="rect">
            <a:avLst/>
          </a:prstGeom>
        </p:spPr>
        <p:txBody>
          <a:bodyPr wrap="none">
            <a:spAutoFit/>
          </a:bodyPr>
          <a:lstStyle>
            <a:lvl1pPr algn="l" defTabSz="1187798" rtl="0" eaLnBrk="1" latinLnBrk="0" hangingPunct="1">
              <a:lnSpc>
                <a:spcPct val="90000"/>
              </a:lnSpc>
              <a:spcBef>
                <a:spcPct val="0"/>
              </a:spcBef>
              <a:buNone/>
              <a:defRPr sz="5716" kern="1200">
                <a:solidFill>
                  <a:schemeClr val="tx1"/>
                </a:solidFill>
                <a:latin typeface="+mj-lt"/>
                <a:ea typeface="+mj-ea"/>
                <a:cs typeface="+mj-cs"/>
              </a:defRPr>
            </a:lvl1pPr>
          </a:lstStyle>
          <a:p>
            <a:pPr algn="ctr">
              <a:lnSpc>
                <a:spcPct val="100000"/>
              </a:lnSpc>
            </a:pPr>
            <a:r>
              <a:rPr lang="zh-CN" altLang="en-US" sz="3200" b="1" dirty="0">
                <a:solidFill>
                  <a:srgbClr val="000000"/>
                </a:solidFill>
                <a:latin typeface="微软雅黑" panose="020B0503020204020204" pitchFamily="34" charset="-122"/>
                <a:ea typeface="微软雅黑" panose="020B0503020204020204" pitchFamily="34" charset="-122"/>
              </a:rPr>
              <a:t>编写算子的调用代码</a:t>
            </a:r>
          </a:p>
        </p:txBody>
      </p:sp>
      <p:grpSp>
        <p:nvGrpSpPr>
          <p:cNvPr id="6" name="组合 5">
            <a:extLst>
              <a:ext uri="{FF2B5EF4-FFF2-40B4-BE49-F238E27FC236}">
                <a16:creationId xmlns:a16="http://schemas.microsoft.com/office/drawing/2014/main" id="{0B72273C-5CEB-9795-1E7F-BEAB74ECDB1C}"/>
              </a:ext>
            </a:extLst>
          </p:cNvPr>
          <p:cNvGrpSpPr/>
          <p:nvPr/>
        </p:nvGrpSpPr>
        <p:grpSpPr>
          <a:xfrm>
            <a:off x="1725832" y="1764805"/>
            <a:ext cx="8745098" cy="3519917"/>
            <a:chOff x="1140774" y="1428375"/>
            <a:chExt cx="8745098" cy="3519917"/>
          </a:xfrm>
        </p:grpSpPr>
        <p:sp>
          <p:nvSpPr>
            <p:cNvPr id="3" name="文本占位符 2">
              <a:extLst>
                <a:ext uri="{FF2B5EF4-FFF2-40B4-BE49-F238E27FC236}">
                  <a16:creationId xmlns:a16="http://schemas.microsoft.com/office/drawing/2014/main" id="{18A346BC-D166-B222-244B-75696EEC9392}"/>
                </a:ext>
              </a:extLst>
            </p:cNvPr>
            <p:cNvSpPr txBox="1">
              <a:spLocks/>
            </p:cNvSpPr>
            <p:nvPr/>
          </p:nvSpPr>
          <p:spPr>
            <a:xfrm>
              <a:off x="1140774" y="1428375"/>
              <a:ext cx="8745098" cy="1028871"/>
            </a:xfrm>
            <a:prstGeom prst="rect">
              <a:avLst/>
            </a:prstGeom>
          </p:spPr>
          <p:txBody>
            <a:bodyPr wrap="square">
              <a:spAutoFit/>
            </a:bodyPr>
            <a:lstStyle>
              <a:lvl1pPr marL="296950" indent="-296950" algn="l" defTabSz="1187798" rtl="0" eaLnBrk="1" latinLnBrk="0" hangingPunct="1">
                <a:lnSpc>
                  <a:spcPct val="90000"/>
                </a:lnSpc>
                <a:spcBef>
                  <a:spcPts val="1299"/>
                </a:spcBef>
                <a:buFont typeface="Arial" panose="020B0604020202020204" pitchFamily="34" charset="0"/>
                <a:buChar char="•"/>
                <a:defRPr sz="3636" kern="1200">
                  <a:solidFill>
                    <a:schemeClr val="tx1"/>
                  </a:solidFill>
                  <a:latin typeface="+mn-lt"/>
                  <a:ea typeface="+mn-ea"/>
                  <a:cs typeface="+mn-cs"/>
                </a:defRPr>
              </a:lvl1pPr>
              <a:lvl2pPr marL="890849" indent="-296950" algn="l" defTabSz="1187798" rtl="0" eaLnBrk="1" latinLnBrk="0" hangingPunct="1">
                <a:lnSpc>
                  <a:spcPct val="90000"/>
                </a:lnSpc>
                <a:spcBef>
                  <a:spcPts val="650"/>
                </a:spcBef>
                <a:buFont typeface="Arial" panose="020B0604020202020204" pitchFamily="34" charset="0"/>
                <a:buChar char="•"/>
                <a:defRPr sz="3118" kern="1200">
                  <a:solidFill>
                    <a:schemeClr val="tx1"/>
                  </a:solidFill>
                  <a:latin typeface="+mn-lt"/>
                  <a:ea typeface="+mn-ea"/>
                  <a:cs typeface="+mn-cs"/>
                </a:defRPr>
              </a:lvl2pPr>
              <a:lvl3pPr marL="1484748" indent="-296950" algn="l" defTabSz="1187798" rtl="0" eaLnBrk="1" latinLnBrk="0" hangingPunct="1">
                <a:lnSpc>
                  <a:spcPct val="90000"/>
                </a:lnSpc>
                <a:spcBef>
                  <a:spcPts val="650"/>
                </a:spcBef>
                <a:buFont typeface="Arial" panose="020B0604020202020204" pitchFamily="34" charset="0"/>
                <a:buChar char="•"/>
                <a:defRPr sz="2598" kern="1200">
                  <a:solidFill>
                    <a:schemeClr val="tx1"/>
                  </a:solidFill>
                  <a:latin typeface="+mn-lt"/>
                  <a:ea typeface="+mn-ea"/>
                  <a:cs typeface="+mn-cs"/>
                </a:defRPr>
              </a:lvl3pPr>
              <a:lvl4pPr marL="2078648" indent="-296950" algn="l" defTabSz="1187798" rtl="0" eaLnBrk="1" latinLnBrk="0" hangingPunct="1">
                <a:lnSpc>
                  <a:spcPct val="90000"/>
                </a:lnSpc>
                <a:spcBef>
                  <a:spcPts val="650"/>
                </a:spcBef>
                <a:buFont typeface="Arial" panose="020B0604020202020204" pitchFamily="34" charset="0"/>
                <a:buChar char="•"/>
                <a:defRPr sz="2338" kern="1200">
                  <a:solidFill>
                    <a:schemeClr val="tx1"/>
                  </a:solidFill>
                  <a:latin typeface="+mn-lt"/>
                  <a:ea typeface="+mn-ea"/>
                  <a:cs typeface="+mn-cs"/>
                </a:defRPr>
              </a:lvl4pPr>
              <a:lvl5pPr marL="2672547" indent="-296950" algn="l" defTabSz="1187798" rtl="0" eaLnBrk="1" latinLnBrk="0" hangingPunct="1">
                <a:lnSpc>
                  <a:spcPct val="90000"/>
                </a:lnSpc>
                <a:spcBef>
                  <a:spcPts val="650"/>
                </a:spcBef>
                <a:buFont typeface="Arial" panose="020B0604020202020204" pitchFamily="34" charset="0"/>
                <a:buChar char="•"/>
                <a:defRPr sz="2338" kern="1200">
                  <a:solidFill>
                    <a:schemeClr val="tx1"/>
                  </a:solidFill>
                  <a:latin typeface="+mn-lt"/>
                  <a:ea typeface="+mn-ea"/>
                  <a:cs typeface="+mn-cs"/>
                </a:defRPr>
              </a:lvl5pPr>
              <a:lvl6pPr marL="3266447" indent="-296950" algn="l" defTabSz="1187798" rtl="0" eaLnBrk="1" latinLnBrk="0" hangingPunct="1">
                <a:lnSpc>
                  <a:spcPct val="90000"/>
                </a:lnSpc>
                <a:spcBef>
                  <a:spcPts val="650"/>
                </a:spcBef>
                <a:buFont typeface="Arial" panose="020B0604020202020204" pitchFamily="34" charset="0"/>
                <a:buChar char="•"/>
                <a:defRPr sz="2338" kern="1200">
                  <a:solidFill>
                    <a:schemeClr val="tx1"/>
                  </a:solidFill>
                  <a:latin typeface="+mn-lt"/>
                  <a:ea typeface="+mn-ea"/>
                  <a:cs typeface="+mn-cs"/>
                </a:defRPr>
              </a:lvl6pPr>
              <a:lvl7pPr marL="3860346" indent="-296950" algn="l" defTabSz="1187798" rtl="0" eaLnBrk="1" latinLnBrk="0" hangingPunct="1">
                <a:lnSpc>
                  <a:spcPct val="90000"/>
                </a:lnSpc>
                <a:spcBef>
                  <a:spcPts val="650"/>
                </a:spcBef>
                <a:buFont typeface="Arial" panose="020B0604020202020204" pitchFamily="34" charset="0"/>
                <a:buChar char="•"/>
                <a:defRPr sz="2338" kern="1200">
                  <a:solidFill>
                    <a:schemeClr val="tx1"/>
                  </a:solidFill>
                  <a:latin typeface="+mn-lt"/>
                  <a:ea typeface="+mn-ea"/>
                  <a:cs typeface="+mn-cs"/>
                </a:defRPr>
              </a:lvl7pPr>
              <a:lvl8pPr marL="4454245" indent="-296950" algn="l" defTabSz="1187798" rtl="0" eaLnBrk="1" latinLnBrk="0" hangingPunct="1">
                <a:lnSpc>
                  <a:spcPct val="90000"/>
                </a:lnSpc>
                <a:spcBef>
                  <a:spcPts val="650"/>
                </a:spcBef>
                <a:buFont typeface="Arial" panose="020B0604020202020204" pitchFamily="34" charset="0"/>
                <a:buChar char="•"/>
                <a:defRPr sz="2338" kern="1200">
                  <a:solidFill>
                    <a:schemeClr val="tx1"/>
                  </a:solidFill>
                  <a:latin typeface="+mn-lt"/>
                  <a:ea typeface="+mn-ea"/>
                  <a:cs typeface="+mn-cs"/>
                </a:defRPr>
              </a:lvl8pPr>
              <a:lvl9pPr marL="5048144" indent="-296950" algn="l" defTabSz="1187798" rtl="0" eaLnBrk="1" latinLnBrk="0" hangingPunct="1">
                <a:lnSpc>
                  <a:spcPct val="90000"/>
                </a:lnSpc>
                <a:spcBef>
                  <a:spcPts val="650"/>
                </a:spcBef>
                <a:buFont typeface="Arial" panose="020B0604020202020204" pitchFamily="34" charset="0"/>
                <a:buChar char="•"/>
                <a:defRPr sz="2338" kern="1200">
                  <a:solidFill>
                    <a:schemeClr val="tx1"/>
                  </a:solidFill>
                  <a:latin typeface="+mn-lt"/>
                  <a:ea typeface="+mn-ea"/>
                  <a:cs typeface="+mn-cs"/>
                </a:defRPr>
              </a:lvl9pPr>
            </a:lstStyle>
            <a:p>
              <a:pPr marL="0" indent="0">
                <a:lnSpc>
                  <a:spcPct val="150000"/>
                </a:lnSpc>
                <a:buNone/>
                <a:defRPr>
                  <a:solidFill>
                    <a:srgbClr val="0432FF"/>
                  </a:solidFill>
                </a:defRPr>
              </a:pPr>
              <a:r>
                <a:rPr lang="zh-CN" altLang="en-US" sz="1800" b="1" dirty="0">
                  <a:solidFill>
                    <a:srgbClr val="C00000"/>
                  </a:solidFill>
                  <a:latin typeface="Arial" panose="020B0604020202020204" pitchFamily="34" charset="0"/>
                  <a:ea typeface="微软雅黑" panose="020B0503020204020204" pitchFamily="34" charset="-122"/>
                  <a:cs typeface="Arial" panose="020B0604020202020204" pitchFamily="34" charset="0"/>
                </a:rPr>
                <a:t>输出结果：</a:t>
              </a:r>
              <a:endParaRPr lang="en-US" altLang="zh-CN" sz="1800" b="1" dirty="0">
                <a:solidFill>
                  <a:srgbClr val="C00000"/>
                </a:solidFill>
                <a:latin typeface="Arial" panose="020B0604020202020204" pitchFamily="34" charset="0"/>
                <a:ea typeface="微软雅黑" panose="020B0503020204020204" pitchFamily="34" charset="-122"/>
                <a:cs typeface="Arial" panose="020B0604020202020204" pitchFamily="34" charset="0"/>
              </a:endParaRPr>
            </a:p>
            <a:p>
              <a:pPr marL="126000" lvl="1" indent="-126000">
                <a:lnSpc>
                  <a:spcPct val="150000"/>
                </a:lnSpc>
                <a:spcBef>
                  <a:spcPts val="0"/>
                </a:spcBef>
                <a:defRPr>
                  <a:solidFill>
                    <a:srgbClr val="0432FF"/>
                  </a:solidFill>
                </a:defRPr>
              </a:pPr>
              <a:r>
                <a:rPr lang="zh-CN" altLang="en-US" sz="1200" dirty="0">
                  <a:solidFill>
                    <a:srgbClr val="000000"/>
                  </a:solidFill>
                  <a:latin typeface="Arial" panose="020B0604020202020204" pitchFamily="34" charset="0"/>
                  <a:ea typeface="微软雅黑" panose="020B0503020204020204" pitchFamily="34" charset="-122"/>
                  <a:cs typeface="Arial" panose="020B0604020202020204" pitchFamily="34" charset="0"/>
                </a:rPr>
                <a:t>算子</a:t>
              </a:r>
              <a:r>
                <a:rPr lang="en-US" altLang="zh-CN" sz="1200" dirty="0">
                  <a:solidFill>
                    <a:srgbClr val="000000"/>
                  </a:solidFill>
                  <a:latin typeface="Arial" panose="020B0604020202020204" pitchFamily="34" charset="0"/>
                  <a:ea typeface="微软雅黑" panose="020B0503020204020204" pitchFamily="34" charset="-122"/>
                  <a:cs typeface="Arial" panose="020B0604020202020204" pitchFamily="34" charset="0"/>
                </a:rPr>
                <a:t>API</a:t>
              </a:r>
              <a:r>
                <a:rPr lang="zh-CN" altLang="en-US" sz="1200" dirty="0">
                  <a:solidFill>
                    <a:srgbClr val="000000"/>
                  </a:solidFill>
                  <a:latin typeface="Arial" panose="020B0604020202020204" pitchFamily="34" charset="0"/>
                  <a:ea typeface="微软雅黑" panose="020B0503020204020204" pitchFamily="34" charset="-122"/>
                  <a:cs typeface="Arial" panose="020B0604020202020204" pitchFamily="34" charset="0"/>
                </a:rPr>
                <a:t>第二段接口计算完成后，输出结果会保存在</a:t>
              </a:r>
              <a:r>
                <a:rPr lang="en-US" altLang="zh-CN" sz="1200" dirty="0">
                  <a:solidFill>
                    <a:srgbClr val="000000"/>
                  </a:solidFill>
                  <a:latin typeface="Arial" panose="020B0604020202020204" pitchFamily="34" charset="0"/>
                  <a:ea typeface="微软雅黑" panose="020B0503020204020204" pitchFamily="34" charset="-122"/>
                  <a:cs typeface="Arial" panose="020B0604020202020204" pitchFamily="34" charset="0"/>
                </a:rPr>
                <a:t>device</a:t>
              </a:r>
              <a:r>
                <a:rPr lang="zh-CN" altLang="en-US" sz="1200" dirty="0">
                  <a:solidFill>
                    <a:srgbClr val="000000"/>
                  </a:solidFill>
                  <a:latin typeface="Arial" panose="020B0604020202020204" pitchFamily="34" charset="0"/>
                  <a:ea typeface="微软雅黑" panose="020B0503020204020204" pitchFamily="34" charset="-122"/>
                  <a:cs typeface="Arial" panose="020B0604020202020204" pitchFamily="34" charset="0"/>
                </a:rPr>
                <a:t>侧对应的内存中，在打印输出之前还需要调用</a:t>
              </a:r>
              <a:r>
                <a:rPr lang="en-US" altLang="zh-CN" sz="1200" dirty="0" err="1">
                  <a:solidFill>
                    <a:srgbClr val="000000"/>
                  </a:solidFill>
                  <a:latin typeface="Arial" panose="020B0604020202020204" pitchFamily="34" charset="0"/>
                  <a:ea typeface="微软雅黑" panose="020B0503020204020204" pitchFamily="34" charset="-122"/>
                  <a:cs typeface="Arial" panose="020B0604020202020204" pitchFamily="34" charset="0"/>
                </a:rPr>
                <a:t>aclrtMemcpy</a:t>
              </a:r>
              <a:r>
                <a:rPr lang="zh-CN" altLang="en-US" sz="1200" dirty="0">
                  <a:solidFill>
                    <a:srgbClr val="000000"/>
                  </a:solidFill>
                  <a:latin typeface="Arial" panose="020B0604020202020204" pitchFamily="34" charset="0"/>
                  <a:ea typeface="微软雅黑" panose="020B0503020204020204" pitchFamily="34" charset="-122"/>
                  <a:cs typeface="Arial" panose="020B0604020202020204" pitchFamily="34" charset="0"/>
                </a:rPr>
                <a:t>先将结果从</a:t>
              </a:r>
              <a:r>
                <a:rPr lang="en-US" altLang="zh-CN" sz="1200" dirty="0">
                  <a:solidFill>
                    <a:srgbClr val="000000"/>
                  </a:solidFill>
                  <a:latin typeface="Arial" panose="020B0604020202020204" pitchFamily="34" charset="0"/>
                  <a:ea typeface="微软雅黑" panose="020B0503020204020204" pitchFamily="34" charset="-122"/>
                  <a:cs typeface="Arial" panose="020B0604020202020204" pitchFamily="34" charset="0"/>
                </a:rPr>
                <a:t>device</a:t>
              </a:r>
              <a:r>
                <a:rPr lang="zh-CN" altLang="en-US" sz="1200" dirty="0">
                  <a:solidFill>
                    <a:srgbClr val="000000"/>
                  </a:solidFill>
                  <a:latin typeface="Arial" panose="020B0604020202020204" pitchFamily="34" charset="0"/>
                  <a:ea typeface="微软雅黑" panose="020B0503020204020204" pitchFamily="34" charset="-122"/>
                  <a:cs typeface="Arial" panose="020B0604020202020204" pitchFamily="34" charset="0"/>
                </a:rPr>
                <a:t>侧中搬运到</a:t>
              </a:r>
              <a:r>
                <a:rPr lang="en-US" altLang="zh-CN" sz="1200" dirty="0">
                  <a:solidFill>
                    <a:srgbClr val="000000"/>
                  </a:solidFill>
                  <a:latin typeface="Arial" panose="020B0604020202020204" pitchFamily="34" charset="0"/>
                  <a:ea typeface="微软雅黑" panose="020B0503020204020204" pitchFamily="34" charset="-122"/>
                  <a:cs typeface="Arial" panose="020B0604020202020204" pitchFamily="34" charset="0"/>
                </a:rPr>
                <a:t>host</a:t>
              </a:r>
              <a:r>
                <a:rPr lang="zh-CN" altLang="en-US" sz="1200" dirty="0">
                  <a:solidFill>
                    <a:srgbClr val="000000"/>
                  </a:solidFill>
                  <a:latin typeface="Arial" panose="020B0604020202020204" pitchFamily="34" charset="0"/>
                  <a:ea typeface="微软雅黑" panose="020B0503020204020204" pitchFamily="34" charset="-122"/>
                  <a:cs typeface="Arial" panose="020B0604020202020204" pitchFamily="34" charset="0"/>
                </a:rPr>
                <a:t>侧，然后打印输出。</a:t>
              </a:r>
              <a:endParaRPr lang="en-US" altLang="zh-CN" sz="1200" dirty="0">
                <a:solidFill>
                  <a:srgbClr val="000000"/>
                </a:solidFill>
                <a:latin typeface="Arial" panose="020B0604020202020204" pitchFamily="34" charset="0"/>
                <a:ea typeface="微软雅黑" panose="020B0503020204020204" pitchFamily="34" charset="-122"/>
                <a:cs typeface="Arial" panose="020B0604020202020204" pitchFamily="34" charset="0"/>
              </a:endParaRPr>
            </a:p>
          </p:txBody>
        </p:sp>
        <p:pic>
          <p:nvPicPr>
            <p:cNvPr id="4" name="图片 3">
              <a:extLst>
                <a:ext uri="{FF2B5EF4-FFF2-40B4-BE49-F238E27FC236}">
                  <a16:creationId xmlns:a16="http://schemas.microsoft.com/office/drawing/2014/main" id="{01AAF029-3A7D-1D1C-71FC-C20963251778}"/>
                </a:ext>
              </a:extLst>
            </p:cNvPr>
            <p:cNvPicPr>
              <a:picLocks noChangeAspect="1"/>
            </p:cNvPicPr>
            <p:nvPr/>
          </p:nvPicPr>
          <p:blipFill>
            <a:blip r:embed="rId2"/>
            <a:stretch>
              <a:fillRect/>
            </a:stretch>
          </p:blipFill>
          <p:spPr>
            <a:xfrm>
              <a:off x="1214482" y="3239707"/>
              <a:ext cx="7314093" cy="1708585"/>
            </a:xfrm>
            <a:prstGeom prst="rect">
              <a:avLst/>
            </a:prstGeom>
          </p:spPr>
        </p:pic>
        <p:pic>
          <p:nvPicPr>
            <p:cNvPr id="5" name="图片 4">
              <a:extLst>
                <a:ext uri="{FF2B5EF4-FFF2-40B4-BE49-F238E27FC236}">
                  <a16:creationId xmlns:a16="http://schemas.microsoft.com/office/drawing/2014/main" id="{4708680B-420D-0505-0D2D-54EFC250A590}"/>
                </a:ext>
              </a:extLst>
            </p:cNvPr>
            <p:cNvPicPr>
              <a:picLocks noChangeAspect="1"/>
            </p:cNvPicPr>
            <p:nvPr/>
          </p:nvPicPr>
          <p:blipFill>
            <a:blip r:embed="rId3"/>
            <a:stretch>
              <a:fillRect/>
            </a:stretch>
          </p:blipFill>
          <p:spPr>
            <a:xfrm>
              <a:off x="1214482" y="2551140"/>
              <a:ext cx="4777543" cy="594673"/>
            </a:xfrm>
            <a:prstGeom prst="rect">
              <a:avLst/>
            </a:prstGeom>
          </p:spPr>
        </p:pic>
      </p:grpSp>
    </p:spTree>
    <p:extLst>
      <p:ext uri="{BB962C8B-B14F-4D97-AF65-F5344CB8AC3E}">
        <p14:creationId xmlns:p14="http://schemas.microsoft.com/office/powerpoint/2010/main" val="3653062556"/>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7F97041-1059-2446-EE79-1035FE8CE3BC}"/>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48F103AC-5F8E-64C3-97E0-07EDA7A8D97C}"/>
              </a:ext>
            </a:extLst>
          </p:cNvPr>
          <p:cNvSpPr txBox="1">
            <a:spLocks/>
          </p:cNvSpPr>
          <p:nvPr/>
        </p:nvSpPr>
        <p:spPr>
          <a:xfrm>
            <a:off x="4159387" y="411900"/>
            <a:ext cx="3877985" cy="584775"/>
          </a:xfrm>
          <a:prstGeom prst="rect">
            <a:avLst/>
          </a:prstGeom>
        </p:spPr>
        <p:txBody>
          <a:bodyPr wrap="none">
            <a:spAutoFit/>
          </a:bodyPr>
          <a:lstStyle>
            <a:lvl1pPr algn="l" defTabSz="1187798" rtl="0" eaLnBrk="1" latinLnBrk="0" hangingPunct="1">
              <a:lnSpc>
                <a:spcPct val="90000"/>
              </a:lnSpc>
              <a:spcBef>
                <a:spcPct val="0"/>
              </a:spcBef>
              <a:buNone/>
              <a:defRPr sz="5716" kern="1200">
                <a:solidFill>
                  <a:schemeClr val="tx1"/>
                </a:solidFill>
                <a:latin typeface="+mj-lt"/>
                <a:ea typeface="+mj-ea"/>
                <a:cs typeface="+mj-cs"/>
              </a:defRPr>
            </a:lvl1pPr>
          </a:lstStyle>
          <a:p>
            <a:pPr algn="ctr">
              <a:lnSpc>
                <a:spcPct val="100000"/>
              </a:lnSpc>
            </a:pPr>
            <a:r>
              <a:rPr lang="zh-CN" altLang="en-US" sz="3200" b="1" dirty="0">
                <a:solidFill>
                  <a:srgbClr val="000000"/>
                </a:solidFill>
                <a:latin typeface="微软雅黑" panose="020B0503020204020204" pitchFamily="34" charset="-122"/>
                <a:ea typeface="微软雅黑" panose="020B0503020204020204" pitchFamily="34" charset="-122"/>
              </a:rPr>
              <a:t>编写算子的调用代码</a:t>
            </a:r>
          </a:p>
        </p:txBody>
      </p:sp>
      <p:sp>
        <p:nvSpPr>
          <p:cNvPr id="3" name="文本占位符 2">
            <a:extLst>
              <a:ext uri="{FF2B5EF4-FFF2-40B4-BE49-F238E27FC236}">
                <a16:creationId xmlns:a16="http://schemas.microsoft.com/office/drawing/2014/main" id="{E82E0842-7733-D0FA-FF4C-456E77C81E0D}"/>
              </a:ext>
            </a:extLst>
          </p:cNvPr>
          <p:cNvSpPr txBox="1">
            <a:spLocks/>
          </p:cNvSpPr>
          <p:nvPr/>
        </p:nvSpPr>
        <p:spPr>
          <a:xfrm>
            <a:off x="3441821" y="2133750"/>
            <a:ext cx="5313121" cy="1936812"/>
          </a:xfrm>
          <a:prstGeom prst="rect">
            <a:avLst/>
          </a:prstGeom>
        </p:spPr>
        <p:txBody>
          <a:bodyPr wrap="none">
            <a:spAutoFit/>
          </a:bodyPr>
          <a:lstStyle>
            <a:lvl1pPr marL="296950" indent="-296950" algn="l" defTabSz="1187798" rtl="0" eaLnBrk="1" latinLnBrk="0" hangingPunct="1">
              <a:lnSpc>
                <a:spcPct val="90000"/>
              </a:lnSpc>
              <a:spcBef>
                <a:spcPts val="1299"/>
              </a:spcBef>
              <a:buFont typeface="Arial" panose="020B0604020202020204" pitchFamily="34" charset="0"/>
              <a:buChar char="•"/>
              <a:defRPr sz="3636" kern="1200">
                <a:solidFill>
                  <a:schemeClr val="tx1"/>
                </a:solidFill>
                <a:latin typeface="+mn-lt"/>
                <a:ea typeface="+mn-ea"/>
                <a:cs typeface="+mn-cs"/>
              </a:defRPr>
            </a:lvl1pPr>
            <a:lvl2pPr marL="890849" indent="-296950" algn="l" defTabSz="1187798" rtl="0" eaLnBrk="1" latinLnBrk="0" hangingPunct="1">
              <a:lnSpc>
                <a:spcPct val="90000"/>
              </a:lnSpc>
              <a:spcBef>
                <a:spcPts val="650"/>
              </a:spcBef>
              <a:buFont typeface="Arial" panose="020B0604020202020204" pitchFamily="34" charset="0"/>
              <a:buChar char="•"/>
              <a:defRPr sz="3118" kern="1200">
                <a:solidFill>
                  <a:schemeClr val="tx1"/>
                </a:solidFill>
                <a:latin typeface="+mn-lt"/>
                <a:ea typeface="+mn-ea"/>
                <a:cs typeface="+mn-cs"/>
              </a:defRPr>
            </a:lvl2pPr>
            <a:lvl3pPr marL="1484748" indent="-296950" algn="l" defTabSz="1187798" rtl="0" eaLnBrk="1" latinLnBrk="0" hangingPunct="1">
              <a:lnSpc>
                <a:spcPct val="90000"/>
              </a:lnSpc>
              <a:spcBef>
                <a:spcPts val="650"/>
              </a:spcBef>
              <a:buFont typeface="Arial" panose="020B0604020202020204" pitchFamily="34" charset="0"/>
              <a:buChar char="•"/>
              <a:defRPr sz="2598" kern="1200">
                <a:solidFill>
                  <a:schemeClr val="tx1"/>
                </a:solidFill>
                <a:latin typeface="+mn-lt"/>
                <a:ea typeface="+mn-ea"/>
                <a:cs typeface="+mn-cs"/>
              </a:defRPr>
            </a:lvl3pPr>
            <a:lvl4pPr marL="2078648" indent="-296950" algn="l" defTabSz="1187798" rtl="0" eaLnBrk="1" latinLnBrk="0" hangingPunct="1">
              <a:lnSpc>
                <a:spcPct val="90000"/>
              </a:lnSpc>
              <a:spcBef>
                <a:spcPts val="650"/>
              </a:spcBef>
              <a:buFont typeface="Arial" panose="020B0604020202020204" pitchFamily="34" charset="0"/>
              <a:buChar char="•"/>
              <a:defRPr sz="2338" kern="1200">
                <a:solidFill>
                  <a:schemeClr val="tx1"/>
                </a:solidFill>
                <a:latin typeface="+mn-lt"/>
                <a:ea typeface="+mn-ea"/>
                <a:cs typeface="+mn-cs"/>
              </a:defRPr>
            </a:lvl4pPr>
            <a:lvl5pPr marL="2672547" indent="-296950" algn="l" defTabSz="1187798" rtl="0" eaLnBrk="1" latinLnBrk="0" hangingPunct="1">
              <a:lnSpc>
                <a:spcPct val="90000"/>
              </a:lnSpc>
              <a:spcBef>
                <a:spcPts val="650"/>
              </a:spcBef>
              <a:buFont typeface="Arial" panose="020B0604020202020204" pitchFamily="34" charset="0"/>
              <a:buChar char="•"/>
              <a:defRPr sz="2338" kern="1200">
                <a:solidFill>
                  <a:schemeClr val="tx1"/>
                </a:solidFill>
                <a:latin typeface="+mn-lt"/>
                <a:ea typeface="+mn-ea"/>
                <a:cs typeface="+mn-cs"/>
              </a:defRPr>
            </a:lvl5pPr>
            <a:lvl6pPr marL="3266447" indent="-296950" algn="l" defTabSz="1187798" rtl="0" eaLnBrk="1" latinLnBrk="0" hangingPunct="1">
              <a:lnSpc>
                <a:spcPct val="90000"/>
              </a:lnSpc>
              <a:spcBef>
                <a:spcPts val="650"/>
              </a:spcBef>
              <a:buFont typeface="Arial" panose="020B0604020202020204" pitchFamily="34" charset="0"/>
              <a:buChar char="•"/>
              <a:defRPr sz="2338" kern="1200">
                <a:solidFill>
                  <a:schemeClr val="tx1"/>
                </a:solidFill>
                <a:latin typeface="+mn-lt"/>
                <a:ea typeface="+mn-ea"/>
                <a:cs typeface="+mn-cs"/>
              </a:defRPr>
            </a:lvl6pPr>
            <a:lvl7pPr marL="3860346" indent="-296950" algn="l" defTabSz="1187798" rtl="0" eaLnBrk="1" latinLnBrk="0" hangingPunct="1">
              <a:lnSpc>
                <a:spcPct val="90000"/>
              </a:lnSpc>
              <a:spcBef>
                <a:spcPts val="650"/>
              </a:spcBef>
              <a:buFont typeface="Arial" panose="020B0604020202020204" pitchFamily="34" charset="0"/>
              <a:buChar char="•"/>
              <a:defRPr sz="2338" kern="1200">
                <a:solidFill>
                  <a:schemeClr val="tx1"/>
                </a:solidFill>
                <a:latin typeface="+mn-lt"/>
                <a:ea typeface="+mn-ea"/>
                <a:cs typeface="+mn-cs"/>
              </a:defRPr>
            </a:lvl7pPr>
            <a:lvl8pPr marL="4454245" indent="-296950" algn="l" defTabSz="1187798" rtl="0" eaLnBrk="1" latinLnBrk="0" hangingPunct="1">
              <a:lnSpc>
                <a:spcPct val="90000"/>
              </a:lnSpc>
              <a:spcBef>
                <a:spcPts val="650"/>
              </a:spcBef>
              <a:buFont typeface="Arial" panose="020B0604020202020204" pitchFamily="34" charset="0"/>
              <a:buChar char="•"/>
              <a:defRPr sz="2338" kern="1200">
                <a:solidFill>
                  <a:schemeClr val="tx1"/>
                </a:solidFill>
                <a:latin typeface="+mn-lt"/>
                <a:ea typeface="+mn-ea"/>
                <a:cs typeface="+mn-cs"/>
              </a:defRPr>
            </a:lvl8pPr>
            <a:lvl9pPr marL="5048144" indent="-296950" algn="l" defTabSz="1187798" rtl="0" eaLnBrk="1" latinLnBrk="0" hangingPunct="1">
              <a:lnSpc>
                <a:spcPct val="90000"/>
              </a:lnSpc>
              <a:spcBef>
                <a:spcPts val="650"/>
              </a:spcBef>
              <a:buFont typeface="Arial" panose="020B0604020202020204" pitchFamily="34" charset="0"/>
              <a:buChar char="•"/>
              <a:defRPr sz="2338" kern="1200">
                <a:solidFill>
                  <a:schemeClr val="tx1"/>
                </a:solidFill>
                <a:latin typeface="+mn-lt"/>
                <a:ea typeface="+mn-ea"/>
                <a:cs typeface="+mn-cs"/>
              </a:defRPr>
            </a:lvl9pPr>
          </a:lstStyle>
          <a:p>
            <a:pPr marL="0" indent="0">
              <a:lnSpc>
                <a:spcPct val="150000"/>
              </a:lnSpc>
              <a:spcBef>
                <a:spcPts val="0"/>
              </a:spcBef>
              <a:buNone/>
              <a:defRPr>
                <a:solidFill>
                  <a:srgbClr val="0432FF"/>
                </a:solidFill>
              </a:defRPr>
            </a:pPr>
            <a:r>
              <a:rPr lang="zh-CN" altLang="en-US" sz="1800" b="1" dirty="0">
                <a:solidFill>
                  <a:srgbClr val="C00000"/>
                </a:solidFill>
                <a:latin typeface="Arial" panose="020B0604020202020204" pitchFamily="34" charset="0"/>
                <a:ea typeface="微软雅黑" panose="020B0503020204020204" pitchFamily="34" charset="-122"/>
                <a:cs typeface="Arial" panose="020B0604020202020204" pitchFamily="34" charset="0"/>
              </a:rPr>
              <a:t>释放空间：</a:t>
            </a:r>
            <a:endParaRPr lang="en-US" altLang="zh-CN" sz="1800" b="1" dirty="0">
              <a:solidFill>
                <a:srgbClr val="C00000"/>
              </a:solidFill>
              <a:latin typeface="Arial" panose="020B0604020202020204" pitchFamily="34" charset="0"/>
              <a:ea typeface="微软雅黑" panose="020B0503020204020204" pitchFamily="34" charset="-122"/>
              <a:cs typeface="Arial" panose="020B0604020202020204" pitchFamily="34" charset="0"/>
            </a:endParaRPr>
          </a:p>
          <a:p>
            <a:pPr marL="0" lvl="1" indent="0">
              <a:lnSpc>
                <a:spcPct val="150000"/>
              </a:lnSpc>
              <a:spcBef>
                <a:spcPts val="0"/>
              </a:spcBef>
              <a:buNone/>
              <a:defRPr>
                <a:solidFill>
                  <a:srgbClr val="0432FF"/>
                </a:solidFill>
              </a:defRPr>
            </a:pPr>
            <a:r>
              <a:rPr lang="zh-CN" altLang="en-US" sz="1200" b="1" dirty="0">
                <a:solidFill>
                  <a:srgbClr val="000000"/>
                </a:solidFill>
                <a:latin typeface="Arial" panose="020B0604020202020204" pitchFamily="34" charset="0"/>
                <a:ea typeface="微软雅黑" panose="020B0503020204020204" pitchFamily="34" charset="-122"/>
                <a:cs typeface="Arial" panose="020B0604020202020204" pitchFamily="34" charset="0"/>
              </a:rPr>
              <a:t>计算完成后，需要将</a:t>
            </a:r>
            <a:r>
              <a:rPr lang="en-US" altLang="zh-CN" sz="1200" b="1" dirty="0" err="1">
                <a:solidFill>
                  <a:srgbClr val="000000"/>
                </a:solidFill>
                <a:latin typeface="Arial" panose="020B0604020202020204" pitchFamily="34" charset="0"/>
                <a:ea typeface="微软雅黑" panose="020B0503020204020204" pitchFamily="34" charset="-122"/>
                <a:cs typeface="Arial" panose="020B0604020202020204" pitchFamily="34" charset="0"/>
              </a:rPr>
              <a:t>aclTensor</a:t>
            </a:r>
            <a:r>
              <a:rPr lang="zh-CN" altLang="en-US" sz="1200" b="1" dirty="0">
                <a:solidFill>
                  <a:srgbClr val="000000"/>
                </a:solidFill>
                <a:latin typeface="Arial" panose="020B0604020202020204" pitchFamily="34" charset="0"/>
                <a:ea typeface="微软雅黑" panose="020B0503020204020204" pitchFamily="34" charset="-122"/>
                <a:cs typeface="Arial" panose="020B0604020202020204" pitchFamily="34" charset="0"/>
              </a:rPr>
              <a:t>变量和申请的</a:t>
            </a:r>
            <a:r>
              <a:rPr lang="en-US" altLang="zh-CN" sz="1200" b="1" dirty="0">
                <a:solidFill>
                  <a:srgbClr val="000000"/>
                </a:solidFill>
                <a:latin typeface="Arial" panose="020B0604020202020204" pitchFamily="34" charset="0"/>
                <a:ea typeface="微软雅黑" panose="020B0503020204020204" pitchFamily="34" charset="-122"/>
                <a:cs typeface="Arial" panose="020B0604020202020204" pitchFamily="34" charset="0"/>
              </a:rPr>
              <a:t>device</a:t>
            </a:r>
            <a:r>
              <a:rPr lang="zh-CN" altLang="en-US" sz="1200" b="1" dirty="0">
                <a:solidFill>
                  <a:srgbClr val="000000"/>
                </a:solidFill>
                <a:latin typeface="Arial" panose="020B0604020202020204" pitchFamily="34" charset="0"/>
                <a:ea typeface="微软雅黑" panose="020B0503020204020204" pitchFamily="34" charset="-122"/>
                <a:cs typeface="Arial" panose="020B0604020202020204" pitchFamily="34" charset="0"/>
              </a:rPr>
              <a:t>空间释放掉。</a:t>
            </a:r>
            <a:endParaRPr lang="en-US" altLang="zh-CN" sz="1200" b="1" dirty="0">
              <a:solidFill>
                <a:srgbClr val="000000"/>
              </a:solidFill>
              <a:latin typeface="Arial" panose="020B0604020202020204" pitchFamily="34" charset="0"/>
              <a:ea typeface="微软雅黑" panose="020B0503020204020204" pitchFamily="34" charset="-122"/>
              <a:cs typeface="Arial" panose="020B0604020202020204" pitchFamily="34" charset="0"/>
            </a:endParaRPr>
          </a:p>
          <a:p>
            <a:pPr marL="126000" lvl="2" indent="-126000">
              <a:lnSpc>
                <a:spcPct val="150000"/>
              </a:lnSpc>
              <a:spcBef>
                <a:spcPts val="0"/>
              </a:spcBef>
              <a:defRPr>
                <a:solidFill>
                  <a:srgbClr val="0432FF"/>
                </a:solidFill>
              </a:defRPr>
            </a:pPr>
            <a:r>
              <a:rPr lang="zh-CN" altLang="en-US" sz="1200" dirty="0">
                <a:solidFill>
                  <a:srgbClr val="000000"/>
                </a:solidFill>
                <a:latin typeface="Arial" panose="020B0604020202020204" pitchFamily="34" charset="0"/>
                <a:ea typeface="微软雅黑" panose="020B0503020204020204" pitchFamily="34" charset="-122"/>
                <a:cs typeface="Arial" panose="020B0604020202020204" pitchFamily="34" charset="0"/>
              </a:rPr>
              <a:t>调用 </a:t>
            </a:r>
            <a:r>
              <a:rPr lang="en-US" altLang="zh-CN" sz="1200" dirty="0" err="1">
                <a:solidFill>
                  <a:srgbClr val="000000"/>
                </a:solidFill>
                <a:latin typeface="Arial" panose="020B0604020202020204" pitchFamily="34" charset="0"/>
                <a:ea typeface="微软雅黑" panose="020B0503020204020204" pitchFamily="34" charset="-122"/>
                <a:cs typeface="Arial" panose="020B0604020202020204" pitchFamily="34" charset="0"/>
              </a:rPr>
              <a:t>aclDestroyTensor</a:t>
            </a:r>
            <a:r>
              <a:rPr lang="zh-CN" altLang="en-US" sz="1200" dirty="0">
                <a:solidFill>
                  <a:srgbClr val="000000"/>
                </a:solidFill>
                <a:latin typeface="Arial" panose="020B0604020202020204" pitchFamily="34" charset="0"/>
                <a:ea typeface="微软雅黑" panose="020B0503020204020204" pitchFamily="34" charset="-122"/>
                <a:cs typeface="Arial" panose="020B0604020202020204" pitchFamily="34" charset="0"/>
              </a:rPr>
              <a:t>销毁掉通过</a:t>
            </a:r>
            <a:r>
              <a:rPr lang="en-US" altLang="zh-CN" sz="1200" dirty="0" err="1">
                <a:solidFill>
                  <a:srgbClr val="000000"/>
                </a:solidFill>
                <a:latin typeface="Arial" panose="020B0604020202020204" pitchFamily="34" charset="0"/>
                <a:ea typeface="微软雅黑" panose="020B0503020204020204" pitchFamily="34" charset="-122"/>
                <a:cs typeface="Arial" panose="020B0604020202020204" pitchFamily="34" charset="0"/>
              </a:rPr>
              <a:t>aclCreateTensor</a:t>
            </a:r>
            <a:r>
              <a:rPr lang="zh-CN" altLang="en-US" sz="1200" dirty="0">
                <a:solidFill>
                  <a:srgbClr val="000000"/>
                </a:solidFill>
                <a:latin typeface="Arial" panose="020B0604020202020204" pitchFamily="34" charset="0"/>
                <a:ea typeface="微软雅黑" panose="020B0503020204020204" pitchFamily="34" charset="-122"/>
                <a:cs typeface="Arial" panose="020B0604020202020204" pitchFamily="34" charset="0"/>
              </a:rPr>
              <a:t>创建的</a:t>
            </a:r>
            <a:r>
              <a:rPr lang="en-US" altLang="zh-CN" sz="1200" dirty="0" err="1">
                <a:solidFill>
                  <a:srgbClr val="000000"/>
                </a:solidFill>
                <a:latin typeface="Arial" panose="020B0604020202020204" pitchFamily="34" charset="0"/>
                <a:ea typeface="微软雅黑" panose="020B0503020204020204" pitchFamily="34" charset="-122"/>
                <a:cs typeface="Arial" panose="020B0604020202020204" pitchFamily="34" charset="0"/>
              </a:rPr>
              <a:t>aclTensor</a:t>
            </a:r>
            <a:r>
              <a:rPr lang="zh-CN" altLang="en-US" sz="1200" dirty="0">
                <a:solidFill>
                  <a:srgbClr val="000000"/>
                </a:solidFill>
                <a:latin typeface="Arial" panose="020B0604020202020204" pitchFamily="34" charset="0"/>
                <a:ea typeface="微软雅黑" panose="020B0503020204020204" pitchFamily="34" charset="-122"/>
                <a:cs typeface="Arial" panose="020B0604020202020204" pitchFamily="34" charset="0"/>
              </a:rPr>
              <a:t>变量。</a:t>
            </a:r>
            <a:endParaRPr lang="en-US" altLang="zh-CN" sz="1200" dirty="0">
              <a:solidFill>
                <a:srgbClr val="000000"/>
              </a:solidFill>
              <a:latin typeface="Arial" panose="020B0604020202020204" pitchFamily="34" charset="0"/>
              <a:ea typeface="微软雅黑" panose="020B0503020204020204" pitchFamily="34" charset="-122"/>
              <a:cs typeface="Arial" panose="020B0604020202020204" pitchFamily="34" charset="0"/>
            </a:endParaRPr>
          </a:p>
          <a:p>
            <a:pPr marL="126000" lvl="2" indent="-126000">
              <a:lnSpc>
                <a:spcPct val="150000"/>
              </a:lnSpc>
              <a:spcBef>
                <a:spcPts val="0"/>
              </a:spcBef>
              <a:defRPr>
                <a:solidFill>
                  <a:srgbClr val="0432FF"/>
                </a:solidFill>
              </a:defRPr>
            </a:pPr>
            <a:endParaRPr lang="en-US" altLang="zh-CN" sz="1200" dirty="0">
              <a:solidFill>
                <a:srgbClr val="000000"/>
              </a:solidFill>
              <a:latin typeface="Arial" panose="020B0604020202020204" pitchFamily="34" charset="0"/>
              <a:ea typeface="微软雅黑" panose="020B0503020204020204" pitchFamily="34" charset="-122"/>
              <a:cs typeface="Arial" panose="020B0604020202020204" pitchFamily="34" charset="0"/>
            </a:endParaRPr>
          </a:p>
          <a:p>
            <a:pPr marL="0" lvl="2" indent="0">
              <a:lnSpc>
                <a:spcPct val="150000"/>
              </a:lnSpc>
              <a:spcBef>
                <a:spcPts val="0"/>
              </a:spcBef>
              <a:spcAft>
                <a:spcPts val="600"/>
              </a:spcAft>
              <a:buNone/>
              <a:defRPr>
                <a:solidFill>
                  <a:srgbClr val="0432FF"/>
                </a:solidFill>
              </a:defRPr>
            </a:pPr>
            <a:endParaRPr lang="en-US" altLang="zh-CN" sz="1200" dirty="0">
              <a:solidFill>
                <a:srgbClr val="000000"/>
              </a:solidFill>
              <a:latin typeface="Arial" panose="020B0604020202020204" pitchFamily="34" charset="0"/>
              <a:ea typeface="微软雅黑" panose="020B0503020204020204" pitchFamily="34" charset="-122"/>
              <a:cs typeface="Arial" panose="020B0604020202020204" pitchFamily="34" charset="0"/>
            </a:endParaRPr>
          </a:p>
          <a:p>
            <a:pPr marL="126000" lvl="2" indent="-126000">
              <a:lnSpc>
                <a:spcPct val="150000"/>
              </a:lnSpc>
              <a:spcBef>
                <a:spcPts val="0"/>
              </a:spcBef>
              <a:defRPr>
                <a:solidFill>
                  <a:srgbClr val="0432FF"/>
                </a:solidFill>
              </a:defRPr>
            </a:pPr>
            <a:r>
              <a:rPr lang="zh-CN" altLang="en-US" sz="1200" dirty="0">
                <a:solidFill>
                  <a:srgbClr val="000000"/>
                </a:solidFill>
                <a:latin typeface="Arial" panose="020B0604020202020204" pitchFamily="34" charset="0"/>
                <a:ea typeface="微软雅黑" panose="020B0503020204020204" pitchFamily="34" charset="-122"/>
                <a:cs typeface="Arial" panose="020B0604020202020204" pitchFamily="34" charset="0"/>
              </a:rPr>
              <a:t>调用</a:t>
            </a:r>
            <a:r>
              <a:rPr lang="en-US" altLang="zh-CN" sz="1200" dirty="0" err="1">
                <a:solidFill>
                  <a:srgbClr val="000000"/>
                </a:solidFill>
                <a:latin typeface="Arial" panose="020B0604020202020204" pitchFamily="34" charset="0"/>
                <a:ea typeface="微软雅黑" panose="020B0503020204020204" pitchFamily="34" charset="-122"/>
                <a:cs typeface="Arial" panose="020B0604020202020204" pitchFamily="34" charset="0"/>
              </a:rPr>
              <a:t>aclrtFree</a:t>
            </a:r>
            <a:r>
              <a:rPr lang="zh-CN" altLang="en-US" sz="1200" dirty="0">
                <a:solidFill>
                  <a:srgbClr val="000000"/>
                </a:solidFill>
                <a:latin typeface="Arial" panose="020B0604020202020204" pitchFamily="34" charset="0"/>
                <a:ea typeface="微软雅黑" panose="020B0503020204020204" pitchFamily="34" charset="-122"/>
                <a:cs typeface="Arial" panose="020B0604020202020204" pitchFamily="34" charset="0"/>
              </a:rPr>
              <a:t>释放掉通过</a:t>
            </a:r>
            <a:r>
              <a:rPr lang="en-US" altLang="zh-CN" sz="1200" dirty="0" err="1">
                <a:solidFill>
                  <a:srgbClr val="000000"/>
                </a:solidFill>
                <a:latin typeface="Arial" panose="020B0604020202020204" pitchFamily="34" charset="0"/>
                <a:ea typeface="微软雅黑" panose="020B0503020204020204" pitchFamily="34" charset="-122"/>
                <a:cs typeface="Arial" panose="020B0604020202020204" pitchFamily="34" charset="0"/>
              </a:rPr>
              <a:t>aclrtMalloc</a:t>
            </a:r>
            <a:r>
              <a:rPr lang="zh-CN" altLang="en-US" sz="1200" dirty="0">
                <a:solidFill>
                  <a:srgbClr val="000000"/>
                </a:solidFill>
                <a:latin typeface="Arial" panose="020B0604020202020204" pitchFamily="34" charset="0"/>
                <a:ea typeface="微软雅黑" panose="020B0503020204020204" pitchFamily="34" charset="-122"/>
                <a:cs typeface="Arial" panose="020B0604020202020204" pitchFamily="34" charset="0"/>
              </a:rPr>
              <a:t>申请的</a:t>
            </a:r>
            <a:r>
              <a:rPr lang="en-US" altLang="zh-CN" sz="1200" dirty="0">
                <a:solidFill>
                  <a:srgbClr val="000000"/>
                </a:solidFill>
                <a:latin typeface="Arial" panose="020B0604020202020204" pitchFamily="34" charset="0"/>
                <a:ea typeface="微软雅黑" panose="020B0503020204020204" pitchFamily="34" charset="-122"/>
                <a:cs typeface="Arial" panose="020B0604020202020204" pitchFamily="34" charset="0"/>
              </a:rPr>
              <a:t>device</a:t>
            </a:r>
            <a:r>
              <a:rPr lang="zh-CN" altLang="en-US" sz="1200" dirty="0">
                <a:solidFill>
                  <a:srgbClr val="000000"/>
                </a:solidFill>
                <a:latin typeface="Arial" panose="020B0604020202020204" pitchFamily="34" charset="0"/>
                <a:ea typeface="微软雅黑" panose="020B0503020204020204" pitchFamily="34" charset="-122"/>
                <a:cs typeface="Arial" panose="020B0604020202020204" pitchFamily="34" charset="0"/>
              </a:rPr>
              <a:t>侧内存。</a:t>
            </a:r>
            <a:endParaRPr lang="en-US" altLang="zh-CN" sz="1200" dirty="0">
              <a:solidFill>
                <a:srgbClr val="000000"/>
              </a:solidFill>
              <a:latin typeface="Arial" panose="020B0604020202020204" pitchFamily="34" charset="0"/>
              <a:ea typeface="微软雅黑" panose="020B0503020204020204" pitchFamily="34" charset="-122"/>
              <a:cs typeface="Arial" panose="020B0604020202020204" pitchFamily="34" charset="0"/>
            </a:endParaRPr>
          </a:p>
        </p:txBody>
      </p:sp>
      <p:pic>
        <p:nvPicPr>
          <p:cNvPr id="4" name="图片 3">
            <a:extLst>
              <a:ext uri="{FF2B5EF4-FFF2-40B4-BE49-F238E27FC236}">
                <a16:creationId xmlns:a16="http://schemas.microsoft.com/office/drawing/2014/main" id="{37C6DB6F-5D1F-6614-2D49-DEB8DC47B9AE}"/>
              </a:ext>
            </a:extLst>
          </p:cNvPr>
          <p:cNvPicPr>
            <a:picLocks noChangeAspect="1"/>
          </p:cNvPicPr>
          <p:nvPr/>
        </p:nvPicPr>
        <p:blipFill>
          <a:blip r:embed="rId2"/>
          <a:stretch>
            <a:fillRect/>
          </a:stretch>
        </p:blipFill>
        <p:spPr>
          <a:xfrm>
            <a:off x="3541548" y="3196621"/>
            <a:ext cx="3090484" cy="477463"/>
          </a:xfrm>
          <a:prstGeom prst="rect">
            <a:avLst/>
          </a:prstGeom>
        </p:spPr>
      </p:pic>
      <p:pic>
        <p:nvPicPr>
          <p:cNvPr id="5" name="图片 4">
            <a:extLst>
              <a:ext uri="{FF2B5EF4-FFF2-40B4-BE49-F238E27FC236}">
                <a16:creationId xmlns:a16="http://schemas.microsoft.com/office/drawing/2014/main" id="{85989BBE-8407-6589-4C2A-61FE58333CA2}"/>
              </a:ext>
            </a:extLst>
          </p:cNvPr>
          <p:cNvPicPr>
            <a:picLocks noChangeAspect="1"/>
          </p:cNvPicPr>
          <p:nvPr/>
        </p:nvPicPr>
        <p:blipFill>
          <a:blip r:embed="rId3"/>
          <a:stretch>
            <a:fillRect/>
          </a:stretch>
        </p:blipFill>
        <p:spPr>
          <a:xfrm>
            <a:off x="3541547" y="4135800"/>
            <a:ext cx="4099858" cy="588450"/>
          </a:xfrm>
          <a:prstGeom prst="rect">
            <a:avLst/>
          </a:prstGeom>
        </p:spPr>
      </p:pic>
    </p:spTree>
    <p:extLst>
      <p:ext uri="{BB962C8B-B14F-4D97-AF65-F5344CB8AC3E}">
        <p14:creationId xmlns:p14="http://schemas.microsoft.com/office/powerpoint/2010/main" val="168385772"/>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BBB8CB6-13E6-AE79-4BFE-60E7999773EC}"/>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59DAC286-31A7-5A77-992E-C05ADE7E25C3}"/>
              </a:ext>
            </a:extLst>
          </p:cNvPr>
          <p:cNvSpPr txBox="1">
            <a:spLocks/>
          </p:cNvSpPr>
          <p:nvPr/>
        </p:nvSpPr>
        <p:spPr>
          <a:xfrm>
            <a:off x="4774941" y="411900"/>
            <a:ext cx="2646878" cy="584775"/>
          </a:xfrm>
          <a:prstGeom prst="rect">
            <a:avLst/>
          </a:prstGeom>
        </p:spPr>
        <p:txBody>
          <a:bodyPr wrap="none">
            <a:spAutoFit/>
          </a:bodyPr>
          <a:lstStyle>
            <a:lvl1pPr algn="l" defTabSz="1187798" rtl="0" eaLnBrk="1" latinLnBrk="0" hangingPunct="1">
              <a:lnSpc>
                <a:spcPct val="90000"/>
              </a:lnSpc>
              <a:spcBef>
                <a:spcPct val="0"/>
              </a:spcBef>
              <a:buNone/>
              <a:defRPr sz="5716" kern="1200">
                <a:solidFill>
                  <a:schemeClr val="tx1"/>
                </a:solidFill>
                <a:latin typeface="+mj-lt"/>
                <a:ea typeface="+mj-ea"/>
                <a:cs typeface="+mj-cs"/>
              </a:defRPr>
            </a:lvl1pPr>
          </a:lstStyle>
          <a:p>
            <a:pPr algn="ctr">
              <a:lnSpc>
                <a:spcPct val="100000"/>
              </a:lnSpc>
            </a:pPr>
            <a:r>
              <a:rPr lang="zh-CN" altLang="en-US" sz="3200" b="1" dirty="0">
                <a:solidFill>
                  <a:srgbClr val="000000"/>
                </a:solidFill>
                <a:latin typeface="微软雅黑" panose="020B0503020204020204" pitchFamily="34" charset="-122"/>
                <a:ea typeface="微软雅黑" panose="020B0503020204020204" pitchFamily="34" charset="-122"/>
              </a:rPr>
              <a:t>编写编译脚本</a:t>
            </a:r>
          </a:p>
        </p:txBody>
      </p:sp>
      <p:sp>
        <p:nvSpPr>
          <p:cNvPr id="3" name="文本占位符 2">
            <a:extLst>
              <a:ext uri="{FF2B5EF4-FFF2-40B4-BE49-F238E27FC236}">
                <a16:creationId xmlns:a16="http://schemas.microsoft.com/office/drawing/2014/main" id="{6AEC62CC-43FB-796E-57A2-7A6E886D6B51}"/>
              </a:ext>
            </a:extLst>
          </p:cNvPr>
          <p:cNvSpPr txBox="1">
            <a:spLocks/>
          </p:cNvSpPr>
          <p:nvPr/>
        </p:nvSpPr>
        <p:spPr>
          <a:xfrm>
            <a:off x="2570621" y="1899733"/>
            <a:ext cx="7055521" cy="2689647"/>
          </a:xfrm>
          <a:prstGeom prst="rect">
            <a:avLst/>
          </a:prstGeom>
        </p:spPr>
        <p:txBody>
          <a:bodyPr wrap="none">
            <a:spAutoFit/>
          </a:bodyPr>
          <a:lstStyle>
            <a:lvl1pPr marL="296950" indent="-296950" algn="l" defTabSz="1187798" rtl="0" eaLnBrk="1" latinLnBrk="0" hangingPunct="1">
              <a:lnSpc>
                <a:spcPct val="90000"/>
              </a:lnSpc>
              <a:spcBef>
                <a:spcPts val="1299"/>
              </a:spcBef>
              <a:buFont typeface="Arial" panose="020B0604020202020204" pitchFamily="34" charset="0"/>
              <a:buChar char="•"/>
              <a:defRPr sz="3636" kern="1200">
                <a:solidFill>
                  <a:schemeClr val="tx1"/>
                </a:solidFill>
                <a:latin typeface="+mn-lt"/>
                <a:ea typeface="+mn-ea"/>
                <a:cs typeface="+mn-cs"/>
              </a:defRPr>
            </a:lvl1pPr>
            <a:lvl2pPr marL="890849" indent="-296950" algn="l" defTabSz="1187798" rtl="0" eaLnBrk="1" latinLnBrk="0" hangingPunct="1">
              <a:lnSpc>
                <a:spcPct val="90000"/>
              </a:lnSpc>
              <a:spcBef>
                <a:spcPts val="650"/>
              </a:spcBef>
              <a:buFont typeface="Arial" panose="020B0604020202020204" pitchFamily="34" charset="0"/>
              <a:buChar char="•"/>
              <a:defRPr sz="3118" kern="1200">
                <a:solidFill>
                  <a:schemeClr val="tx1"/>
                </a:solidFill>
                <a:latin typeface="+mn-lt"/>
                <a:ea typeface="+mn-ea"/>
                <a:cs typeface="+mn-cs"/>
              </a:defRPr>
            </a:lvl2pPr>
            <a:lvl3pPr marL="1484748" indent="-296950" algn="l" defTabSz="1187798" rtl="0" eaLnBrk="1" latinLnBrk="0" hangingPunct="1">
              <a:lnSpc>
                <a:spcPct val="90000"/>
              </a:lnSpc>
              <a:spcBef>
                <a:spcPts val="650"/>
              </a:spcBef>
              <a:buFont typeface="Arial" panose="020B0604020202020204" pitchFamily="34" charset="0"/>
              <a:buChar char="•"/>
              <a:defRPr sz="2598" kern="1200">
                <a:solidFill>
                  <a:schemeClr val="tx1"/>
                </a:solidFill>
                <a:latin typeface="+mn-lt"/>
                <a:ea typeface="+mn-ea"/>
                <a:cs typeface="+mn-cs"/>
              </a:defRPr>
            </a:lvl3pPr>
            <a:lvl4pPr marL="2078648" indent="-296950" algn="l" defTabSz="1187798" rtl="0" eaLnBrk="1" latinLnBrk="0" hangingPunct="1">
              <a:lnSpc>
                <a:spcPct val="90000"/>
              </a:lnSpc>
              <a:spcBef>
                <a:spcPts val="650"/>
              </a:spcBef>
              <a:buFont typeface="Arial" panose="020B0604020202020204" pitchFamily="34" charset="0"/>
              <a:buChar char="•"/>
              <a:defRPr sz="2338" kern="1200">
                <a:solidFill>
                  <a:schemeClr val="tx1"/>
                </a:solidFill>
                <a:latin typeface="+mn-lt"/>
                <a:ea typeface="+mn-ea"/>
                <a:cs typeface="+mn-cs"/>
              </a:defRPr>
            </a:lvl4pPr>
            <a:lvl5pPr marL="2672547" indent="-296950" algn="l" defTabSz="1187798" rtl="0" eaLnBrk="1" latinLnBrk="0" hangingPunct="1">
              <a:lnSpc>
                <a:spcPct val="90000"/>
              </a:lnSpc>
              <a:spcBef>
                <a:spcPts val="650"/>
              </a:spcBef>
              <a:buFont typeface="Arial" panose="020B0604020202020204" pitchFamily="34" charset="0"/>
              <a:buChar char="•"/>
              <a:defRPr sz="2338" kern="1200">
                <a:solidFill>
                  <a:schemeClr val="tx1"/>
                </a:solidFill>
                <a:latin typeface="+mn-lt"/>
                <a:ea typeface="+mn-ea"/>
                <a:cs typeface="+mn-cs"/>
              </a:defRPr>
            </a:lvl5pPr>
            <a:lvl6pPr marL="3266447" indent="-296950" algn="l" defTabSz="1187798" rtl="0" eaLnBrk="1" latinLnBrk="0" hangingPunct="1">
              <a:lnSpc>
                <a:spcPct val="90000"/>
              </a:lnSpc>
              <a:spcBef>
                <a:spcPts val="650"/>
              </a:spcBef>
              <a:buFont typeface="Arial" panose="020B0604020202020204" pitchFamily="34" charset="0"/>
              <a:buChar char="•"/>
              <a:defRPr sz="2338" kern="1200">
                <a:solidFill>
                  <a:schemeClr val="tx1"/>
                </a:solidFill>
                <a:latin typeface="+mn-lt"/>
                <a:ea typeface="+mn-ea"/>
                <a:cs typeface="+mn-cs"/>
              </a:defRPr>
            </a:lvl6pPr>
            <a:lvl7pPr marL="3860346" indent="-296950" algn="l" defTabSz="1187798" rtl="0" eaLnBrk="1" latinLnBrk="0" hangingPunct="1">
              <a:lnSpc>
                <a:spcPct val="90000"/>
              </a:lnSpc>
              <a:spcBef>
                <a:spcPts val="650"/>
              </a:spcBef>
              <a:buFont typeface="Arial" panose="020B0604020202020204" pitchFamily="34" charset="0"/>
              <a:buChar char="•"/>
              <a:defRPr sz="2338" kern="1200">
                <a:solidFill>
                  <a:schemeClr val="tx1"/>
                </a:solidFill>
                <a:latin typeface="+mn-lt"/>
                <a:ea typeface="+mn-ea"/>
                <a:cs typeface="+mn-cs"/>
              </a:defRPr>
            </a:lvl7pPr>
            <a:lvl8pPr marL="4454245" indent="-296950" algn="l" defTabSz="1187798" rtl="0" eaLnBrk="1" latinLnBrk="0" hangingPunct="1">
              <a:lnSpc>
                <a:spcPct val="90000"/>
              </a:lnSpc>
              <a:spcBef>
                <a:spcPts val="650"/>
              </a:spcBef>
              <a:buFont typeface="Arial" panose="020B0604020202020204" pitchFamily="34" charset="0"/>
              <a:buChar char="•"/>
              <a:defRPr sz="2338" kern="1200">
                <a:solidFill>
                  <a:schemeClr val="tx1"/>
                </a:solidFill>
                <a:latin typeface="+mn-lt"/>
                <a:ea typeface="+mn-ea"/>
                <a:cs typeface="+mn-cs"/>
              </a:defRPr>
            </a:lvl8pPr>
            <a:lvl9pPr marL="5048144" indent="-296950" algn="l" defTabSz="1187798" rtl="0" eaLnBrk="1" latinLnBrk="0" hangingPunct="1">
              <a:lnSpc>
                <a:spcPct val="90000"/>
              </a:lnSpc>
              <a:spcBef>
                <a:spcPts val="650"/>
              </a:spcBef>
              <a:buFont typeface="Arial" panose="020B0604020202020204" pitchFamily="34" charset="0"/>
              <a:buChar char="•"/>
              <a:defRPr sz="2338" kern="1200">
                <a:solidFill>
                  <a:schemeClr val="tx1"/>
                </a:solidFill>
                <a:latin typeface="+mn-lt"/>
                <a:ea typeface="+mn-ea"/>
                <a:cs typeface="+mn-cs"/>
              </a:defRPr>
            </a:lvl9pPr>
          </a:lstStyle>
          <a:p>
            <a:pPr marL="0" indent="0">
              <a:lnSpc>
                <a:spcPct val="150000"/>
              </a:lnSpc>
              <a:spcBef>
                <a:spcPts val="0"/>
              </a:spcBef>
              <a:buNone/>
              <a:defRPr>
                <a:solidFill>
                  <a:srgbClr val="0432FF"/>
                </a:solidFill>
              </a:defRPr>
            </a:pPr>
            <a:r>
              <a:rPr lang="zh-CN" altLang="en-US" sz="1800" b="1" dirty="0">
                <a:solidFill>
                  <a:srgbClr val="C00000"/>
                </a:solidFill>
                <a:latin typeface="Arial" panose="020B0604020202020204" pitchFamily="34" charset="0"/>
                <a:ea typeface="微软雅黑" panose="020B0503020204020204" pitchFamily="34" charset="-122"/>
                <a:cs typeface="Arial" panose="020B0604020202020204" pitchFamily="34" charset="0"/>
              </a:rPr>
              <a:t>编写编译脚本：</a:t>
            </a:r>
            <a:endParaRPr lang="en-US" altLang="zh-CN" sz="1800" b="1" dirty="0">
              <a:solidFill>
                <a:srgbClr val="C00000"/>
              </a:solidFill>
              <a:latin typeface="Arial" panose="020B0604020202020204" pitchFamily="34" charset="0"/>
              <a:ea typeface="微软雅黑" panose="020B0503020204020204" pitchFamily="34" charset="-122"/>
              <a:cs typeface="Arial" panose="020B0604020202020204" pitchFamily="34" charset="0"/>
            </a:endParaRPr>
          </a:p>
          <a:p>
            <a:pPr marL="0" lvl="1" indent="0">
              <a:lnSpc>
                <a:spcPct val="150000"/>
              </a:lnSpc>
              <a:spcBef>
                <a:spcPts val="0"/>
              </a:spcBef>
              <a:buNone/>
              <a:defRPr>
                <a:solidFill>
                  <a:srgbClr val="0432FF"/>
                </a:solidFill>
              </a:defRPr>
            </a:pPr>
            <a:r>
              <a:rPr lang="zh-CN" altLang="en-US" sz="1200" b="1" dirty="0">
                <a:solidFill>
                  <a:srgbClr val="000000"/>
                </a:solidFill>
                <a:latin typeface="Arial" panose="020B0604020202020204" pitchFamily="34" charset="0"/>
                <a:ea typeface="微软雅黑" panose="020B0503020204020204" pitchFamily="34" charset="-122"/>
                <a:cs typeface="Arial" panose="020B0604020202020204" pitchFamily="34" charset="0"/>
              </a:rPr>
              <a:t>如果是调用算子库中的算子</a:t>
            </a:r>
            <a:r>
              <a:rPr lang="en-US" altLang="zh-CN" sz="1200" b="1" dirty="0">
                <a:solidFill>
                  <a:srgbClr val="000000"/>
                </a:solidFill>
                <a:latin typeface="Arial" panose="020B0604020202020204" pitchFamily="34" charset="0"/>
                <a:ea typeface="微软雅黑" panose="020B0503020204020204" pitchFamily="34" charset="-122"/>
                <a:cs typeface="Arial" panose="020B0604020202020204" pitchFamily="34" charset="0"/>
              </a:rPr>
              <a:t>API</a:t>
            </a:r>
            <a:r>
              <a:rPr lang="zh-CN" altLang="en-US" sz="1200" b="1" dirty="0">
                <a:solidFill>
                  <a:srgbClr val="000000"/>
                </a:solidFill>
                <a:latin typeface="Arial" panose="020B0604020202020204" pitchFamily="34" charset="0"/>
                <a:ea typeface="微软雅黑" panose="020B0503020204020204" pitchFamily="34" charset="-122"/>
                <a:cs typeface="Arial" panose="020B0604020202020204" pitchFamily="34" charset="0"/>
              </a:rPr>
              <a:t>，则直接复制官网或相关书籍中编译脚本的代码即可。</a:t>
            </a:r>
            <a:endParaRPr lang="en-US" altLang="zh-CN" sz="1200" b="1" dirty="0">
              <a:solidFill>
                <a:srgbClr val="000000"/>
              </a:solidFill>
              <a:latin typeface="Arial" panose="020B0604020202020204" pitchFamily="34" charset="0"/>
              <a:ea typeface="微软雅黑" panose="020B0503020204020204" pitchFamily="34" charset="-122"/>
              <a:cs typeface="Arial" panose="020B0604020202020204" pitchFamily="34" charset="0"/>
            </a:endParaRPr>
          </a:p>
          <a:p>
            <a:pPr marL="0" lvl="1" indent="0">
              <a:lnSpc>
                <a:spcPct val="150000"/>
              </a:lnSpc>
              <a:spcBef>
                <a:spcPts val="0"/>
              </a:spcBef>
              <a:buNone/>
              <a:defRPr>
                <a:solidFill>
                  <a:srgbClr val="0432FF"/>
                </a:solidFill>
              </a:defRPr>
            </a:pPr>
            <a:r>
              <a:rPr lang="zh-CN" altLang="en-US" sz="1200" b="1" dirty="0">
                <a:solidFill>
                  <a:srgbClr val="000000"/>
                </a:solidFill>
                <a:latin typeface="Arial" panose="020B0604020202020204" pitchFamily="34" charset="0"/>
                <a:ea typeface="微软雅黑" panose="020B0503020204020204" pitchFamily="34" charset="-122"/>
                <a:cs typeface="Arial" panose="020B0604020202020204" pitchFamily="34" charset="0"/>
              </a:rPr>
              <a:t>如果是通过编译获得的算子</a:t>
            </a:r>
            <a:r>
              <a:rPr lang="en-US" altLang="zh-CN" sz="1200" b="1" dirty="0">
                <a:solidFill>
                  <a:srgbClr val="000000"/>
                </a:solidFill>
                <a:latin typeface="Arial" panose="020B0604020202020204" pitchFamily="34" charset="0"/>
                <a:ea typeface="微软雅黑" panose="020B0503020204020204" pitchFamily="34" charset="-122"/>
                <a:cs typeface="Arial" panose="020B0604020202020204" pitchFamily="34" charset="0"/>
              </a:rPr>
              <a:t>API</a:t>
            </a:r>
            <a:r>
              <a:rPr lang="zh-CN" altLang="en-US" sz="1200" b="1" dirty="0">
                <a:solidFill>
                  <a:srgbClr val="000000"/>
                </a:solidFill>
                <a:latin typeface="Arial" panose="020B0604020202020204" pitchFamily="34" charset="0"/>
                <a:ea typeface="微软雅黑" panose="020B0503020204020204" pitchFamily="34" charset="-122"/>
                <a:cs typeface="Arial" panose="020B0604020202020204" pitchFamily="34" charset="0"/>
              </a:rPr>
              <a:t>，则在复制的基础上，需要以下两个地方进行调整：</a:t>
            </a:r>
            <a:endParaRPr lang="en-US" altLang="zh-CN" sz="1200" b="1" dirty="0">
              <a:solidFill>
                <a:srgbClr val="000000"/>
              </a:solidFill>
              <a:latin typeface="Arial" panose="020B0604020202020204" pitchFamily="34" charset="0"/>
              <a:ea typeface="微软雅黑" panose="020B0503020204020204" pitchFamily="34" charset="-122"/>
              <a:cs typeface="Arial" panose="020B0604020202020204" pitchFamily="34" charset="0"/>
            </a:endParaRPr>
          </a:p>
          <a:p>
            <a:pPr marL="126000" lvl="2" indent="-126000">
              <a:lnSpc>
                <a:spcPct val="150000"/>
              </a:lnSpc>
              <a:spcBef>
                <a:spcPts val="0"/>
              </a:spcBef>
              <a:defRPr>
                <a:solidFill>
                  <a:srgbClr val="0432FF"/>
                </a:solidFill>
              </a:defRPr>
            </a:pPr>
            <a:r>
              <a:rPr lang="zh-CN" altLang="en-US" sz="1200" dirty="0">
                <a:solidFill>
                  <a:srgbClr val="000000"/>
                </a:solidFill>
                <a:latin typeface="Arial" panose="020B0604020202020204" pitchFamily="34" charset="0"/>
                <a:ea typeface="微软雅黑" panose="020B0503020204020204" pitchFamily="34" charset="-122"/>
                <a:cs typeface="Arial" panose="020B0604020202020204" pitchFamily="34" charset="0"/>
              </a:rPr>
              <a:t>设置可执行文件名，需要额外设置包含算子</a:t>
            </a:r>
            <a:r>
              <a:rPr lang="en-US" altLang="zh-CN" sz="1200" dirty="0">
                <a:solidFill>
                  <a:srgbClr val="000000"/>
                </a:solidFill>
                <a:latin typeface="Arial" panose="020B0604020202020204" pitchFamily="34" charset="0"/>
                <a:ea typeface="微软雅黑" panose="020B0503020204020204" pitchFamily="34" charset="-122"/>
                <a:cs typeface="Arial" panose="020B0604020202020204" pitchFamily="34" charset="0"/>
              </a:rPr>
              <a:t>API</a:t>
            </a:r>
            <a:r>
              <a:rPr lang="zh-CN" altLang="en-US" sz="1200" dirty="0">
                <a:solidFill>
                  <a:srgbClr val="000000"/>
                </a:solidFill>
                <a:latin typeface="Arial" panose="020B0604020202020204" pitchFamily="34" charset="0"/>
                <a:ea typeface="微软雅黑" panose="020B0503020204020204" pitchFamily="34" charset="-122"/>
                <a:cs typeface="Arial" panose="020B0604020202020204" pitchFamily="34" charset="0"/>
              </a:rPr>
              <a:t>的</a:t>
            </a:r>
            <a:r>
              <a:rPr lang="en-US" altLang="zh-CN" sz="1200" dirty="0" err="1">
                <a:solidFill>
                  <a:srgbClr val="000000"/>
                </a:solidFill>
                <a:latin typeface="Arial" panose="020B0604020202020204" pitchFamily="34" charset="0"/>
                <a:ea typeface="微软雅黑" panose="020B0503020204020204" pitchFamily="34" charset="-122"/>
                <a:cs typeface="Arial" panose="020B0604020202020204" pitchFamily="34" charset="0"/>
              </a:rPr>
              <a:t>cpp</a:t>
            </a:r>
            <a:r>
              <a:rPr lang="zh-CN" altLang="en-US" sz="1200" dirty="0">
                <a:solidFill>
                  <a:srgbClr val="000000"/>
                </a:solidFill>
                <a:latin typeface="Arial" panose="020B0604020202020204" pitchFamily="34" charset="0"/>
                <a:ea typeface="微软雅黑" panose="020B0503020204020204" pitchFamily="34" charset="-122"/>
                <a:cs typeface="Arial" panose="020B0604020202020204" pitchFamily="34" charset="0"/>
              </a:rPr>
              <a:t>文件，</a:t>
            </a:r>
            <a:r>
              <a:rPr lang="en-US" altLang="zh-CN" sz="1200" dirty="0">
                <a:solidFill>
                  <a:srgbClr val="000000"/>
                </a:solidFill>
                <a:latin typeface="Arial" panose="020B0604020202020204" pitchFamily="34" charset="0"/>
                <a:ea typeface="微软雅黑" panose="020B0503020204020204" pitchFamily="34" charset="-122"/>
                <a:cs typeface="Arial" panose="020B0604020202020204" pitchFamily="34" charset="0"/>
              </a:rPr>
              <a:t>AUTOGEN_PATH</a:t>
            </a:r>
            <a:r>
              <a:rPr lang="zh-CN" altLang="en-US" sz="1200" dirty="0">
                <a:solidFill>
                  <a:srgbClr val="000000"/>
                </a:solidFill>
                <a:latin typeface="Arial" panose="020B0604020202020204" pitchFamily="34" charset="0"/>
                <a:ea typeface="微软雅黑" panose="020B0503020204020204" pitchFamily="34" charset="-122"/>
                <a:cs typeface="Arial" panose="020B0604020202020204" pitchFamily="34" charset="0"/>
              </a:rPr>
              <a:t>为该</a:t>
            </a:r>
            <a:r>
              <a:rPr lang="en-US" altLang="zh-CN" sz="1200" dirty="0" err="1">
                <a:solidFill>
                  <a:srgbClr val="000000"/>
                </a:solidFill>
                <a:latin typeface="Arial" panose="020B0604020202020204" pitchFamily="34" charset="0"/>
                <a:ea typeface="微软雅黑" panose="020B0503020204020204" pitchFamily="34" charset="-122"/>
                <a:cs typeface="Arial" panose="020B0604020202020204" pitchFamily="34" charset="0"/>
              </a:rPr>
              <a:t>cpp</a:t>
            </a:r>
            <a:r>
              <a:rPr lang="zh-CN" altLang="en-US" sz="1200" dirty="0">
                <a:solidFill>
                  <a:srgbClr val="000000"/>
                </a:solidFill>
                <a:latin typeface="Arial" panose="020B0604020202020204" pitchFamily="34" charset="0"/>
                <a:ea typeface="微软雅黑" panose="020B0503020204020204" pitchFamily="34" charset="-122"/>
                <a:cs typeface="Arial" panose="020B0604020202020204" pitchFamily="34" charset="0"/>
              </a:rPr>
              <a:t>文件的路径。</a:t>
            </a:r>
            <a:endParaRPr lang="en-US" altLang="zh-CN" sz="1200" dirty="0">
              <a:solidFill>
                <a:srgbClr val="000000"/>
              </a:solidFill>
              <a:latin typeface="Arial" panose="020B0604020202020204" pitchFamily="34" charset="0"/>
              <a:ea typeface="微软雅黑" panose="020B0503020204020204" pitchFamily="34" charset="-122"/>
              <a:cs typeface="Arial" panose="020B0604020202020204" pitchFamily="34" charset="0"/>
            </a:endParaRPr>
          </a:p>
          <a:p>
            <a:pPr marL="126000" lvl="2" indent="-126000">
              <a:lnSpc>
                <a:spcPct val="150000"/>
              </a:lnSpc>
              <a:spcBef>
                <a:spcPts val="0"/>
              </a:spcBef>
              <a:defRPr>
                <a:solidFill>
                  <a:srgbClr val="0432FF"/>
                </a:solidFill>
              </a:defRPr>
            </a:pPr>
            <a:endParaRPr lang="en-US" altLang="zh-CN" sz="1200" dirty="0">
              <a:solidFill>
                <a:srgbClr val="000000"/>
              </a:solidFill>
              <a:latin typeface="Arial" panose="020B0604020202020204" pitchFamily="34" charset="0"/>
              <a:ea typeface="微软雅黑" panose="020B0503020204020204" pitchFamily="34" charset="-122"/>
              <a:cs typeface="Arial" panose="020B0604020202020204" pitchFamily="34" charset="0"/>
            </a:endParaRPr>
          </a:p>
          <a:p>
            <a:pPr marL="0" lvl="2" indent="0">
              <a:lnSpc>
                <a:spcPct val="150000"/>
              </a:lnSpc>
              <a:spcBef>
                <a:spcPts val="0"/>
              </a:spcBef>
              <a:buNone/>
              <a:defRPr>
                <a:solidFill>
                  <a:srgbClr val="0432FF"/>
                </a:solidFill>
              </a:defRPr>
            </a:pPr>
            <a:endParaRPr lang="en-US" altLang="zh-CN" sz="1200" dirty="0">
              <a:solidFill>
                <a:srgbClr val="000000"/>
              </a:solidFill>
              <a:latin typeface="Arial" panose="020B0604020202020204" pitchFamily="34" charset="0"/>
              <a:ea typeface="微软雅黑" panose="020B0503020204020204" pitchFamily="34" charset="-122"/>
              <a:cs typeface="Arial" panose="020B0604020202020204" pitchFamily="34" charset="0"/>
            </a:endParaRPr>
          </a:p>
          <a:p>
            <a:pPr marL="126000" lvl="2" indent="-126000">
              <a:lnSpc>
                <a:spcPct val="150000"/>
              </a:lnSpc>
              <a:spcBef>
                <a:spcPts val="0"/>
              </a:spcBef>
              <a:defRPr>
                <a:solidFill>
                  <a:srgbClr val="0432FF"/>
                </a:solidFill>
              </a:defRPr>
            </a:pPr>
            <a:endParaRPr lang="en-US" altLang="zh-CN" sz="1200" dirty="0">
              <a:solidFill>
                <a:srgbClr val="000000"/>
              </a:solidFill>
              <a:latin typeface="Arial" panose="020B0604020202020204" pitchFamily="34" charset="0"/>
              <a:ea typeface="微软雅黑" panose="020B0503020204020204" pitchFamily="34" charset="-122"/>
              <a:cs typeface="Arial" panose="020B0604020202020204" pitchFamily="34" charset="0"/>
            </a:endParaRPr>
          </a:p>
          <a:p>
            <a:pPr marL="126000" lvl="2" indent="-126000">
              <a:lnSpc>
                <a:spcPct val="150000"/>
              </a:lnSpc>
              <a:spcBef>
                <a:spcPts val="0"/>
              </a:spcBef>
              <a:defRPr>
                <a:solidFill>
                  <a:srgbClr val="0432FF"/>
                </a:solidFill>
              </a:defRPr>
            </a:pPr>
            <a:r>
              <a:rPr lang="zh-CN" altLang="en-US" sz="1200" dirty="0">
                <a:solidFill>
                  <a:srgbClr val="000000"/>
                </a:solidFill>
                <a:latin typeface="Arial" panose="020B0604020202020204" pitchFamily="34" charset="0"/>
                <a:ea typeface="微软雅黑" panose="020B0503020204020204" pitchFamily="34" charset="-122"/>
                <a:cs typeface="Arial" panose="020B0604020202020204" pitchFamily="34" charset="0"/>
              </a:rPr>
              <a:t>添加头文件搜索路径，需要额外添加</a:t>
            </a:r>
            <a:r>
              <a:rPr lang="en-US" altLang="zh-CN" sz="1200" dirty="0">
                <a:solidFill>
                  <a:srgbClr val="000000"/>
                </a:solidFill>
                <a:latin typeface="Arial" panose="020B0604020202020204" pitchFamily="34" charset="0"/>
                <a:ea typeface="微软雅黑" panose="020B0503020204020204" pitchFamily="34" charset="-122"/>
                <a:cs typeface="Arial" panose="020B0604020202020204" pitchFamily="34" charset="0"/>
              </a:rPr>
              <a:t>AUTOGEN_PATH</a:t>
            </a:r>
            <a:r>
              <a:rPr lang="zh-CN" altLang="en-US" sz="1200" dirty="0">
                <a:solidFill>
                  <a:srgbClr val="000000"/>
                </a:solidFill>
                <a:latin typeface="Arial" panose="020B0604020202020204" pitchFamily="34" charset="0"/>
                <a:ea typeface="微软雅黑" panose="020B0503020204020204" pitchFamily="34" charset="-122"/>
                <a:cs typeface="Arial" panose="020B0604020202020204" pitchFamily="34" charset="0"/>
              </a:rPr>
              <a:t>。</a:t>
            </a:r>
            <a:endParaRPr lang="en-US" altLang="zh-CN" sz="1200" dirty="0">
              <a:solidFill>
                <a:srgbClr val="000000"/>
              </a:solidFill>
              <a:latin typeface="Arial" panose="020B0604020202020204" pitchFamily="34" charset="0"/>
              <a:ea typeface="微软雅黑" panose="020B0503020204020204" pitchFamily="34" charset="-122"/>
              <a:cs typeface="Arial" panose="020B0604020202020204" pitchFamily="34" charset="0"/>
            </a:endParaRPr>
          </a:p>
          <a:p>
            <a:pPr marL="36000" lvl="2" indent="0">
              <a:lnSpc>
                <a:spcPct val="150000"/>
              </a:lnSpc>
              <a:spcBef>
                <a:spcPts val="0"/>
              </a:spcBef>
              <a:buFont typeface="Arial" panose="020B0604020202020204" pitchFamily="34" charset="0"/>
              <a:buNone/>
              <a:defRPr>
                <a:solidFill>
                  <a:srgbClr val="0432FF"/>
                </a:solidFill>
              </a:defRPr>
            </a:pPr>
            <a:endParaRPr lang="en-US" altLang="zh-CN" sz="1200" dirty="0">
              <a:solidFill>
                <a:srgbClr val="000000"/>
              </a:solidFill>
              <a:latin typeface="Arial" panose="020B0604020202020204" pitchFamily="34" charset="0"/>
              <a:ea typeface="微软雅黑" panose="020B0503020204020204" pitchFamily="34" charset="-122"/>
              <a:cs typeface="Arial" panose="020B0604020202020204" pitchFamily="34" charset="0"/>
            </a:endParaRPr>
          </a:p>
        </p:txBody>
      </p:sp>
      <p:pic>
        <p:nvPicPr>
          <p:cNvPr id="4" name="图片 3">
            <a:extLst>
              <a:ext uri="{FF2B5EF4-FFF2-40B4-BE49-F238E27FC236}">
                <a16:creationId xmlns:a16="http://schemas.microsoft.com/office/drawing/2014/main" id="{EE96796B-3E6F-EA8C-ACAF-EF8B073DE292}"/>
              </a:ext>
            </a:extLst>
          </p:cNvPr>
          <p:cNvPicPr>
            <a:picLocks noChangeAspect="1"/>
          </p:cNvPicPr>
          <p:nvPr/>
        </p:nvPicPr>
        <p:blipFill>
          <a:blip r:embed="rId2"/>
          <a:stretch>
            <a:fillRect/>
          </a:stretch>
        </p:blipFill>
        <p:spPr>
          <a:xfrm>
            <a:off x="2675396" y="3228897"/>
            <a:ext cx="4362875" cy="607361"/>
          </a:xfrm>
          <a:prstGeom prst="rect">
            <a:avLst/>
          </a:prstGeom>
        </p:spPr>
      </p:pic>
      <p:pic>
        <p:nvPicPr>
          <p:cNvPr id="5" name="图片 4">
            <a:extLst>
              <a:ext uri="{FF2B5EF4-FFF2-40B4-BE49-F238E27FC236}">
                <a16:creationId xmlns:a16="http://schemas.microsoft.com/office/drawing/2014/main" id="{3799FAF7-7077-47ED-2964-8A0162F046E5}"/>
              </a:ext>
            </a:extLst>
          </p:cNvPr>
          <p:cNvPicPr>
            <a:picLocks noChangeAspect="1"/>
          </p:cNvPicPr>
          <p:nvPr/>
        </p:nvPicPr>
        <p:blipFill>
          <a:blip r:embed="rId3"/>
          <a:stretch>
            <a:fillRect/>
          </a:stretch>
        </p:blipFill>
        <p:spPr>
          <a:xfrm>
            <a:off x="2675396" y="4359754"/>
            <a:ext cx="2819825" cy="1030121"/>
          </a:xfrm>
          <a:prstGeom prst="rect">
            <a:avLst/>
          </a:prstGeom>
        </p:spPr>
      </p:pic>
    </p:spTree>
    <p:extLst>
      <p:ext uri="{BB962C8B-B14F-4D97-AF65-F5344CB8AC3E}">
        <p14:creationId xmlns:p14="http://schemas.microsoft.com/office/powerpoint/2010/main" val="3824856145"/>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CC801BB-2734-435B-3B9B-C5AA368B7D2A}"/>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8A2202C5-A7F2-DBEF-C347-FCB74F0FA29B}"/>
              </a:ext>
            </a:extLst>
          </p:cNvPr>
          <p:cNvSpPr txBox="1">
            <a:spLocks/>
          </p:cNvSpPr>
          <p:nvPr/>
        </p:nvSpPr>
        <p:spPr>
          <a:xfrm>
            <a:off x="4980125" y="411900"/>
            <a:ext cx="2236510" cy="584775"/>
          </a:xfrm>
          <a:prstGeom prst="rect">
            <a:avLst/>
          </a:prstGeom>
        </p:spPr>
        <p:txBody>
          <a:bodyPr wrap="none">
            <a:spAutoFit/>
          </a:bodyPr>
          <a:lstStyle>
            <a:lvl1pPr algn="l" defTabSz="1187798" rtl="0" eaLnBrk="1" latinLnBrk="0" hangingPunct="1">
              <a:lnSpc>
                <a:spcPct val="90000"/>
              </a:lnSpc>
              <a:spcBef>
                <a:spcPct val="0"/>
              </a:spcBef>
              <a:buNone/>
              <a:defRPr sz="5716" kern="1200">
                <a:solidFill>
                  <a:schemeClr val="tx1"/>
                </a:solidFill>
                <a:latin typeface="+mj-lt"/>
                <a:ea typeface="+mj-ea"/>
                <a:cs typeface="+mj-cs"/>
              </a:defRPr>
            </a:lvl1pPr>
          </a:lstStyle>
          <a:p>
            <a:pPr algn="ctr">
              <a:lnSpc>
                <a:spcPct val="100000"/>
              </a:lnSpc>
            </a:pPr>
            <a:r>
              <a:rPr lang="zh-CN" altLang="en-US" sz="3200" b="1" dirty="0">
                <a:solidFill>
                  <a:srgbClr val="000000"/>
                </a:solidFill>
                <a:latin typeface="微软雅黑" panose="020B0503020204020204" pitchFamily="34" charset="-122"/>
                <a:ea typeface="微软雅黑" panose="020B0503020204020204" pitchFamily="34" charset="-122"/>
              </a:rPr>
              <a:t>编译与运行</a:t>
            </a:r>
          </a:p>
        </p:txBody>
      </p:sp>
      <p:sp>
        <p:nvSpPr>
          <p:cNvPr id="3" name="文本占位符 2">
            <a:extLst>
              <a:ext uri="{FF2B5EF4-FFF2-40B4-BE49-F238E27FC236}">
                <a16:creationId xmlns:a16="http://schemas.microsoft.com/office/drawing/2014/main" id="{5393D104-0AAA-1753-C38B-0C5DB4D5C12A}"/>
              </a:ext>
            </a:extLst>
          </p:cNvPr>
          <p:cNvSpPr txBox="1">
            <a:spLocks/>
          </p:cNvSpPr>
          <p:nvPr/>
        </p:nvSpPr>
        <p:spPr>
          <a:xfrm>
            <a:off x="3018692" y="2286214"/>
            <a:ext cx="6159378" cy="2290755"/>
          </a:xfrm>
          <a:prstGeom prst="rect">
            <a:avLst/>
          </a:prstGeom>
        </p:spPr>
        <p:txBody>
          <a:bodyPr wrap="none">
            <a:spAutoFit/>
          </a:bodyPr>
          <a:lstStyle>
            <a:lvl1pPr marL="296950" indent="-296950" algn="l" defTabSz="1187798" rtl="0" eaLnBrk="1" latinLnBrk="0" hangingPunct="1">
              <a:lnSpc>
                <a:spcPct val="90000"/>
              </a:lnSpc>
              <a:spcBef>
                <a:spcPts val="1299"/>
              </a:spcBef>
              <a:buFont typeface="Arial" panose="020B0604020202020204" pitchFamily="34" charset="0"/>
              <a:buChar char="•"/>
              <a:defRPr sz="3636" kern="1200">
                <a:solidFill>
                  <a:schemeClr val="tx1"/>
                </a:solidFill>
                <a:latin typeface="+mn-lt"/>
                <a:ea typeface="+mn-ea"/>
                <a:cs typeface="+mn-cs"/>
              </a:defRPr>
            </a:lvl1pPr>
            <a:lvl2pPr marL="890849" indent="-296950" algn="l" defTabSz="1187798" rtl="0" eaLnBrk="1" latinLnBrk="0" hangingPunct="1">
              <a:lnSpc>
                <a:spcPct val="90000"/>
              </a:lnSpc>
              <a:spcBef>
                <a:spcPts val="650"/>
              </a:spcBef>
              <a:buFont typeface="Arial" panose="020B0604020202020204" pitchFamily="34" charset="0"/>
              <a:buChar char="•"/>
              <a:defRPr sz="3118" kern="1200">
                <a:solidFill>
                  <a:schemeClr val="tx1"/>
                </a:solidFill>
                <a:latin typeface="+mn-lt"/>
                <a:ea typeface="+mn-ea"/>
                <a:cs typeface="+mn-cs"/>
              </a:defRPr>
            </a:lvl2pPr>
            <a:lvl3pPr marL="1484748" indent="-296950" algn="l" defTabSz="1187798" rtl="0" eaLnBrk="1" latinLnBrk="0" hangingPunct="1">
              <a:lnSpc>
                <a:spcPct val="90000"/>
              </a:lnSpc>
              <a:spcBef>
                <a:spcPts val="650"/>
              </a:spcBef>
              <a:buFont typeface="Arial" panose="020B0604020202020204" pitchFamily="34" charset="0"/>
              <a:buChar char="•"/>
              <a:defRPr sz="2598" kern="1200">
                <a:solidFill>
                  <a:schemeClr val="tx1"/>
                </a:solidFill>
                <a:latin typeface="+mn-lt"/>
                <a:ea typeface="+mn-ea"/>
                <a:cs typeface="+mn-cs"/>
              </a:defRPr>
            </a:lvl3pPr>
            <a:lvl4pPr marL="2078648" indent="-296950" algn="l" defTabSz="1187798" rtl="0" eaLnBrk="1" latinLnBrk="0" hangingPunct="1">
              <a:lnSpc>
                <a:spcPct val="90000"/>
              </a:lnSpc>
              <a:spcBef>
                <a:spcPts val="650"/>
              </a:spcBef>
              <a:buFont typeface="Arial" panose="020B0604020202020204" pitchFamily="34" charset="0"/>
              <a:buChar char="•"/>
              <a:defRPr sz="2338" kern="1200">
                <a:solidFill>
                  <a:schemeClr val="tx1"/>
                </a:solidFill>
                <a:latin typeface="+mn-lt"/>
                <a:ea typeface="+mn-ea"/>
                <a:cs typeface="+mn-cs"/>
              </a:defRPr>
            </a:lvl4pPr>
            <a:lvl5pPr marL="2672547" indent="-296950" algn="l" defTabSz="1187798" rtl="0" eaLnBrk="1" latinLnBrk="0" hangingPunct="1">
              <a:lnSpc>
                <a:spcPct val="90000"/>
              </a:lnSpc>
              <a:spcBef>
                <a:spcPts val="650"/>
              </a:spcBef>
              <a:buFont typeface="Arial" panose="020B0604020202020204" pitchFamily="34" charset="0"/>
              <a:buChar char="•"/>
              <a:defRPr sz="2338" kern="1200">
                <a:solidFill>
                  <a:schemeClr val="tx1"/>
                </a:solidFill>
                <a:latin typeface="+mn-lt"/>
                <a:ea typeface="+mn-ea"/>
                <a:cs typeface="+mn-cs"/>
              </a:defRPr>
            </a:lvl5pPr>
            <a:lvl6pPr marL="3266447" indent="-296950" algn="l" defTabSz="1187798" rtl="0" eaLnBrk="1" latinLnBrk="0" hangingPunct="1">
              <a:lnSpc>
                <a:spcPct val="90000"/>
              </a:lnSpc>
              <a:spcBef>
                <a:spcPts val="650"/>
              </a:spcBef>
              <a:buFont typeface="Arial" panose="020B0604020202020204" pitchFamily="34" charset="0"/>
              <a:buChar char="•"/>
              <a:defRPr sz="2338" kern="1200">
                <a:solidFill>
                  <a:schemeClr val="tx1"/>
                </a:solidFill>
                <a:latin typeface="+mn-lt"/>
                <a:ea typeface="+mn-ea"/>
                <a:cs typeface="+mn-cs"/>
              </a:defRPr>
            </a:lvl6pPr>
            <a:lvl7pPr marL="3860346" indent="-296950" algn="l" defTabSz="1187798" rtl="0" eaLnBrk="1" latinLnBrk="0" hangingPunct="1">
              <a:lnSpc>
                <a:spcPct val="90000"/>
              </a:lnSpc>
              <a:spcBef>
                <a:spcPts val="650"/>
              </a:spcBef>
              <a:buFont typeface="Arial" panose="020B0604020202020204" pitchFamily="34" charset="0"/>
              <a:buChar char="•"/>
              <a:defRPr sz="2338" kern="1200">
                <a:solidFill>
                  <a:schemeClr val="tx1"/>
                </a:solidFill>
                <a:latin typeface="+mn-lt"/>
                <a:ea typeface="+mn-ea"/>
                <a:cs typeface="+mn-cs"/>
              </a:defRPr>
            </a:lvl7pPr>
            <a:lvl8pPr marL="4454245" indent="-296950" algn="l" defTabSz="1187798" rtl="0" eaLnBrk="1" latinLnBrk="0" hangingPunct="1">
              <a:lnSpc>
                <a:spcPct val="90000"/>
              </a:lnSpc>
              <a:spcBef>
                <a:spcPts val="650"/>
              </a:spcBef>
              <a:buFont typeface="Arial" panose="020B0604020202020204" pitchFamily="34" charset="0"/>
              <a:buChar char="•"/>
              <a:defRPr sz="2338" kern="1200">
                <a:solidFill>
                  <a:schemeClr val="tx1"/>
                </a:solidFill>
                <a:latin typeface="+mn-lt"/>
                <a:ea typeface="+mn-ea"/>
                <a:cs typeface="+mn-cs"/>
              </a:defRPr>
            </a:lvl8pPr>
            <a:lvl9pPr marL="5048144" indent="-296950" algn="l" defTabSz="1187798" rtl="0" eaLnBrk="1" latinLnBrk="0" hangingPunct="1">
              <a:lnSpc>
                <a:spcPct val="90000"/>
              </a:lnSpc>
              <a:spcBef>
                <a:spcPts val="650"/>
              </a:spcBef>
              <a:buFont typeface="Arial" panose="020B0604020202020204" pitchFamily="34" charset="0"/>
              <a:buChar char="•"/>
              <a:defRPr sz="2338" kern="1200">
                <a:solidFill>
                  <a:schemeClr val="tx1"/>
                </a:solidFill>
                <a:latin typeface="+mn-lt"/>
                <a:ea typeface="+mn-ea"/>
                <a:cs typeface="+mn-cs"/>
              </a:defRPr>
            </a:lvl9pPr>
          </a:lstStyle>
          <a:p>
            <a:pPr marL="0" indent="0">
              <a:lnSpc>
                <a:spcPct val="150000"/>
              </a:lnSpc>
              <a:spcBef>
                <a:spcPts val="0"/>
              </a:spcBef>
              <a:buNone/>
              <a:defRPr>
                <a:solidFill>
                  <a:srgbClr val="0432FF"/>
                </a:solidFill>
              </a:defRPr>
            </a:pPr>
            <a:r>
              <a:rPr lang="zh-CN" altLang="en-US" sz="1800" b="1" dirty="0">
                <a:solidFill>
                  <a:srgbClr val="C00000"/>
                </a:solidFill>
                <a:latin typeface="Arial" panose="020B0604020202020204" pitchFamily="34" charset="0"/>
                <a:ea typeface="微软雅黑" panose="020B0503020204020204" pitchFamily="34" charset="-122"/>
                <a:cs typeface="Arial" panose="020B0604020202020204" pitchFamily="34" charset="0"/>
              </a:rPr>
              <a:t>编译与运行：</a:t>
            </a:r>
            <a:endParaRPr lang="en-US" altLang="zh-CN" sz="1800" b="1" dirty="0">
              <a:solidFill>
                <a:srgbClr val="C00000"/>
              </a:solidFill>
              <a:latin typeface="Arial" panose="020B0604020202020204" pitchFamily="34" charset="0"/>
              <a:ea typeface="微软雅黑" panose="020B0503020204020204" pitchFamily="34" charset="-122"/>
              <a:cs typeface="Arial" panose="020B0604020202020204" pitchFamily="34" charset="0"/>
            </a:endParaRPr>
          </a:p>
          <a:p>
            <a:pPr marL="126000" lvl="1" indent="-126000">
              <a:lnSpc>
                <a:spcPct val="150000"/>
              </a:lnSpc>
              <a:spcBef>
                <a:spcPts val="0"/>
              </a:spcBef>
              <a:defRPr>
                <a:solidFill>
                  <a:srgbClr val="0432FF"/>
                </a:solidFill>
              </a:defRPr>
            </a:pPr>
            <a:r>
              <a:rPr lang="zh-CN" altLang="en-US" sz="1200" dirty="0">
                <a:solidFill>
                  <a:srgbClr val="000000"/>
                </a:solidFill>
                <a:latin typeface="Arial" panose="020B0604020202020204" pitchFamily="34" charset="0"/>
                <a:ea typeface="微软雅黑" panose="020B0503020204020204" pitchFamily="34" charset="-122"/>
                <a:cs typeface="Arial" panose="020B0604020202020204" pitchFamily="34" charset="0"/>
              </a:rPr>
              <a:t>提前准备好测试项目，包括算子调用代码和编译脚本。执行以下指令完成编译与运行。</a:t>
            </a:r>
            <a:endParaRPr lang="en-US" altLang="zh-CN" sz="1200" dirty="0">
              <a:solidFill>
                <a:srgbClr val="000000"/>
              </a:solidFill>
              <a:latin typeface="Arial" panose="020B0604020202020204" pitchFamily="34" charset="0"/>
              <a:ea typeface="微软雅黑" panose="020B0503020204020204" pitchFamily="34" charset="-122"/>
              <a:cs typeface="Arial" panose="020B0604020202020204" pitchFamily="34" charset="0"/>
            </a:endParaRPr>
          </a:p>
          <a:p>
            <a:pPr marL="126000" lvl="1" indent="-126000">
              <a:lnSpc>
                <a:spcPct val="150000"/>
              </a:lnSpc>
              <a:spcBef>
                <a:spcPts val="0"/>
              </a:spcBef>
              <a:defRPr>
                <a:solidFill>
                  <a:srgbClr val="0432FF"/>
                </a:solidFill>
              </a:defRPr>
            </a:pPr>
            <a:endParaRPr lang="en-US" altLang="zh-CN" sz="1200" dirty="0">
              <a:solidFill>
                <a:srgbClr val="000000"/>
              </a:solidFill>
              <a:latin typeface="Arial" panose="020B0604020202020204" pitchFamily="34" charset="0"/>
              <a:ea typeface="微软雅黑" panose="020B0503020204020204" pitchFamily="34" charset="-122"/>
              <a:cs typeface="Arial" panose="020B0604020202020204" pitchFamily="34" charset="0"/>
            </a:endParaRPr>
          </a:p>
          <a:p>
            <a:pPr marL="126000" lvl="1" indent="-126000">
              <a:lnSpc>
                <a:spcPct val="150000"/>
              </a:lnSpc>
              <a:spcBef>
                <a:spcPts val="0"/>
              </a:spcBef>
              <a:defRPr>
                <a:solidFill>
                  <a:srgbClr val="0432FF"/>
                </a:solidFill>
              </a:defRPr>
            </a:pPr>
            <a:endParaRPr lang="en-US" altLang="zh-CN" sz="1200" dirty="0">
              <a:solidFill>
                <a:srgbClr val="000000"/>
              </a:solidFill>
              <a:latin typeface="Arial" panose="020B0604020202020204" pitchFamily="34" charset="0"/>
              <a:ea typeface="微软雅黑" panose="020B0503020204020204" pitchFamily="34" charset="-122"/>
              <a:cs typeface="Arial" panose="020B0604020202020204" pitchFamily="34" charset="0"/>
            </a:endParaRPr>
          </a:p>
          <a:p>
            <a:pPr marL="126000" lvl="1" indent="-126000">
              <a:lnSpc>
                <a:spcPct val="150000"/>
              </a:lnSpc>
              <a:spcBef>
                <a:spcPts val="0"/>
              </a:spcBef>
              <a:defRPr>
                <a:solidFill>
                  <a:srgbClr val="0432FF"/>
                </a:solidFill>
              </a:defRPr>
            </a:pPr>
            <a:endParaRPr lang="en-US" altLang="zh-CN" sz="1200" dirty="0">
              <a:solidFill>
                <a:srgbClr val="000000"/>
              </a:solidFill>
              <a:latin typeface="Arial" panose="020B0604020202020204" pitchFamily="34" charset="0"/>
              <a:ea typeface="微软雅黑" panose="020B0503020204020204" pitchFamily="34" charset="-122"/>
              <a:cs typeface="Arial" panose="020B0604020202020204" pitchFamily="34" charset="0"/>
            </a:endParaRPr>
          </a:p>
          <a:p>
            <a:pPr marL="0" lvl="1" indent="0">
              <a:lnSpc>
                <a:spcPct val="150000"/>
              </a:lnSpc>
              <a:spcBef>
                <a:spcPts val="0"/>
              </a:spcBef>
              <a:spcAft>
                <a:spcPts val="1200"/>
              </a:spcAft>
              <a:buNone/>
              <a:defRPr>
                <a:solidFill>
                  <a:srgbClr val="0432FF"/>
                </a:solidFill>
              </a:defRPr>
            </a:pPr>
            <a:endParaRPr lang="en-US" altLang="zh-CN" sz="1200" dirty="0">
              <a:solidFill>
                <a:srgbClr val="000000"/>
              </a:solidFill>
              <a:latin typeface="Arial" panose="020B0604020202020204" pitchFamily="34" charset="0"/>
              <a:ea typeface="微软雅黑" panose="020B0503020204020204" pitchFamily="34" charset="-122"/>
              <a:cs typeface="Arial" panose="020B0604020202020204" pitchFamily="34" charset="0"/>
            </a:endParaRPr>
          </a:p>
          <a:p>
            <a:pPr marL="126000" lvl="1" indent="-126000">
              <a:lnSpc>
                <a:spcPct val="150000"/>
              </a:lnSpc>
              <a:spcBef>
                <a:spcPts val="0"/>
              </a:spcBef>
              <a:defRPr>
                <a:solidFill>
                  <a:srgbClr val="0432FF"/>
                </a:solidFill>
              </a:defRPr>
            </a:pPr>
            <a:r>
              <a:rPr lang="zh-CN" altLang="en-US" sz="1200" dirty="0">
                <a:solidFill>
                  <a:srgbClr val="000000"/>
                </a:solidFill>
                <a:latin typeface="Arial" panose="020B0604020202020204" pitchFamily="34" charset="0"/>
                <a:ea typeface="微软雅黑" panose="020B0503020204020204" pitchFamily="34" charset="-122"/>
                <a:cs typeface="Arial" panose="020B0604020202020204" pitchFamily="34" charset="0"/>
              </a:rPr>
              <a:t>运行成功：会在终端上依次打印输出中的每个值。</a:t>
            </a:r>
            <a:endParaRPr lang="en-US" altLang="zh-CN" sz="1200" dirty="0">
              <a:latin typeface="Arial" panose="020B0604020202020204" pitchFamily="34" charset="0"/>
              <a:ea typeface="微软雅黑" panose="020B0503020204020204" pitchFamily="34" charset="-122"/>
              <a:cs typeface="Arial" panose="020B0604020202020204" pitchFamily="34" charset="0"/>
            </a:endParaRPr>
          </a:p>
        </p:txBody>
      </p:sp>
      <p:graphicFrame>
        <p:nvGraphicFramePr>
          <p:cNvPr id="4" name="表格 3">
            <a:extLst>
              <a:ext uri="{FF2B5EF4-FFF2-40B4-BE49-F238E27FC236}">
                <a16:creationId xmlns:a16="http://schemas.microsoft.com/office/drawing/2014/main" id="{2DF5D690-176D-CAB3-7CD9-B90A26525C08}"/>
              </a:ext>
            </a:extLst>
          </p:cNvPr>
          <p:cNvGraphicFramePr>
            <a:graphicFrameLocks noGrp="1"/>
          </p:cNvGraphicFramePr>
          <p:nvPr>
            <p:extLst>
              <p:ext uri="{D42A27DB-BD31-4B8C-83A1-F6EECF244321}">
                <p14:modId xmlns:p14="http://schemas.microsoft.com/office/powerpoint/2010/main" val="2854001299"/>
              </p:ext>
            </p:extLst>
          </p:nvPr>
        </p:nvGraphicFramePr>
        <p:xfrm>
          <a:off x="3125997" y="3102750"/>
          <a:ext cx="4822553" cy="1057792"/>
        </p:xfrm>
        <a:graphic>
          <a:graphicData uri="http://schemas.openxmlformats.org/drawingml/2006/table">
            <a:tbl>
              <a:tblPr firstRow="1" firstCol="1" bandRow="1">
                <a:tableStyleId>{5940675A-B579-460E-94D1-54222C63F5DA}</a:tableStyleId>
              </a:tblPr>
              <a:tblGrid>
                <a:gridCol w="4822553">
                  <a:extLst>
                    <a:ext uri="{9D8B030D-6E8A-4147-A177-3AD203B41FA5}">
                      <a16:colId xmlns:a16="http://schemas.microsoft.com/office/drawing/2014/main" val="2796950774"/>
                    </a:ext>
                  </a:extLst>
                </a:gridCol>
              </a:tblGrid>
              <a:tr h="1057792">
                <a:tc>
                  <a:txBody>
                    <a:bodyPr/>
                    <a:lstStyle/>
                    <a:p>
                      <a:pPr indent="285750" algn="just" latinLnBrk="1">
                        <a:lnSpc>
                          <a:spcPct val="125000"/>
                        </a:lnSpc>
                      </a:pPr>
                      <a:r>
                        <a:rPr lang="en-US" sz="1000" kern="0" dirty="0" err="1">
                          <a:effectLst/>
                          <a:latin typeface="Arial" panose="020B0604020202020204" pitchFamily="34" charset="0"/>
                          <a:ea typeface="微软雅黑" panose="020B0503020204020204" pitchFamily="34" charset="-122"/>
                          <a:cs typeface="Arial" panose="020B0604020202020204" pitchFamily="34" charset="0"/>
                        </a:rPr>
                        <a:t>mkdir</a:t>
                      </a:r>
                      <a:r>
                        <a:rPr lang="en-US" sz="1000" kern="0" dirty="0">
                          <a:effectLst/>
                          <a:latin typeface="Arial" panose="020B0604020202020204" pitchFamily="34" charset="0"/>
                          <a:ea typeface="微软雅黑" panose="020B0503020204020204" pitchFamily="34" charset="-122"/>
                          <a:cs typeface="Arial" panose="020B0604020202020204" pitchFamily="34" charset="0"/>
                        </a:rPr>
                        <a:t> -p build</a:t>
                      </a:r>
                      <a:endParaRPr lang="zh-CN" sz="1000" kern="100" dirty="0">
                        <a:effectLst/>
                        <a:latin typeface="Arial" panose="020B0604020202020204" pitchFamily="34" charset="0"/>
                        <a:ea typeface="微软雅黑" panose="020B0503020204020204" pitchFamily="34" charset="-122"/>
                        <a:cs typeface="Arial" panose="020B0604020202020204" pitchFamily="34" charset="0"/>
                      </a:endParaRPr>
                    </a:p>
                    <a:p>
                      <a:pPr indent="285750" algn="just" latinLnBrk="1">
                        <a:lnSpc>
                          <a:spcPct val="125000"/>
                        </a:lnSpc>
                      </a:pPr>
                      <a:r>
                        <a:rPr lang="en-US" sz="1000" kern="0" dirty="0" err="1">
                          <a:effectLst/>
                          <a:latin typeface="Arial" panose="020B0604020202020204" pitchFamily="34" charset="0"/>
                          <a:ea typeface="微软雅黑" panose="020B0503020204020204" pitchFamily="34" charset="-122"/>
                          <a:cs typeface="Arial" panose="020B0604020202020204" pitchFamily="34" charset="0"/>
                        </a:rPr>
                        <a:t>cmake</a:t>
                      </a:r>
                      <a:r>
                        <a:rPr lang="en-US" sz="1000" kern="0" dirty="0">
                          <a:effectLst/>
                          <a:latin typeface="Arial" panose="020B0604020202020204" pitchFamily="34" charset="0"/>
                          <a:ea typeface="微软雅黑" panose="020B0503020204020204" pitchFamily="34" charset="-122"/>
                          <a:cs typeface="Arial" panose="020B0604020202020204" pitchFamily="34" charset="0"/>
                        </a:rPr>
                        <a:t> ./ -DCMAKE_CXX_COMPILER=g++ -DCMAKE_SKIP_RPATH=TRUE</a:t>
                      </a:r>
                      <a:endParaRPr lang="zh-CN" sz="1000" kern="100" dirty="0">
                        <a:effectLst/>
                        <a:latin typeface="Arial" panose="020B0604020202020204" pitchFamily="34" charset="0"/>
                        <a:ea typeface="微软雅黑" panose="020B0503020204020204" pitchFamily="34" charset="-122"/>
                        <a:cs typeface="Arial" panose="020B0604020202020204" pitchFamily="34" charset="0"/>
                      </a:endParaRPr>
                    </a:p>
                    <a:p>
                      <a:pPr indent="285750" algn="just" latinLnBrk="1">
                        <a:lnSpc>
                          <a:spcPct val="125000"/>
                        </a:lnSpc>
                      </a:pPr>
                      <a:r>
                        <a:rPr lang="en-US" sz="1000" kern="0" dirty="0">
                          <a:effectLst/>
                          <a:latin typeface="Arial" panose="020B0604020202020204" pitchFamily="34" charset="0"/>
                          <a:ea typeface="微软雅黑" panose="020B0503020204020204" pitchFamily="34" charset="-122"/>
                          <a:cs typeface="Arial" panose="020B0604020202020204" pitchFamily="34" charset="0"/>
                        </a:rPr>
                        <a:t>make</a:t>
                      </a:r>
                      <a:endParaRPr lang="zh-CN" sz="1000" kern="100" dirty="0">
                        <a:effectLst/>
                        <a:latin typeface="Arial" panose="020B0604020202020204" pitchFamily="34" charset="0"/>
                        <a:ea typeface="微软雅黑" panose="020B0503020204020204" pitchFamily="34" charset="-122"/>
                        <a:cs typeface="Arial" panose="020B0604020202020204" pitchFamily="34" charset="0"/>
                      </a:endParaRPr>
                    </a:p>
                    <a:p>
                      <a:pPr indent="285750" algn="just" latinLnBrk="1">
                        <a:lnSpc>
                          <a:spcPct val="125000"/>
                        </a:lnSpc>
                      </a:pPr>
                      <a:r>
                        <a:rPr lang="en-US" sz="1000" kern="0" dirty="0">
                          <a:effectLst/>
                          <a:latin typeface="Arial" panose="020B0604020202020204" pitchFamily="34" charset="0"/>
                          <a:ea typeface="微软雅黑" panose="020B0503020204020204" pitchFamily="34" charset="-122"/>
                          <a:cs typeface="Arial" panose="020B0604020202020204" pitchFamily="34" charset="0"/>
                        </a:rPr>
                        <a:t>cd bin</a:t>
                      </a:r>
                      <a:endParaRPr lang="zh-CN" sz="1000" kern="100" dirty="0">
                        <a:effectLst/>
                        <a:latin typeface="Arial" panose="020B0604020202020204" pitchFamily="34" charset="0"/>
                        <a:ea typeface="微软雅黑" panose="020B0503020204020204" pitchFamily="34" charset="-122"/>
                        <a:cs typeface="Arial" panose="020B0604020202020204" pitchFamily="34" charset="0"/>
                      </a:endParaRPr>
                    </a:p>
                    <a:p>
                      <a:pPr indent="285750" algn="just" latinLnBrk="1">
                        <a:lnSpc>
                          <a:spcPct val="125000"/>
                        </a:lnSpc>
                      </a:pPr>
                      <a:r>
                        <a:rPr lang="en-US" sz="1000" kern="0" dirty="0">
                          <a:effectLst/>
                          <a:latin typeface="Arial" panose="020B0604020202020204" pitchFamily="34" charset="0"/>
                          <a:ea typeface="微软雅黑" panose="020B0503020204020204" pitchFamily="34" charset="-122"/>
                          <a:cs typeface="Arial" panose="020B0604020202020204" pitchFamily="34" charset="0"/>
                        </a:rPr>
                        <a:t>./</a:t>
                      </a:r>
                      <a:r>
                        <a:rPr lang="en-US" sz="1000" kern="0" dirty="0" err="1">
                          <a:effectLst/>
                          <a:latin typeface="Arial" panose="020B0604020202020204" pitchFamily="34" charset="0"/>
                          <a:ea typeface="微软雅黑" panose="020B0503020204020204" pitchFamily="34" charset="-122"/>
                          <a:cs typeface="Arial" panose="020B0604020202020204" pitchFamily="34" charset="0"/>
                        </a:rPr>
                        <a:t>opapi_test</a:t>
                      </a:r>
                      <a:endParaRPr lang="zh-CN" sz="1000" kern="100" dirty="0">
                        <a:effectLst/>
                        <a:latin typeface="Arial" panose="020B0604020202020204" pitchFamily="34" charset="0"/>
                        <a:ea typeface="微软雅黑" panose="020B0503020204020204" pitchFamily="34" charset="-122"/>
                        <a:cs typeface="Arial" panose="020B0604020202020204" pitchFamily="34" charset="0"/>
                      </a:endParaRPr>
                    </a:p>
                  </a:txBody>
                  <a:tcPr marL="68580" marR="68580" marT="0" marB="0" anchor="ctr">
                    <a:lnL w="6350" cap="flat" cmpd="sng" algn="ctr">
                      <a:solidFill>
                        <a:schemeClr val="bg1">
                          <a:lumMod val="40000"/>
                          <a:lumOff val="60000"/>
                        </a:schemeClr>
                      </a:solidFill>
                      <a:prstDash val="solid"/>
                      <a:round/>
                      <a:headEnd type="none" w="med" len="med"/>
                      <a:tailEnd type="none" w="med" len="med"/>
                    </a:lnL>
                    <a:lnR w="6350" cap="flat" cmpd="sng" algn="ctr">
                      <a:solidFill>
                        <a:schemeClr val="bg1">
                          <a:lumMod val="40000"/>
                          <a:lumOff val="60000"/>
                        </a:schemeClr>
                      </a:solidFill>
                      <a:prstDash val="solid"/>
                      <a:round/>
                      <a:headEnd type="none" w="med" len="med"/>
                      <a:tailEnd type="none" w="med" len="med"/>
                    </a:lnR>
                    <a:lnT w="6350" cap="flat" cmpd="sng" algn="ctr">
                      <a:solidFill>
                        <a:schemeClr val="bg1">
                          <a:lumMod val="40000"/>
                          <a:lumOff val="60000"/>
                        </a:schemeClr>
                      </a:solidFill>
                      <a:prstDash val="solid"/>
                      <a:round/>
                      <a:headEnd type="none" w="med" len="med"/>
                      <a:tailEnd type="none" w="med" len="med"/>
                    </a:lnT>
                    <a:lnB w="6350" cap="flat" cmpd="sng" algn="ctr">
                      <a:solidFill>
                        <a:schemeClr val="bg1">
                          <a:lumMod val="40000"/>
                          <a:lumOff val="60000"/>
                        </a:schemeClr>
                      </a:solidFill>
                      <a:prstDash val="solid"/>
                      <a:round/>
                      <a:headEnd type="none" w="med" len="med"/>
                      <a:tailEnd type="none" w="med" len="med"/>
                    </a:lnB>
                  </a:tcPr>
                </a:tc>
                <a:extLst>
                  <a:ext uri="{0D108BD9-81ED-4DB2-BD59-A6C34878D82A}">
                    <a16:rowId xmlns:a16="http://schemas.microsoft.com/office/drawing/2014/main" val="3099317811"/>
                  </a:ext>
                </a:extLst>
              </a:tr>
            </a:tbl>
          </a:graphicData>
        </a:graphic>
      </p:graphicFrame>
    </p:spTree>
    <p:extLst>
      <p:ext uri="{BB962C8B-B14F-4D97-AF65-F5344CB8AC3E}">
        <p14:creationId xmlns:p14="http://schemas.microsoft.com/office/powerpoint/2010/main" val="3877012854"/>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325202231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theme/theme1.xml><?xml version="1.0" encoding="utf-8"?>
<a:theme xmlns:a="http://schemas.openxmlformats.org/drawingml/2006/main" name="封面页_图片版 ">
  <a:themeElements>
    <a:clrScheme name="HuaWei colour 3">
      <a:dk1>
        <a:srgbClr val="1D1D1A"/>
      </a:dk1>
      <a:lt1>
        <a:srgbClr val="666666"/>
      </a:lt1>
      <a:dk2>
        <a:srgbClr val="FFFFFF"/>
      </a:dk2>
      <a:lt2>
        <a:srgbClr val="DDDDDD"/>
      </a:lt2>
      <a:accent1>
        <a:srgbClr val="E9002F"/>
      </a:accent1>
      <a:accent2>
        <a:srgbClr val="7F0000"/>
      </a:accent2>
      <a:accent3>
        <a:srgbClr val="ED6D00"/>
      </a:accent3>
      <a:accent4>
        <a:srgbClr val="FCC800"/>
      </a:accent4>
      <a:accent5>
        <a:srgbClr val="61B230"/>
      </a:accent5>
      <a:accent6>
        <a:srgbClr val="30B5C5"/>
      </a:accent6>
      <a:hlink>
        <a:srgbClr val="C7000B"/>
      </a:hlink>
      <a:folHlink>
        <a:srgbClr val="666666"/>
      </a:folHlink>
    </a:clrScheme>
    <a:fontScheme name="Arial Black-Arial">
      <a:majorFont>
        <a:latin typeface="Arial Black" panose="020B0A04020102020204"/>
        <a:ea typeface=""/>
        <a:cs typeface=""/>
        <a:font script="Jpan" typeface="ＭＳ ゴシック"/>
        <a:font script="Hang" typeface="굴림"/>
        <a:font script="Hans" typeface="微软雅黑"/>
        <a:font script="Hant" typeface="微軟正黑體"/>
        <a:font script="Arab" typeface="Tahoma"/>
        <a:font script="Hebr" typeface="Tahoma"/>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noFill/>
        <a:ln>
          <a:noFill/>
        </a:ln>
      </a:spPr>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txDef>
      <a:spPr>
        <a:noFill/>
      </a:spPr>
      <a:bodyPr wrap="square" lIns="0" tIns="0" rIns="0" bIns="0" rtlCol="0">
        <a:spAutoFit/>
      </a:bodyPr>
      <a:lstStyle>
        <a:defPPr algn="l">
          <a:defRPr kumimoji="1" sz="3200" dirty="0" smtClean="0">
            <a:solidFill>
              <a:srgbClr val="000000"/>
            </a:solidFill>
            <a:latin typeface="Microsoft YaHei" panose="020B0503020204020204" pitchFamily="34" charset="-122"/>
            <a:ea typeface="Microsoft YaHei" panose="020B0503020204020204" pitchFamily="34" charset="-122"/>
          </a:defRPr>
        </a:defPPr>
      </a:lstStyle>
    </a:txDef>
  </a:objectDefaults>
  <a:extraClrSchemeLst/>
  <a:extLst>
    <a:ext uri="{05A4C25C-085E-4340-85A3-A5531E510DB2}">
      <thm15:themeFamily xmlns:thm15="http://schemas.microsoft.com/office/thememl/2012/main" name="演示文稿1" id="{358AC06C-4CE3-4A3F-B594-9738C68624A0}" vid="{77E3B732-DDF7-4011-B681-28F511DF8898}"/>
    </a:ext>
  </a:extLst>
</a:theme>
</file>

<file path=ppt/theme/theme2.xml><?xml version="1.0" encoding="utf-8"?>
<a:theme xmlns:a="http://schemas.openxmlformats.org/drawingml/2006/main" name="目录页">
  <a:themeElements>
    <a:clrScheme name="HuaWei colour 3">
      <a:dk1>
        <a:srgbClr val="1D1D1A"/>
      </a:dk1>
      <a:lt1>
        <a:srgbClr val="666666"/>
      </a:lt1>
      <a:dk2>
        <a:srgbClr val="FFFFFF"/>
      </a:dk2>
      <a:lt2>
        <a:srgbClr val="DDDDDD"/>
      </a:lt2>
      <a:accent1>
        <a:srgbClr val="E9002F"/>
      </a:accent1>
      <a:accent2>
        <a:srgbClr val="7F0000"/>
      </a:accent2>
      <a:accent3>
        <a:srgbClr val="ED6D00"/>
      </a:accent3>
      <a:accent4>
        <a:srgbClr val="FCC800"/>
      </a:accent4>
      <a:accent5>
        <a:srgbClr val="61B230"/>
      </a:accent5>
      <a:accent6>
        <a:srgbClr val="30B5C5"/>
      </a:accent6>
      <a:hlink>
        <a:srgbClr val="C7000B"/>
      </a:hlink>
      <a:folHlink>
        <a:srgbClr val="666666"/>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noFill/>
        <a:ln>
          <a:noFill/>
        </a:ln>
      </a:spPr>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txDef>
      <a:spPr>
        <a:noFill/>
      </a:spPr>
      <a:bodyPr wrap="square" lIns="0" tIns="0" rIns="0" bIns="0" rtlCol="0">
        <a:spAutoFit/>
      </a:bodyPr>
      <a:lstStyle>
        <a:defPPr algn="l">
          <a:defRPr kumimoji="1" sz="2200" dirty="0" smtClean="0">
            <a:solidFill>
              <a:srgbClr val="000000"/>
            </a:solidFill>
            <a:latin typeface="Microsoft YaHei" panose="020B0503020204020204" pitchFamily="34" charset="-122"/>
            <a:ea typeface="Microsoft YaHei" panose="020B0503020204020204" pitchFamily="34" charset="-122"/>
          </a:defRPr>
        </a:defPPr>
      </a:lstStyle>
    </a:txDef>
  </a:objectDefaults>
  <a:extraClrSchemeLst/>
  <a:extLst>
    <a:ext uri="{05A4C25C-085E-4340-85A3-A5531E510DB2}">
      <thm15:themeFamily xmlns:thm15="http://schemas.microsoft.com/office/thememl/2012/main" name="演示文稿1" id="{358AC06C-4CE3-4A3F-B594-9738C68624A0}" vid="{002891D3-441F-4843-9EAC-D44E0F2301F5}"/>
    </a:ext>
  </a:extLst>
</a:theme>
</file>

<file path=ppt/theme/theme3.xml><?xml version="1.0" encoding="utf-8"?>
<a:theme xmlns:a="http://schemas.openxmlformats.org/drawingml/2006/main" name="章节页">
  <a:themeElements>
    <a:clrScheme name="HuaWei colour 3">
      <a:dk1>
        <a:srgbClr val="1D1D1A"/>
      </a:dk1>
      <a:lt1>
        <a:srgbClr val="666666"/>
      </a:lt1>
      <a:dk2>
        <a:srgbClr val="FFFFFF"/>
      </a:dk2>
      <a:lt2>
        <a:srgbClr val="DDDDDD"/>
      </a:lt2>
      <a:accent1>
        <a:srgbClr val="E9002F"/>
      </a:accent1>
      <a:accent2>
        <a:srgbClr val="7F0000"/>
      </a:accent2>
      <a:accent3>
        <a:srgbClr val="ED6D00"/>
      </a:accent3>
      <a:accent4>
        <a:srgbClr val="FCC800"/>
      </a:accent4>
      <a:accent5>
        <a:srgbClr val="61B230"/>
      </a:accent5>
      <a:accent6>
        <a:srgbClr val="30B5C5"/>
      </a:accent6>
      <a:hlink>
        <a:srgbClr val="C7000B"/>
      </a:hlink>
      <a:folHlink>
        <a:srgbClr val="666666"/>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noFill/>
        <a:ln>
          <a:noFill/>
        </a:ln>
      </a:spPr>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txDef>
      <a:spPr>
        <a:noFill/>
      </a:spPr>
      <a:bodyPr wrap="square" lIns="0" tIns="0" rIns="0" bIns="0" rtlCol="0">
        <a:spAutoFit/>
      </a:bodyPr>
      <a:lstStyle>
        <a:defPPr algn="l">
          <a:defRPr kumimoji="1" dirty="0" smtClean="0">
            <a:solidFill>
              <a:srgbClr val="000000"/>
            </a:solidFill>
            <a:latin typeface="Microsoft YaHei" panose="020B0503020204020204" pitchFamily="34" charset="-122"/>
            <a:ea typeface="Microsoft YaHei" panose="020B0503020204020204" pitchFamily="34" charset="-122"/>
          </a:defRPr>
        </a:defPPr>
      </a:lstStyle>
    </a:txDef>
  </a:objectDefaults>
  <a:extraClrSchemeLst/>
  <a:extLst>
    <a:ext uri="{05A4C25C-085E-4340-85A3-A5531E510DB2}">
      <thm15:themeFamily xmlns:thm15="http://schemas.microsoft.com/office/thememl/2012/main" name="演示文稿1" id="{358AC06C-4CE3-4A3F-B594-9738C68624A0}" vid="{9E3EAF68-ABE1-42CC-9EED-BC9EE9E8453C}"/>
    </a:ext>
  </a:extLst>
</a:theme>
</file>

<file path=ppt/theme/theme4.xml><?xml version="1.0" encoding="utf-8"?>
<a:theme xmlns:a="http://schemas.openxmlformats.org/drawingml/2006/main" name="1_自定义设计方案">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结束页">
  <a:themeElements>
    <a:clrScheme name="HuaWei colour 3">
      <a:dk1>
        <a:srgbClr val="1D1D1A"/>
      </a:dk1>
      <a:lt1>
        <a:srgbClr val="666666"/>
      </a:lt1>
      <a:dk2>
        <a:srgbClr val="FFFFFF"/>
      </a:dk2>
      <a:lt2>
        <a:srgbClr val="DDDDDD"/>
      </a:lt2>
      <a:accent1>
        <a:srgbClr val="E9002F"/>
      </a:accent1>
      <a:accent2>
        <a:srgbClr val="7F0000"/>
      </a:accent2>
      <a:accent3>
        <a:srgbClr val="ED6D00"/>
      </a:accent3>
      <a:accent4>
        <a:srgbClr val="FCC800"/>
      </a:accent4>
      <a:accent5>
        <a:srgbClr val="61B230"/>
      </a:accent5>
      <a:accent6>
        <a:srgbClr val="30B5C5"/>
      </a:accent6>
      <a:hlink>
        <a:srgbClr val="C7000B"/>
      </a:hlink>
      <a:folHlink>
        <a:srgbClr val="666666"/>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noFill/>
        <a:ln>
          <a:noFill/>
        </a:ln>
      </a:spPr>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txDef>
      <a:spPr>
        <a:noFill/>
      </a:spPr>
      <a:bodyPr wrap="square" rtlCol="0">
        <a:spAutoFit/>
      </a:bodyPr>
      <a:lstStyle>
        <a:defPPr algn="l">
          <a:defRPr kumimoji="1" sz="3200" dirty="0" smtClean="0">
            <a:solidFill>
              <a:srgbClr val="000000"/>
            </a:solidFill>
            <a:latin typeface="Microsoft YaHei" panose="020B0503020204020204" pitchFamily="34" charset="-122"/>
            <a:ea typeface="Microsoft YaHei" panose="020B0503020204020204" pitchFamily="34" charset="-122"/>
          </a:defRPr>
        </a:defPPr>
      </a:lstStyle>
    </a:txDef>
  </a:objectDefaults>
  <a:extraClrSchemeLst/>
  <a:extLst>
    <a:ext uri="{05A4C25C-085E-4340-85A3-A5531E510DB2}">
      <thm15:themeFamily xmlns:thm15="http://schemas.microsoft.com/office/thememl/2012/main" name="演示文稿1" id="{358AC06C-4CE3-4A3F-B594-9738C68624A0}" vid="{AFFA82CF-250F-4604-B0DF-1F7FF8D51155}"/>
    </a:ext>
  </a:extLst>
</a:theme>
</file>

<file path=ppt/theme/theme6.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7.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PPT模板</Template>
  <TotalTime>1828</TotalTime>
  <Words>4108</Words>
  <Application>Microsoft Office PowerPoint</Application>
  <PresentationFormat>自定义</PresentationFormat>
  <Paragraphs>324</Paragraphs>
  <Slides>42</Slides>
  <Notes>2</Notes>
  <HiddenSlides>0</HiddenSlides>
  <MMClips>0</MMClips>
  <ScaleCrop>false</ScaleCrop>
  <HeadingPairs>
    <vt:vector size="6" baseType="variant">
      <vt:variant>
        <vt:lpstr>已用的字体</vt:lpstr>
      </vt:variant>
      <vt:variant>
        <vt:i4>8</vt:i4>
      </vt:variant>
      <vt:variant>
        <vt:lpstr>主题</vt:lpstr>
      </vt:variant>
      <vt:variant>
        <vt:i4>5</vt:i4>
      </vt:variant>
      <vt:variant>
        <vt:lpstr>幻灯片标题</vt:lpstr>
      </vt:variant>
      <vt:variant>
        <vt:i4>42</vt:i4>
      </vt:variant>
    </vt:vector>
  </HeadingPairs>
  <TitlesOfParts>
    <vt:vector size="55" baseType="lpstr">
      <vt:lpstr>.AppleSystemUIFont</vt:lpstr>
      <vt:lpstr>微软雅黑</vt:lpstr>
      <vt:lpstr>微软雅黑</vt:lpstr>
      <vt:lpstr>Arial</vt:lpstr>
      <vt:lpstr>Calibri</vt:lpstr>
      <vt:lpstr>Cambria Math</vt:lpstr>
      <vt:lpstr>Georgia</vt:lpstr>
      <vt:lpstr>Times New Roman</vt:lpstr>
      <vt:lpstr>封面页_图片版 </vt:lpstr>
      <vt:lpstr>目录页</vt:lpstr>
      <vt:lpstr>章节页</vt:lpstr>
      <vt:lpstr>1_自定义设计方案</vt:lpstr>
      <vt:lpstr>结束页</vt:lpstr>
      <vt:lpstr>第6章 Ascend C大模型算子优化</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Huawei Technologies Co.,Ltd.</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yusi (A)</dc:creator>
  <cp:lastModifiedBy>a92190</cp:lastModifiedBy>
  <cp:revision>162</cp:revision>
  <dcterms:created xsi:type="dcterms:W3CDTF">2022-02-10T15:02:30Z</dcterms:created>
  <dcterms:modified xsi:type="dcterms:W3CDTF">2024-12-03T07:37:39Z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_2015_ms_pID_725343">
    <vt:lpwstr>(3)C96Z1hAKosym6EbdFlMCzRXUHiiwYE22PTU1N8/Nz2n/qDo6LJV7WzI53aocoscGy5cfQZpr
EMvDwD4llbAKwgozTlti4TwFVN2DturZbkcHevYO7h/StlxEiPmHEJ/4XH1O6vVS07brnKZD
WMeEhWuDu9x4s8CxTI9+bXJPVn9sarFCjeBytrONxqof7kh4d1rCLD9esbc6gh2kL9x4RRTj
b/cP7mJscMHv0GK31U</vt:lpwstr>
  </property>
  <property fmtid="{D5CDD505-2E9C-101B-9397-08002B2CF9AE}" pid="3" name="_2015_ms_pID_7253431">
    <vt:lpwstr>+G7EV3gMKk658DH/eee45Z3t+vtmf8yh0lsvSKv6yLCRbWNMnpX0U1
xzYAty90ETFfGfibDhssu0Mva4SxzXSoKPgcTG5SZxqTOweKBnPBV6d6kCN4pINXKT7ZUsPD
qU0gn8I9MQS1tysBDuxN1sc9883rAdqB86/EN1Okg0Kl9588Lz22Blx16F17zwlzeUmT4/7k
I1MM5cTLYYSisKizyYuH7Yb1BtTNmM+xcfle</vt:lpwstr>
  </property>
  <property fmtid="{D5CDD505-2E9C-101B-9397-08002B2CF9AE}" pid="4" name="_2015_ms_pID_7253432">
    <vt:lpwstr>2UHHCpPJjfFv3TbGNdgTG/Q=</vt:lpwstr>
  </property>
</Properties>
</file>